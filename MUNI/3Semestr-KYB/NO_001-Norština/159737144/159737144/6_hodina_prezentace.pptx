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  <p:sldMasterId id="2147483657" r:id="rId3"/>
  </p:sldMasterIdLst>
  <p:sldIdLst>
    <p:sldId id="256" r:id="rId4"/>
    <p:sldId id="317" r:id="rId5"/>
    <p:sldId id="318" r:id="rId6"/>
    <p:sldId id="319" r:id="rId7"/>
    <p:sldId id="320" r:id="rId8"/>
    <p:sldId id="321" r:id="rId9"/>
    <p:sldId id="322" r:id="rId10"/>
    <p:sldId id="316" r:id="rId11"/>
    <p:sldId id="340" r:id="rId12"/>
    <p:sldId id="341" r:id="rId13"/>
    <p:sldId id="342" r:id="rId14"/>
    <p:sldId id="343" r:id="rId15"/>
    <p:sldId id="344" r:id="rId16"/>
    <p:sldId id="345" r:id="rId17"/>
    <p:sldId id="258" r:id="rId18"/>
    <p:sldId id="259" r:id="rId19"/>
    <p:sldId id="260" r:id="rId20"/>
    <p:sldId id="261" r:id="rId21"/>
    <p:sldId id="262" r:id="rId22"/>
    <p:sldId id="263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646821-8AE0-41DD-9135-A1609C700B76}" v="8" dt="2025-10-23T13:51:27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70AC3D02-762B-42A9-A6F8-528CED61E437}"/>
    <pc:docChg chg="undo custSel addSld delSld modSld sldOrd addMainMaster modMainMaster">
      <pc:chgData name="Tomáš Bratina" userId="2033f5136aa55253" providerId="LiveId" clId="{70AC3D02-762B-42A9-A6F8-528CED61E437}" dt="2025-10-22T08:42:23.943" v="343"/>
      <pc:docMkLst>
        <pc:docMk/>
      </pc:docMkLst>
      <pc:sldChg chg="modSp add mod">
        <pc:chgData name="Tomáš Bratina" userId="2033f5136aa55253" providerId="LiveId" clId="{70AC3D02-762B-42A9-A6F8-528CED61E437}" dt="2025-10-22T08:05:50.645" v="5" actId="20577"/>
        <pc:sldMkLst>
          <pc:docMk/>
          <pc:sldMk cId="111899844" sldId="256"/>
        </pc:sldMkLst>
        <pc:spChg chg="mod">
          <ac:chgData name="Tomáš Bratina" userId="2033f5136aa55253" providerId="LiveId" clId="{70AC3D02-762B-42A9-A6F8-528CED61E437}" dt="2025-10-22T08:05:50.645" v="5" actId="20577"/>
          <ac:spMkLst>
            <pc:docMk/>
            <pc:sldMk cId="111899844" sldId="256"/>
            <ac:spMk id="3" creationId="{3A8E53EA-7845-48BE-B734-B3831985D13E}"/>
          </ac:spMkLst>
        </pc:spChg>
      </pc:sldChg>
      <pc:sldChg chg="add del">
        <pc:chgData name="Tomáš Bratina" userId="2033f5136aa55253" providerId="LiveId" clId="{70AC3D02-762B-42A9-A6F8-528CED61E437}" dt="2025-10-22T08:06:56.947" v="7" actId="47"/>
        <pc:sldMkLst>
          <pc:docMk/>
          <pc:sldMk cId="2831815819" sldId="25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310252784" sldId="25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41490838" sldId="25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906593193" sldId="26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996991534" sldId="26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250796840" sldId="26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673447071" sldId="26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603987714" sldId="26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052342062" sldId="26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868838194" sldId="26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03404134" sldId="26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608114977" sldId="26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347483794" sldId="26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241158032" sldId="27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679978754" sldId="27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986296760" sldId="27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20185924" sldId="27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444219217" sldId="27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50814900" sldId="27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441870619" sldId="27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42116108" sldId="27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73033566" sldId="27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292420938" sldId="27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039915766" sldId="28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73973466" sldId="28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248503092" sldId="28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9319949" sldId="28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001003390" sldId="28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37343835" sldId="28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156761094" sldId="28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022190556" sldId="28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7356041" sldId="28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62459167" sldId="28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865820983" sldId="29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641223919" sldId="29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039305457" sldId="29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76640878" sldId="29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980165706" sldId="29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763836923" sldId="29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207278501" sldId="29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918229840" sldId="29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131922575" sldId="29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439026817" sldId="29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23531829" sldId="30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084194006" sldId="30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59747277" sldId="30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40856097" sldId="30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30066730" sldId="30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74531117" sldId="30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241228468" sldId="30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25648442" sldId="30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063922552" sldId="30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07269266" sldId="309"/>
        </pc:sldMkLst>
      </pc:sldChg>
      <pc:sldChg chg="add del">
        <pc:chgData name="Tomáš Bratina" userId="2033f5136aa55253" providerId="LiveId" clId="{70AC3D02-762B-42A9-A6F8-528CED61E437}" dt="2025-10-22T08:09:43.764" v="82" actId="47"/>
        <pc:sldMkLst>
          <pc:docMk/>
          <pc:sldMk cId="1004798979" sldId="310"/>
        </pc:sldMkLst>
      </pc:sldChg>
      <pc:sldChg chg="add del">
        <pc:chgData name="Tomáš Bratina" userId="2033f5136aa55253" providerId="LiveId" clId="{70AC3D02-762B-42A9-A6F8-528CED61E437}" dt="2025-10-22T08:09:43.412" v="81" actId="47"/>
        <pc:sldMkLst>
          <pc:docMk/>
          <pc:sldMk cId="910644712" sldId="311"/>
        </pc:sldMkLst>
      </pc:sldChg>
      <pc:sldChg chg="add del">
        <pc:chgData name="Tomáš Bratina" userId="2033f5136aa55253" providerId="LiveId" clId="{70AC3D02-762B-42A9-A6F8-528CED61E437}" dt="2025-10-22T08:09:43.064" v="80" actId="47"/>
        <pc:sldMkLst>
          <pc:docMk/>
          <pc:sldMk cId="1365574315" sldId="312"/>
        </pc:sldMkLst>
      </pc:sldChg>
      <pc:sldChg chg="add del">
        <pc:chgData name="Tomáš Bratina" userId="2033f5136aa55253" providerId="LiveId" clId="{70AC3D02-762B-42A9-A6F8-528CED61E437}" dt="2025-10-22T08:09:42.769" v="79" actId="47"/>
        <pc:sldMkLst>
          <pc:docMk/>
          <pc:sldMk cId="2270828204" sldId="313"/>
        </pc:sldMkLst>
      </pc:sldChg>
      <pc:sldChg chg="add del">
        <pc:chgData name="Tomáš Bratina" userId="2033f5136aa55253" providerId="LiveId" clId="{70AC3D02-762B-42A9-A6F8-528CED61E437}" dt="2025-10-22T08:09:42.448" v="78" actId="47"/>
        <pc:sldMkLst>
          <pc:docMk/>
          <pc:sldMk cId="2267902493" sldId="314"/>
        </pc:sldMkLst>
      </pc:sldChg>
      <pc:sldChg chg="add del">
        <pc:chgData name="Tomáš Bratina" userId="2033f5136aa55253" providerId="LiveId" clId="{70AC3D02-762B-42A9-A6F8-528CED61E437}" dt="2025-10-22T08:09:42.036" v="77" actId="47"/>
        <pc:sldMkLst>
          <pc:docMk/>
          <pc:sldMk cId="2625557713" sldId="315"/>
        </pc:sldMkLst>
      </pc:sldChg>
      <pc:sldChg chg="add">
        <pc:chgData name="Tomáš Bratina" userId="2033f5136aa55253" providerId="LiveId" clId="{70AC3D02-762B-42A9-A6F8-528CED61E437}" dt="2025-10-22T08:06:54.527" v="6" actId="2890"/>
        <pc:sldMkLst>
          <pc:docMk/>
          <pc:sldMk cId="2762747488" sldId="316"/>
        </pc:sldMkLst>
      </pc:sldChg>
      <pc:sldChg chg="modSp add mod">
        <pc:chgData name="Tomáš Bratina" userId="2033f5136aa55253" providerId="LiveId" clId="{70AC3D02-762B-42A9-A6F8-528CED61E437}" dt="2025-10-22T08:08:20.582" v="58" actId="790"/>
        <pc:sldMkLst>
          <pc:docMk/>
          <pc:sldMk cId="3136833058" sldId="317"/>
        </pc:sldMkLst>
        <pc:spChg chg="mod">
          <ac:chgData name="Tomáš Bratina" userId="2033f5136aa55253" providerId="LiveId" clId="{70AC3D02-762B-42A9-A6F8-528CED61E437}" dt="2025-10-22T08:08:20.582" v="58" actId="790"/>
          <ac:spMkLst>
            <pc:docMk/>
            <pc:sldMk cId="3136833058" sldId="317"/>
            <ac:spMk id="3" creationId="{BD681215-E3AC-21AA-F2E0-ECBE11724189}"/>
          </ac:spMkLst>
        </pc:spChg>
      </pc:sldChg>
      <pc:sldChg chg="modSp add mod">
        <pc:chgData name="Tomáš Bratina" userId="2033f5136aa55253" providerId="LiveId" clId="{70AC3D02-762B-42A9-A6F8-528CED61E437}" dt="2025-10-22T08:08:28.103" v="64" actId="20577"/>
        <pc:sldMkLst>
          <pc:docMk/>
          <pc:sldMk cId="27323418" sldId="318"/>
        </pc:sldMkLst>
        <pc:spChg chg="mod">
          <ac:chgData name="Tomáš Bratina" userId="2033f5136aa55253" providerId="LiveId" clId="{70AC3D02-762B-42A9-A6F8-528CED61E437}" dt="2025-10-22T08:08:28.103" v="64" actId="20577"/>
          <ac:spMkLst>
            <pc:docMk/>
            <pc:sldMk cId="27323418" sldId="318"/>
            <ac:spMk id="3" creationId="{BB031489-29DC-5C4C-FFD3-D58471182CCE}"/>
          </ac:spMkLst>
        </pc:spChg>
      </pc:sldChg>
      <pc:sldChg chg="modSp add mod">
        <pc:chgData name="Tomáš Bratina" userId="2033f5136aa55253" providerId="LiveId" clId="{70AC3D02-762B-42A9-A6F8-528CED61E437}" dt="2025-10-22T08:08:33.582" v="70" actId="20577"/>
        <pc:sldMkLst>
          <pc:docMk/>
          <pc:sldMk cId="2696237827" sldId="319"/>
        </pc:sldMkLst>
        <pc:spChg chg="mod">
          <ac:chgData name="Tomáš Bratina" userId="2033f5136aa55253" providerId="LiveId" clId="{70AC3D02-762B-42A9-A6F8-528CED61E437}" dt="2025-10-22T08:08:33.582" v="70" actId="20577"/>
          <ac:spMkLst>
            <pc:docMk/>
            <pc:sldMk cId="2696237827" sldId="319"/>
            <ac:spMk id="3" creationId="{5914F97A-E150-5D96-8768-08617CD16A0E}"/>
          </ac:spMkLst>
        </pc:spChg>
      </pc:sldChg>
      <pc:sldChg chg="modSp add mod">
        <pc:chgData name="Tomáš Bratina" userId="2033f5136aa55253" providerId="LiveId" clId="{70AC3D02-762B-42A9-A6F8-528CED61E437}" dt="2025-10-22T08:08:39.092" v="76" actId="20577"/>
        <pc:sldMkLst>
          <pc:docMk/>
          <pc:sldMk cId="3208996927" sldId="320"/>
        </pc:sldMkLst>
        <pc:spChg chg="mod">
          <ac:chgData name="Tomáš Bratina" userId="2033f5136aa55253" providerId="LiveId" clId="{70AC3D02-762B-42A9-A6F8-528CED61E437}" dt="2025-10-22T08:08:39.092" v="76" actId="20577"/>
          <ac:spMkLst>
            <pc:docMk/>
            <pc:sldMk cId="3208996927" sldId="320"/>
            <ac:spMk id="3" creationId="{EF9259E3-067B-D259-5FF8-80725861CAEE}"/>
          </ac:spMkLst>
        </pc:spChg>
      </pc:sldChg>
      <pc:sldChg chg="addSp delSp modSp new mod setBg">
        <pc:chgData name="Tomáš Bratina" userId="2033f5136aa55253" providerId="LiveId" clId="{70AC3D02-762B-42A9-A6F8-528CED61E437}" dt="2025-10-22T08:19:12.275" v="299" actId="20577"/>
        <pc:sldMkLst>
          <pc:docMk/>
          <pc:sldMk cId="252219171" sldId="321"/>
        </pc:sldMkLst>
        <pc:spChg chg="del mod">
          <ac:chgData name="Tomáš Bratina" userId="2033f5136aa55253" providerId="LiveId" clId="{70AC3D02-762B-42A9-A6F8-528CED61E437}" dt="2025-10-22T08:12:09.946" v="125" actId="478"/>
          <ac:spMkLst>
            <pc:docMk/>
            <pc:sldMk cId="252219171" sldId="321"/>
            <ac:spMk id="2" creationId="{36C8745B-FA5A-6DEB-2A42-1823B31D6159}"/>
          </ac:spMkLst>
        </pc:spChg>
        <pc:spChg chg="del mod">
          <ac:chgData name="Tomáš Bratina" userId="2033f5136aa55253" providerId="LiveId" clId="{70AC3D02-762B-42A9-A6F8-528CED61E437}" dt="2025-10-22T08:10:06.592" v="85"/>
          <ac:spMkLst>
            <pc:docMk/>
            <pc:sldMk cId="252219171" sldId="321"/>
            <ac:spMk id="3" creationId="{1367176E-6090-62C4-DF66-766672532873}"/>
          </ac:spMkLst>
        </pc:spChg>
        <pc:spChg chg="add del">
          <ac:chgData name="Tomáš Bratina" userId="2033f5136aa55253" providerId="LiveId" clId="{70AC3D02-762B-42A9-A6F8-528CED61E437}" dt="2025-10-22T08:10:27.500" v="87" actId="26606"/>
          <ac:spMkLst>
            <pc:docMk/>
            <pc:sldMk cId="252219171" sldId="321"/>
            <ac:spMk id="9" creationId="{33A45BB7-743C-4BC2-94A3-33BF97685137}"/>
          </ac:spMkLst>
        </pc:spChg>
        <pc:spChg chg="add del">
          <ac:chgData name="Tomáš Bratina" userId="2033f5136aa55253" providerId="LiveId" clId="{70AC3D02-762B-42A9-A6F8-528CED61E437}" dt="2025-10-22T08:10:27.500" v="87" actId="26606"/>
          <ac:spMkLst>
            <pc:docMk/>
            <pc:sldMk cId="252219171" sldId="321"/>
            <ac:spMk id="11" creationId="{9C6BBFFD-A512-4F47-884D-35894619726E}"/>
          </ac:spMkLst>
        </pc:spChg>
        <pc:spChg chg="add del">
          <ac:chgData name="Tomáš Bratina" userId="2033f5136aa55253" providerId="LiveId" clId="{70AC3D02-762B-42A9-A6F8-528CED61E437}" dt="2025-10-22T08:10:31.582" v="89" actId="26606"/>
          <ac:spMkLst>
            <pc:docMk/>
            <pc:sldMk cId="252219171" sldId="321"/>
            <ac:spMk id="13" creationId="{934F2A62-CB96-44B7-9829-3BEA927D5A2F}"/>
          </ac:spMkLst>
        </pc:spChg>
        <pc:spChg chg="add del">
          <ac:chgData name="Tomáš Bratina" userId="2033f5136aa55253" providerId="LiveId" clId="{70AC3D02-762B-42A9-A6F8-528CED61E437}" dt="2025-10-22T08:10:31.582" v="89" actId="26606"/>
          <ac:spMkLst>
            <pc:docMk/>
            <pc:sldMk cId="252219171" sldId="321"/>
            <ac:spMk id="14" creationId="{E39055A8-6754-4F27-8010-BF142982DD03}"/>
          </ac:spMkLst>
        </pc:spChg>
        <pc:spChg chg="add del">
          <ac:chgData name="Tomáš Bratina" userId="2033f5136aa55253" providerId="LiveId" clId="{70AC3D02-762B-42A9-A6F8-528CED61E437}" dt="2025-10-22T08:10:31.582" v="89" actId="26606"/>
          <ac:spMkLst>
            <pc:docMk/>
            <pc:sldMk cId="252219171" sldId="321"/>
            <ac:spMk id="15" creationId="{FAF9D845-1D7D-4A88-86ED-B45A77144E5E}"/>
          </ac:spMkLst>
        </pc:spChg>
        <pc:spChg chg="add del">
          <ac:chgData name="Tomáš Bratina" userId="2033f5136aa55253" providerId="LiveId" clId="{70AC3D02-762B-42A9-A6F8-528CED61E437}" dt="2025-10-22T08:11:40.507" v="122" actId="26606"/>
          <ac:spMkLst>
            <pc:docMk/>
            <pc:sldMk cId="252219171" sldId="321"/>
            <ac:spMk id="17" creationId="{352D3BCF-5FFD-4370-BBC0-949A4CAEC1CF}"/>
          </ac:spMkLst>
        </pc:spChg>
        <pc:spChg chg="add del">
          <ac:chgData name="Tomáš Bratina" userId="2033f5136aa55253" providerId="LiveId" clId="{70AC3D02-762B-42A9-A6F8-528CED61E437}" dt="2025-10-22T08:11:40.507" v="122" actId="26606"/>
          <ac:spMkLst>
            <pc:docMk/>
            <pc:sldMk cId="252219171" sldId="321"/>
            <ac:spMk id="18" creationId="{5AF7891E-857B-435C-B27A-FAA12E672772}"/>
          </ac:spMkLst>
        </pc:spChg>
        <pc:graphicFrameChg chg="add mod modGraphic">
          <ac:chgData name="Tomáš Bratina" userId="2033f5136aa55253" providerId="LiveId" clId="{70AC3D02-762B-42A9-A6F8-528CED61E437}" dt="2025-10-22T08:19:12.275" v="299" actId="20577"/>
          <ac:graphicFrameMkLst>
            <pc:docMk/>
            <pc:sldMk cId="252219171" sldId="321"/>
            <ac:graphicFrameMk id="4" creationId="{3F7799C6-204E-4A4D-43DF-83E1F795FD81}"/>
          </ac:graphicFrameMkLst>
        </pc:graphicFrameChg>
      </pc:sldChg>
      <pc:sldChg chg="add">
        <pc:chgData name="Tomáš Bratina" userId="2033f5136aa55253" providerId="LiveId" clId="{70AC3D02-762B-42A9-A6F8-528CED61E437}" dt="2025-10-22T08:17:41.943" v="262" actId="2890"/>
        <pc:sldMkLst>
          <pc:docMk/>
          <pc:sldMk cId="2897539513" sldId="322"/>
        </pc:sldMkLst>
      </pc:sldChg>
      <pc:sldChg chg="add">
        <pc:chgData name="Tomáš Bratina" userId="2033f5136aa55253" providerId="LiveId" clId="{70AC3D02-762B-42A9-A6F8-528CED61E437}" dt="2025-10-22T08:17:58.162" v="264" actId="2890"/>
        <pc:sldMkLst>
          <pc:docMk/>
          <pc:sldMk cId="2572412310" sldId="323"/>
        </pc:sldMkLst>
      </pc:sldChg>
      <pc:sldChg chg="add">
        <pc:chgData name="Tomáš Bratina" userId="2033f5136aa55253" providerId="LiveId" clId="{70AC3D02-762B-42A9-A6F8-528CED61E437}" dt="2025-10-22T08:18:02.483" v="266" actId="2890"/>
        <pc:sldMkLst>
          <pc:docMk/>
          <pc:sldMk cId="2671048439" sldId="324"/>
        </pc:sldMkLst>
      </pc:sldChg>
      <pc:sldChg chg="add">
        <pc:chgData name="Tomáš Bratina" userId="2033f5136aa55253" providerId="LiveId" clId="{70AC3D02-762B-42A9-A6F8-528CED61E437}" dt="2025-10-22T08:18:07.862" v="268" actId="2890"/>
        <pc:sldMkLst>
          <pc:docMk/>
          <pc:sldMk cId="1818018101" sldId="325"/>
        </pc:sldMkLst>
      </pc:sldChg>
      <pc:sldChg chg="add">
        <pc:chgData name="Tomáš Bratina" userId="2033f5136aa55253" providerId="LiveId" clId="{70AC3D02-762B-42A9-A6F8-528CED61E437}" dt="2025-10-22T08:18:13.322" v="270" actId="2890"/>
        <pc:sldMkLst>
          <pc:docMk/>
          <pc:sldMk cId="2345862913" sldId="326"/>
        </pc:sldMkLst>
      </pc:sldChg>
      <pc:sldChg chg="add">
        <pc:chgData name="Tomáš Bratina" userId="2033f5136aa55253" providerId="LiveId" clId="{70AC3D02-762B-42A9-A6F8-528CED61E437}" dt="2025-10-22T08:18:16.934" v="272" actId="2890"/>
        <pc:sldMkLst>
          <pc:docMk/>
          <pc:sldMk cId="565767021" sldId="327"/>
        </pc:sldMkLst>
      </pc:sldChg>
      <pc:sldChg chg="add">
        <pc:chgData name="Tomáš Bratina" userId="2033f5136aa55253" providerId="LiveId" clId="{70AC3D02-762B-42A9-A6F8-528CED61E437}" dt="2025-10-22T08:18:20.564" v="274" actId="2890"/>
        <pc:sldMkLst>
          <pc:docMk/>
          <pc:sldMk cId="2612398877" sldId="328"/>
        </pc:sldMkLst>
      </pc:sldChg>
      <pc:sldChg chg="add">
        <pc:chgData name="Tomáš Bratina" userId="2033f5136aa55253" providerId="LiveId" clId="{70AC3D02-762B-42A9-A6F8-528CED61E437}" dt="2025-10-22T08:18:23.912" v="276" actId="2890"/>
        <pc:sldMkLst>
          <pc:docMk/>
          <pc:sldMk cId="2845580606" sldId="329"/>
        </pc:sldMkLst>
      </pc:sldChg>
      <pc:sldChg chg="add">
        <pc:chgData name="Tomáš Bratina" userId="2033f5136aa55253" providerId="LiveId" clId="{70AC3D02-762B-42A9-A6F8-528CED61E437}" dt="2025-10-22T08:18:27.412" v="278" actId="2890"/>
        <pc:sldMkLst>
          <pc:docMk/>
          <pc:sldMk cId="1272052758" sldId="330"/>
        </pc:sldMkLst>
      </pc:sldChg>
      <pc:sldChg chg="add">
        <pc:chgData name="Tomáš Bratina" userId="2033f5136aa55253" providerId="LiveId" clId="{70AC3D02-762B-42A9-A6F8-528CED61E437}" dt="2025-10-22T08:18:31.130" v="280" actId="2890"/>
        <pc:sldMkLst>
          <pc:docMk/>
          <pc:sldMk cId="1828172064" sldId="331"/>
        </pc:sldMkLst>
      </pc:sldChg>
      <pc:sldChg chg="add">
        <pc:chgData name="Tomáš Bratina" userId="2033f5136aa55253" providerId="LiveId" clId="{70AC3D02-762B-42A9-A6F8-528CED61E437}" dt="2025-10-22T08:18:34.594" v="282" actId="2890"/>
        <pc:sldMkLst>
          <pc:docMk/>
          <pc:sldMk cId="1402252120" sldId="332"/>
        </pc:sldMkLst>
      </pc:sldChg>
      <pc:sldChg chg="add">
        <pc:chgData name="Tomáš Bratina" userId="2033f5136aa55253" providerId="LiveId" clId="{70AC3D02-762B-42A9-A6F8-528CED61E437}" dt="2025-10-22T08:18:38.982" v="286" actId="2890"/>
        <pc:sldMkLst>
          <pc:docMk/>
          <pc:sldMk cId="3812138106" sldId="333"/>
        </pc:sldMkLst>
      </pc:sldChg>
      <pc:sldChg chg="add">
        <pc:chgData name="Tomáš Bratina" userId="2033f5136aa55253" providerId="LiveId" clId="{70AC3D02-762B-42A9-A6F8-528CED61E437}" dt="2025-10-22T08:18:42.655" v="288" actId="2890"/>
        <pc:sldMkLst>
          <pc:docMk/>
          <pc:sldMk cId="1869432484" sldId="334"/>
        </pc:sldMkLst>
      </pc:sldChg>
      <pc:sldChg chg="add">
        <pc:chgData name="Tomáš Bratina" userId="2033f5136aa55253" providerId="LiveId" clId="{70AC3D02-762B-42A9-A6F8-528CED61E437}" dt="2025-10-22T08:18:46.472" v="290" actId="2890"/>
        <pc:sldMkLst>
          <pc:docMk/>
          <pc:sldMk cId="740502682" sldId="335"/>
        </pc:sldMkLst>
      </pc:sldChg>
      <pc:sldChg chg="add">
        <pc:chgData name="Tomáš Bratina" userId="2033f5136aa55253" providerId="LiveId" clId="{70AC3D02-762B-42A9-A6F8-528CED61E437}" dt="2025-10-22T08:18:59.832" v="292" actId="2890"/>
        <pc:sldMkLst>
          <pc:docMk/>
          <pc:sldMk cId="1840673163" sldId="336"/>
        </pc:sldMkLst>
      </pc:sldChg>
      <pc:sldChg chg="add">
        <pc:chgData name="Tomáš Bratina" userId="2033f5136aa55253" providerId="LiveId" clId="{70AC3D02-762B-42A9-A6F8-528CED61E437}" dt="2025-10-22T08:19:03.494" v="294" actId="2890"/>
        <pc:sldMkLst>
          <pc:docMk/>
          <pc:sldMk cId="2140016710" sldId="337"/>
        </pc:sldMkLst>
      </pc:sldChg>
      <pc:sldChg chg="add">
        <pc:chgData name="Tomáš Bratina" userId="2033f5136aa55253" providerId="LiveId" clId="{70AC3D02-762B-42A9-A6F8-528CED61E437}" dt="2025-10-22T08:19:07.106" v="296" actId="2890"/>
        <pc:sldMkLst>
          <pc:docMk/>
          <pc:sldMk cId="1779580074" sldId="338"/>
        </pc:sldMkLst>
      </pc:sldChg>
      <pc:sldChg chg="add">
        <pc:chgData name="Tomáš Bratina" userId="2033f5136aa55253" providerId="LiveId" clId="{70AC3D02-762B-42A9-A6F8-528CED61E437}" dt="2025-10-22T08:19:10.345" v="298" actId="2890"/>
        <pc:sldMkLst>
          <pc:docMk/>
          <pc:sldMk cId="2707182013" sldId="339"/>
        </pc:sldMkLst>
      </pc:sldChg>
      <pc:sldChg chg="add ord">
        <pc:chgData name="Tomáš Bratina" userId="2033f5136aa55253" providerId="LiveId" clId="{70AC3D02-762B-42A9-A6F8-528CED61E437}" dt="2025-10-22T08:39:26.613" v="329"/>
        <pc:sldMkLst>
          <pc:docMk/>
          <pc:sldMk cId="906013680" sldId="340"/>
        </pc:sldMkLst>
      </pc:sldChg>
      <pc:sldChg chg="add ord">
        <pc:chgData name="Tomáš Bratina" userId="2033f5136aa55253" providerId="LiveId" clId="{70AC3D02-762B-42A9-A6F8-528CED61E437}" dt="2025-10-22T08:39:31.800" v="331"/>
        <pc:sldMkLst>
          <pc:docMk/>
          <pc:sldMk cId="1760423415" sldId="341"/>
        </pc:sldMkLst>
      </pc:sldChg>
      <pc:sldChg chg="add ord">
        <pc:chgData name="Tomáš Bratina" userId="2033f5136aa55253" providerId="LiveId" clId="{70AC3D02-762B-42A9-A6F8-528CED61E437}" dt="2025-10-22T08:39:36.624" v="333"/>
        <pc:sldMkLst>
          <pc:docMk/>
          <pc:sldMk cId="3409104310" sldId="342"/>
        </pc:sldMkLst>
      </pc:sldChg>
      <pc:sldChg chg="modSp add ord">
        <pc:chgData name="Tomáš Bratina" userId="2033f5136aa55253" providerId="LiveId" clId="{70AC3D02-762B-42A9-A6F8-528CED61E437}" dt="2025-10-22T08:39:45.981" v="337"/>
        <pc:sldMkLst>
          <pc:docMk/>
          <pc:sldMk cId="1477396948" sldId="343"/>
        </pc:sldMkLst>
        <pc:graphicFrameChg chg="mod">
          <ac:chgData name="Tomáš Bratina" userId="2033f5136aa55253" providerId="LiveId" clId="{70AC3D02-762B-42A9-A6F8-528CED61E437}" dt="2025-10-22T08:39:45.981" v="337"/>
          <ac:graphicFrameMkLst>
            <pc:docMk/>
            <pc:sldMk cId="1477396948" sldId="343"/>
            <ac:graphicFrameMk id="2" creationId="{4C9EE433-3994-9B3E-36A4-5EF069BB67D9}"/>
          </ac:graphicFrameMkLst>
        </pc:graphicFrameChg>
      </pc:sldChg>
      <pc:sldChg chg="add ord">
        <pc:chgData name="Tomáš Bratina" userId="2033f5136aa55253" providerId="LiveId" clId="{70AC3D02-762B-42A9-A6F8-528CED61E437}" dt="2025-10-22T08:40:02.853" v="339"/>
        <pc:sldMkLst>
          <pc:docMk/>
          <pc:sldMk cId="3864184445" sldId="344"/>
        </pc:sldMkLst>
      </pc:sldChg>
      <pc:sldChg chg="add ord">
        <pc:chgData name="Tomáš Bratina" userId="2033f5136aa55253" providerId="LiveId" clId="{70AC3D02-762B-42A9-A6F8-528CED61E437}" dt="2025-10-22T08:40:07.713" v="341"/>
        <pc:sldMkLst>
          <pc:docMk/>
          <pc:sldMk cId="810974805" sldId="345"/>
        </pc:sldMkLst>
      </pc:sldChg>
      <pc:sldChg chg="add">
        <pc:chgData name="Tomáš Bratina" userId="2033f5136aa55253" providerId="LiveId" clId="{70AC3D02-762B-42A9-A6F8-528CED61E437}" dt="2025-10-22T08:38:36.833" v="313"/>
        <pc:sldMkLst>
          <pc:docMk/>
          <pc:sldMk cId="1520686638" sldId="346"/>
        </pc:sldMkLst>
      </pc:sldChg>
      <pc:sldChg chg="add">
        <pc:chgData name="Tomáš Bratina" userId="2033f5136aa55253" providerId="LiveId" clId="{70AC3D02-762B-42A9-A6F8-528CED61E437}" dt="2025-10-22T08:38:38.367" v="315"/>
        <pc:sldMkLst>
          <pc:docMk/>
          <pc:sldMk cId="2977726619" sldId="347"/>
        </pc:sldMkLst>
      </pc:sldChg>
      <pc:sldChg chg="add">
        <pc:chgData name="Tomáš Bratina" userId="2033f5136aa55253" providerId="LiveId" clId="{70AC3D02-762B-42A9-A6F8-528CED61E437}" dt="2025-10-22T08:38:39.518" v="317"/>
        <pc:sldMkLst>
          <pc:docMk/>
          <pc:sldMk cId="3506716115" sldId="348"/>
        </pc:sldMkLst>
      </pc:sldChg>
      <pc:sldChg chg="add">
        <pc:chgData name="Tomáš Bratina" userId="2033f5136aa55253" providerId="LiveId" clId="{70AC3D02-762B-42A9-A6F8-528CED61E437}" dt="2025-10-22T08:38:40.338" v="319"/>
        <pc:sldMkLst>
          <pc:docMk/>
          <pc:sldMk cId="3585863209" sldId="349"/>
        </pc:sldMkLst>
      </pc:sldChg>
      <pc:sldChg chg="add">
        <pc:chgData name="Tomáš Bratina" userId="2033f5136aa55253" providerId="LiveId" clId="{70AC3D02-762B-42A9-A6F8-528CED61E437}" dt="2025-10-22T08:38:41.962" v="321"/>
        <pc:sldMkLst>
          <pc:docMk/>
          <pc:sldMk cId="4264763596" sldId="350"/>
        </pc:sldMkLst>
      </pc:sldChg>
      <pc:sldChg chg="add">
        <pc:chgData name="Tomáš Bratina" userId="2033f5136aa55253" providerId="LiveId" clId="{70AC3D02-762B-42A9-A6F8-528CED61E437}" dt="2025-10-22T08:38:43.006" v="323"/>
        <pc:sldMkLst>
          <pc:docMk/>
          <pc:sldMk cId="2496507344" sldId="351"/>
        </pc:sldMkLst>
      </pc:sldChg>
      <pc:sldChg chg="add">
        <pc:chgData name="Tomáš Bratina" userId="2033f5136aa55253" providerId="LiveId" clId="{70AC3D02-762B-42A9-A6F8-528CED61E437}" dt="2025-10-22T08:38:44.083" v="325"/>
        <pc:sldMkLst>
          <pc:docMk/>
          <pc:sldMk cId="4238097992" sldId="352"/>
        </pc:sldMkLst>
      </pc:sldChg>
      <pc:sldChg chg="add">
        <pc:chgData name="Tomáš Bratina" userId="2033f5136aa55253" providerId="LiveId" clId="{70AC3D02-762B-42A9-A6F8-528CED61E437}" dt="2025-10-22T08:38:45.432" v="327"/>
        <pc:sldMkLst>
          <pc:docMk/>
          <pc:sldMk cId="3714088063" sldId="353"/>
        </pc:sldMkLst>
      </pc:sldChg>
      <pc:sldChg chg="add">
        <pc:chgData name="Tomáš Bratina" userId="2033f5136aa55253" providerId="LiveId" clId="{70AC3D02-762B-42A9-A6F8-528CED61E437}" dt="2025-10-22T08:42:23.943" v="343"/>
        <pc:sldMkLst>
          <pc:docMk/>
          <pc:sldMk cId="2366321046" sldId="354"/>
        </pc:sldMkLst>
      </pc:sldChg>
      <pc:sldMasterChg chg="add addSldLayout modSldLayout">
        <pc:chgData name="Tomáš Bratina" userId="2033f5136aa55253" providerId="LiveId" clId="{70AC3D02-762B-42A9-A6F8-528CED61E437}" dt="2025-10-22T08:38:28.671" v="300" actId="27028"/>
        <pc:sldMasterMkLst>
          <pc:docMk/>
          <pc:sldMasterMk cId="3899840436" sldId="2147483648"/>
        </pc:sldMasterMkLst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3706224309" sldId="2147483649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643672537" sldId="2147483650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799930165" sldId="2147483651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578407353" sldId="2147483652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3589216583" sldId="2147483653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773759147" sldId="2147483654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4067047111" sldId="2147483655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4271998428" sldId="2147483656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309362860" sldId="2147483658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209807713" sldId="2147483659"/>
          </pc:sldLayoutMkLst>
        </pc:sldLayoutChg>
        <pc:sldLayoutChg chg="add replId">
          <pc:chgData name="Tomáš Bratina" userId="2033f5136aa55253" providerId="LiveId" clId="{70AC3D02-762B-42A9-A6F8-528CED61E437}" dt="2025-10-22T08:38:28.671" v="300" actId="27028"/>
          <pc:sldLayoutMkLst>
            <pc:docMk/>
            <pc:sldMasterMk cId="3899840436" sldId="2147483648"/>
            <pc:sldLayoutMk cId="4190906578" sldId="2147483685"/>
          </pc:sldLayoutMkLst>
        </pc:sldLayoutChg>
      </pc:sldMasterChg>
      <pc:sldMasterChg chg="add addSldLayout">
        <pc:chgData name="Tomáš Bratina" userId="2033f5136aa55253" providerId="LiveId" clId="{70AC3D02-762B-42A9-A6F8-528CED61E437}" dt="2025-10-22T08:38:28.671" v="300" actId="27028"/>
        <pc:sldMasterMkLst>
          <pc:docMk/>
          <pc:sldMasterMk cId="0" sldId="2147483657"/>
        </pc:sldMasterMkLst>
        <pc:sldLayoutChg chg="add">
          <pc:chgData name="Tomáš Bratina" userId="2033f5136aa55253" providerId="LiveId" clId="{70AC3D02-762B-42A9-A6F8-528CED61E437}" dt="2025-10-22T08:38:28.671" v="300" actId="27028"/>
          <pc:sldLayoutMkLst>
            <pc:docMk/>
            <pc:sldMasterMk cId="0" sldId="2147483657"/>
            <pc:sldLayoutMk cId="1691229579" sldId="2147483684"/>
          </pc:sldLayoutMkLst>
        </pc:sldLayoutChg>
      </pc:sldMasterChg>
      <pc:sldMasterChg chg="replId modSldLayout">
        <pc:chgData name="Tomáš Bratina" userId="2033f5136aa55253" providerId="LiveId" clId="{70AC3D02-762B-42A9-A6F8-528CED61E437}" dt="2025-10-22T08:05:41.602" v="0" actId="27028"/>
        <pc:sldMasterMkLst>
          <pc:docMk/>
          <pc:sldMasterMk cId="2267133483" sldId="2147483660"/>
        </pc:sldMasterMkLst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2456157871" sldId="2147483661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20103755" sldId="2147483662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3377838712" sldId="2147483663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3607499052" sldId="2147483664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1908061444" sldId="2147483665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593449413" sldId="2147483666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777934243" sldId="2147483667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4200289686" sldId="2147483668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2932066818" sldId="2147483669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1974134869" sldId="2147483670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666879479" sldId="2147483671"/>
          </pc:sldLayoutMkLst>
        </pc:sldLayoutChg>
      </pc:sldMasterChg>
    </pc:docChg>
  </pc:docChgLst>
  <pc:docChgLst>
    <pc:chgData name="Tomáš Bratina" userId="2033f5136aa55253" providerId="LiveId" clId="{8ECA8620-7B00-4EDA-805E-0BA470DD3A9F}"/>
    <pc:docChg chg="undo custSel addSld delSld modSld">
      <pc:chgData name="Tomáš Bratina" userId="2033f5136aa55253" providerId="LiveId" clId="{8ECA8620-7B00-4EDA-805E-0BA470DD3A9F}" dt="2025-10-23T13:51:27.674" v="82"/>
      <pc:docMkLst>
        <pc:docMk/>
      </pc:docMkLst>
      <pc:sldChg chg="modSp mod">
        <pc:chgData name="Tomáš Bratina" userId="2033f5136aa55253" providerId="LiveId" clId="{8ECA8620-7B00-4EDA-805E-0BA470DD3A9F}" dt="2025-10-23T13:51:03.897" v="74" actId="113"/>
        <pc:sldMkLst>
          <pc:docMk/>
          <pc:sldMk cId="4052342062" sldId="265"/>
        </pc:sldMkLst>
        <pc:spChg chg="mod">
          <ac:chgData name="Tomáš Bratina" userId="2033f5136aa55253" providerId="LiveId" clId="{8ECA8620-7B00-4EDA-805E-0BA470DD3A9F}" dt="2025-10-23T13:51:03.897" v="74" actId="113"/>
          <ac:spMkLst>
            <pc:docMk/>
            <pc:sldMk cId="4052342062" sldId="265"/>
            <ac:spMk id="3" creationId="{D0361227-33CC-A035-31CA-C3F230D3A155}"/>
          </ac:spMkLst>
        </pc:spChg>
      </pc:sldChg>
      <pc:sldChg chg="modSp">
        <pc:chgData name="Tomáš Bratina" userId="2033f5136aa55253" providerId="LiveId" clId="{8ECA8620-7B00-4EDA-805E-0BA470DD3A9F}" dt="2025-10-23T13:51:08.022" v="75"/>
        <pc:sldMkLst>
          <pc:docMk/>
          <pc:sldMk cId="868838194" sldId="266"/>
        </pc:sldMkLst>
        <pc:spChg chg="mod">
          <ac:chgData name="Tomáš Bratina" userId="2033f5136aa55253" providerId="LiveId" clId="{8ECA8620-7B00-4EDA-805E-0BA470DD3A9F}" dt="2025-10-23T13:51:08.022" v="75"/>
          <ac:spMkLst>
            <pc:docMk/>
            <pc:sldMk cId="868838194" sldId="266"/>
            <ac:spMk id="3" creationId="{FD7E0D6D-70F9-0436-90B2-5178E50AEF15}"/>
          </ac:spMkLst>
        </pc:spChg>
      </pc:sldChg>
      <pc:sldChg chg="modSp">
        <pc:chgData name="Tomáš Bratina" userId="2033f5136aa55253" providerId="LiveId" clId="{8ECA8620-7B00-4EDA-805E-0BA470DD3A9F}" dt="2025-10-23T13:51:10.324" v="76"/>
        <pc:sldMkLst>
          <pc:docMk/>
          <pc:sldMk cId="4103404134" sldId="267"/>
        </pc:sldMkLst>
        <pc:spChg chg="mod">
          <ac:chgData name="Tomáš Bratina" userId="2033f5136aa55253" providerId="LiveId" clId="{8ECA8620-7B00-4EDA-805E-0BA470DD3A9F}" dt="2025-10-23T13:51:10.324" v="76"/>
          <ac:spMkLst>
            <pc:docMk/>
            <pc:sldMk cId="4103404134" sldId="267"/>
            <ac:spMk id="3" creationId="{2145D5A9-44D8-5662-07E7-05141F909798}"/>
          </ac:spMkLst>
        </pc:spChg>
      </pc:sldChg>
      <pc:sldChg chg="modSp">
        <pc:chgData name="Tomáš Bratina" userId="2033f5136aa55253" providerId="LiveId" clId="{8ECA8620-7B00-4EDA-805E-0BA470DD3A9F}" dt="2025-10-23T13:51:12.438" v="77"/>
        <pc:sldMkLst>
          <pc:docMk/>
          <pc:sldMk cId="2608114977" sldId="268"/>
        </pc:sldMkLst>
        <pc:spChg chg="mod">
          <ac:chgData name="Tomáš Bratina" userId="2033f5136aa55253" providerId="LiveId" clId="{8ECA8620-7B00-4EDA-805E-0BA470DD3A9F}" dt="2025-10-23T13:51:12.438" v="77"/>
          <ac:spMkLst>
            <pc:docMk/>
            <pc:sldMk cId="2608114977" sldId="268"/>
            <ac:spMk id="3" creationId="{69135362-5A4C-5D15-89B3-D4F78AFF95C5}"/>
          </ac:spMkLst>
        </pc:spChg>
      </pc:sldChg>
      <pc:sldChg chg="modSp">
        <pc:chgData name="Tomáš Bratina" userId="2033f5136aa55253" providerId="LiveId" clId="{8ECA8620-7B00-4EDA-805E-0BA470DD3A9F}" dt="2025-10-23T13:51:15.008" v="78"/>
        <pc:sldMkLst>
          <pc:docMk/>
          <pc:sldMk cId="1347483794" sldId="269"/>
        </pc:sldMkLst>
        <pc:spChg chg="mod">
          <ac:chgData name="Tomáš Bratina" userId="2033f5136aa55253" providerId="LiveId" clId="{8ECA8620-7B00-4EDA-805E-0BA470DD3A9F}" dt="2025-10-23T13:51:15.008" v="78"/>
          <ac:spMkLst>
            <pc:docMk/>
            <pc:sldMk cId="1347483794" sldId="269"/>
            <ac:spMk id="3" creationId="{8877542D-C697-DA85-E213-E306792D397D}"/>
          </ac:spMkLst>
        </pc:spChg>
      </pc:sldChg>
      <pc:sldChg chg="modSp">
        <pc:chgData name="Tomáš Bratina" userId="2033f5136aa55253" providerId="LiveId" clId="{8ECA8620-7B00-4EDA-805E-0BA470DD3A9F}" dt="2025-10-23T13:51:17.961" v="79"/>
        <pc:sldMkLst>
          <pc:docMk/>
          <pc:sldMk cId="1241158032" sldId="270"/>
        </pc:sldMkLst>
        <pc:spChg chg="mod">
          <ac:chgData name="Tomáš Bratina" userId="2033f5136aa55253" providerId="LiveId" clId="{8ECA8620-7B00-4EDA-805E-0BA470DD3A9F}" dt="2025-10-23T13:51:17.961" v="79"/>
          <ac:spMkLst>
            <pc:docMk/>
            <pc:sldMk cId="1241158032" sldId="270"/>
            <ac:spMk id="3" creationId="{B6F636ED-BBA7-5ECB-12BF-0D8A4D37B503}"/>
          </ac:spMkLst>
        </pc:spChg>
      </pc:sldChg>
      <pc:sldChg chg="modSp">
        <pc:chgData name="Tomáš Bratina" userId="2033f5136aa55253" providerId="LiveId" clId="{8ECA8620-7B00-4EDA-805E-0BA470DD3A9F}" dt="2025-10-23T13:51:20.078" v="80"/>
        <pc:sldMkLst>
          <pc:docMk/>
          <pc:sldMk cId="2679978754" sldId="271"/>
        </pc:sldMkLst>
        <pc:spChg chg="mod">
          <ac:chgData name="Tomáš Bratina" userId="2033f5136aa55253" providerId="LiveId" clId="{8ECA8620-7B00-4EDA-805E-0BA470DD3A9F}" dt="2025-10-23T13:51:20.078" v="80"/>
          <ac:spMkLst>
            <pc:docMk/>
            <pc:sldMk cId="2679978754" sldId="271"/>
            <ac:spMk id="3" creationId="{F29AFF0A-9BB6-C5FE-25F4-2117B2255DF8}"/>
          </ac:spMkLst>
        </pc:spChg>
      </pc:sldChg>
      <pc:sldChg chg="modSp">
        <pc:chgData name="Tomáš Bratina" userId="2033f5136aa55253" providerId="LiveId" clId="{8ECA8620-7B00-4EDA-805E-0BA470DD3A9F}" dt="2025-10-23T13:51:25.147" v="81"/>
        <pc:sldMkLst>
          <pc:docMk/>
          <pc:sldMk cId="1444219217" sldId="274"/>
        </pc:sldMkLst>
        <pc:spChg chg="mod">
          <ac:chgData name="Tomáš Bratina" userId="2033f5136aa55253" providerId="LiveId" clId="{8ECA8620-7B00-4EDA-805E-0BA470DD3A9F}" dt="2025-10-23T13:51:25.147" v="81"/>
          <ac:spMkLst>
            <pc:docMk/>
            <pc:sldMk cId="1444219217" sldId="274"/>
            <ac:spMk id="3" creationId="{014CACF1-077C-3BA8-BBF5-DDCFF10CCEF4}"/>
          </ac:spMkLst>
        </pc:spChg>
      </pc:sldChg>
      <pc:sldChg chg="modSp">
        <pc:chgData name="Tomáš Bratina" userId="2033f5136aa55253" providerId="LiveId" clId="{8ECA8620-7B00-4EDA-805E-0BA470DD3A9F}" dt="2025-10-23T13:51:27.674" v="82"/>
        <pc:sldMkLst>
          <pc:docMk/>
          <pc:sldMk cId="1550814900" sldId="275"/>
        </pc:sldMkLst>
        <pc:spChg chg="mod">
          <ac:chgData name="Tomáš Bratina" userId="2033f5136aa55253" providerId="LiveId" clId="{8ECA8620-7B00-4EDA-805E-0BA470DD3A9F}" dt="2025-10-23T13:51:27.674" v="82"/>
          <ac:spMkLst>
            <pc:docMk/>
            <pc:sldMk cId="1550814900" sldId="275"/>
            <ac:spMk id="3" creationId="{5C91DC29-8BF8-F885-412E-5D712A4E2CC1}"/>
          </ac:spMkLst>
        </pc:spChg>
      </pc:sldChg>
      <pc:sldChg chg="add del">
        <pc:chgData name="Tomáš Bratina" userId="2033f5136aa55253" providerId="LiveId" clId="{8ECA8620-7B00-4EDA-805E-0BA470DD3A9F}" dt="2025-10-23T13:50:28.849" v="69" actId="47"/>
        <pc:sldMkLst>
          <pc:docMk/>
          <pc:sldMk cId="342116108" sldId="277"/>
        </pc:sldMkLst>
      </pc:sldChg>
      <pc:sldChg chg="del">
        <pc:chgData name="Tomáš Bratina" userId="2033f5136aa55253" providerId="LiveId" clId="{8ECA8620-7B00-4EDA-805E-0BA470DD3A9F}" dt="2025-10-23T13:50:19.976" v="35" actId="47"/>
        <pc:sldMkLst>
          <pc:docMk/>
          <pc:sldMk cId="73033566" sldId="278"/>
        </pc:sldMkLst>
      </pc:sldChg>
      <pc:sldChg chg="del">
        <pc:chgData name="Tomáš Bratina" userId="2033f5136aa55253" providerId="LiveId" clId="{8ECA8620-7B00-4EDA-805E-0BA470DD3A9F}" dt="2025-10-23T13:50:20.762" v="36" actId="47"/>
        <pc:sldMkLst>
          <pc:docMk/>
          <pc:sldMk cId="3292420938" sldId="279"/>
        </pc:sldMkLst>
      </pc:sldChg>
      <pc:sldChg chg="del">
        <pc:chgData name="Tomáš Bratina" userId="2033f5136aa55253" providerId="LiveId" clId="{8ECA8620-7B00-4EDA-805E-0BA470DD3A9F}" dt="2025-10-23T13:50:21.024" v="37" actId="47"/>
        <pc:sldMkLst>
          <pc:docMk/>
          <pc:sldMk cId="3039915766" sldId="280"/>
        </pc:sldMkLst>
      </pc:sldChg>
      <pc:sldChg chg="del">
        <pc:chgData name="Tomáš Bratina" userId="2033f5136aa55253" providerId="LiveId" clId="{8ECA8620-7B00-4EDA-805E-0BA470DD3A9F}" dt="2025-10-23T13:50:21.168" v="38" actId="47"/>
        <pc:sldMkLst>
          <pc:docMk/>
          <pc:sldMk cId="1173973466" sldId="281"/>
        </pc:sldMkLst>
      </pc:sldChg>
      <pc:sldChg chg="del">
        <pc:chgData name="Tomáš Bratina" userId="2033f5136aa55253" providerId="LiveId" clId="{8ECA8620-7B00-4EDA-805E-0BA470DD3A9F}" dt="2025-10-23T13:50:21.327" v="39" actId="47"/>
        <pc:sldMkLst>
          <pc:docMk/>
          <pc:sldMk cId="3248503092" sldId="282"/>
        </pc:sldMkLst>
      </pc:sldChg>
      <pc:sldChg chg="del">
        <pc:chgData name="Tomáš Bratina" userId="2033f5136aa55253" providerId="LiveId" clId="{8ECA8620-7B00-4EDA-805E-0BA470DD3A9F}" dt="2025-10-23T13:50:21.502" v="40" actId="47"/>
        <pc:sldMkLst>
          <pc:docMk/>
          <pc:sldMk cId="119319949" sldId="283"/>
        </pc:sldMkLst>
      </pc:sldChg>
      <pc:sldChg chg="del">
        <pc:chgData name="Tomáš Bratina" userId="2033f5136aa55253" providerId="LiveId" clId="{8ECA8620-7B00-4EDA-805E-0BA470DD3A9F}" dt="2025-10-23T13:50:21.653" v="41" actId="47"/>
        <pc:sldMkLst>
          <pc:docMk/>
          <pc:sldMk cId="4001003390" sldId="284"/>
        </pc:sldMkLst>
      </pc:sldChg>
      <pc:sldChg chg="del">
        <pc:chgData name="Tomáš Bratina" userId="2033f5136aa55253" providerId="LiveId" clId="{8ECA8620-7B00-4EDA-805E-0BA470DD3A9F}" dt="2025-10-23T13:50:21.774" v="42" actId="47"/>
        <pc:sldMkLst>
          <pc:docMk/>
          <pc:sldMk cId="4137343835" sldId="285"/>
        </pc:sldMkLst>
      </pc:sldChg>
      <pc:sldChg chg="del">
        <pc:chgData name="Tomáš Bratina" userId="2033f5136aa55253" providerId="LiveId" clId="{8ECA8620-7B00-4EDA-805E-0BA470DD3A9F}" dt="2025-10-23T13:50:21.949" v="43" actId="47"/>
        <pc:sldMkLst>
          <pc:docMk/>
          <pc:sldMk cId="2156761094" sldId="286"/>
        </pc:sldMkLst>
      </pc:sldChg>
      <pc:sldChg chg="del">
        <pc:chgData name="Tomáš Bratina" userId="2033f5136aa55253" providerId="LiveId" clId="{8ECA8620-7B00-4EDA-805E-0BA470DD3A9F}" dt="2025-10-23T13:50:22.126" v="44" actId="47"/>
        <pc:sldMkLst>
          <pc:docMk/>
          <pc:sldMk cId="3022190556" sldId="287"/>
        </pc:sldMkLst>
      </pc:sldChg>
      <pc:sldChg chg="del">
        <pc:chgData name="Tomáš Bratina" userId="2033f5136aa55253" providerId="LiveId" clId="{8ECA8620-7B00-4EDA-805E-0BA470DD3A9F}" dt="2025-10-23T13:50:22.371" v="45" actId="47"/>
        <pc:sldMkLst>
          <pc:docMk/>
          <pc:sldMk cId="37356041" sldId="288"/>
        </pc:sldMkLst>
      </pc:sldChg>
      <pc:sldChg chg="del">
        <pc:chgData name="Tomáš Bratina" userId="2033f5136aa55253" providerId="LiveId" clId="{8ECA8620-7B00-4EDA-805E-0BA470DD3A9F}" dt="2025-10-23T13:50:22.526" v="46" actId="47"/>
        <pc:sldMkLst>
          <pc:docMk/>
          <pc:sldMk cId="262459167" sldId="289"/>
        </pc:sldMkLst>
      </pc:sldChg>
      <pc:sldChg chg="del">
        <pc:chgData name="Tomáš Bratina" userId="2033f5136aa55253" providerId="LiveId" clId="{8ECA8620-7B00-4EDA-805E-0BA470DD3A9F}" dt="2025-10-23T13:50:22.687" v="47" actId="47"/>
        <pc:sldMkLst>
          <pc:docMk/>
          <pc:sldMk cId="1865820983" sldId="290"/>
        </pc:sldMkLst>
      </pc:sldChg>
      <pc:sldChg chg="del">
        <pc:chgData name="Tomáš Bratina" userId="2033f5136aa55253" providerId="LiveId" clId="{8ECA8620-7B00-4EDA-805E-0BA470DD3A9F}" dt="2025-10-23T13:50:22.839" v="48" actId="47"/>
        <pc:sldMkLst>
          <pc:docMk/>
          <pc:sldMk cId="641223919" sldId="291"/>
        </pc:sldMkLst>
      </pc:sldChg>
      <pc:sldChg chg="del">
        <pc:chgData name="Tomáš Bratina" userId="2033f5136aa55253" providerId="LiveId" clId="{8ECA8620-7B00-4EDA-805E-0BA470DD3A9F}" dt="2025-10-23T13:50:22.987" v="49" actId="47"/>
        <pc:sldMkLst>
          <pc:docMk/>
          <pc:sldMk cId="1039305457" sldId="292"/>
        </pc:sldMkLst>
      </pc:sldChg>
      <pc:sldChg chg="del">
        <pc:chgData name="Tomáš Bratina" userId="2033f5136aa55253" providerId="LiveId" clId="{8ECA8620-7B00-4EDA-805E-0BA470DD3A9F}" dt="2025-10-23T13:50:23.275" v="50" actId="47"/>
        <pc:sldMkLst>
          <pc:docMk/>
          <pc:sldMk cId="1576640878" sldId="293"/>
        </pc:sldMkLst>
      </pc:sldChg>
      <pc:sldChg chg="del">
        <pc:chgData name="Tomáš Bratina" userId="2033f5136aa55253" providerId="LiveId" clId="{8ECA8620-7B00-4EDA-805E-0BA470DD3A9F}" dt="2025-10-23T13:50:23.484" v="51" actId="47"/>
        <pc:sldMkLst>
          <pc:docMk/>
          <pc:sldMk cId="980165706" sldId="294"/>
        </pc:sldMkLst>
      </pc:sldChg>
      <pc:sldChg chg="del">
        <pc:chgData name="Tomáš Bratina" userId="2033f5136aa55253" providerId="LiveId" clId="{8ECA8620-7B00-4EDA-805E-0BA470DD3A9F}" dt="2025-10-23T13:50:23.626" v="52" actId="47"/>
        <pc:sldMkLst>
          <pc:docMk/>
          <pc:sldMk cId="2763836923" sldId="295"/>
        </pc:sldMkLst>
      </pc:sldChg>
      <pc:sldChg chg="del">
        <pc:chgData name="Tomáš Bratina" userId="2033f5136aa55253" providerId="LiveId" clId="{8ECA8620-7B00-4EDA-805E-0BA470DD3A9F}" dt="2025-10-23T13:50:23.865" v="53" actId="47"/>
        <pc:sldMkLst>
          <pc:docMk/>
          <pc:sldMk cId="1207278501" sldId="296"/>
        </pc:sldMkLst>
      </pc:sldChg>
      <pc:sldChg chg="del">
        <pc:chgData name="Tomáš Bratina" userId="2033f5136aa55253" providerId="LiveId" clId="{8ECA8620-7B00-4EDA-805E-0BA470DD3A9F}" dt="2025-10-23T13:50:24.024" v="54" actId="47"/>
        <pc:sldMkLst>
          <pc:docMk/>
          <pc:sldMk cId="1918229840" sldId="297"/>
        </pc:sldMkLst>
      </pc:sldChg>
      <pc:sldChg chg="del">
        <pc:chgData name="Tomáš Bratina" userId="2033f5136aa55253" providerId="LiveId" clId="{8ECA8620-7B00-4EDA-805E-0BA470DD3A9F}" dt="2025-10-23T13:50:24.214" v="55" actId="47"/>
        <pc:sldMkLst>
          <pc:docMk/>
          <pc:sldMk cId="2131922575" sldId="298"/>
        </pc:sldMkLst>
      </pc:sldChg>
      <pc:sldChg chg="del">
        <pc:chgData name="Tomáš Bratina" userId="2033f5136aa55253" providerId="LiveId" clId="{8ECA8620-7B00-4EDA-805E-0BA470DD3A9F}" dt="2025-10-23T13:50:24.365" v="56" actId="47"/>
        <pc:sldMkLst>
          <pc:docMk/>
          <pc:sldMk cId="3439026817" sldId="299"/>
        </pc:sldMkLst>
      </pc:sldChg>
      <pc:sldChg chg="del">
        <pc:chgData name="Tomáš Bratina" userId="2033f5136aa55253" providerId="LiveId" clId="{8ECA8620-7B00-4EDA-805E-0BA470DD3A9F}" dt="2025-10-23T13:50:24.505" v="57" actId="47"/>
        <pc:sldMkLst>
          <pc:docMk/>
          <pc:sldMk cId="1123531829" sldId="300"/>
        </pc:sldMkLst>
      </pc:sldChg>
      <pc:sldChg chg="del">
        <pc:chgData name="Tomáš Bratina" userId="2033f5136aa55253" providerId="LiveId" clId="{8ECA8620-7B00-4EDA-805E-0BA470DD3A9F}" dt="2025-10-23T13:50:24.710" v="58" actId="47"/>
        <pc:sldMkLst>
          <pc:docMk/>
          <pc:sldMk cId="2084194006" sldId="301"/>
        </pc:sldMkLst>
      </pc:sldChg>
      <pc:sldChg chg="del">
        <pc:chgData name="Tomáš Bratina" userId="2033f5136aa55253" providerId="LiveId" clId="{8ECA8620-7B00-4EDA-805E-0BA470DD3A9F}" dt="2025-10-23T13:50:24.916" v="59" actId="47"/>
        <pc:sldMkLst>
          <pc:docMk/>
          <pc:sldMk cId="1559747277" sldId="302"/>
        </pc:sldMkLst>
      </pc:sldChg>
      <pc:sldChg chg="del">
        <pc:chgData name="Tomáš Bratina" userId="2033f5136aa55253" providerId="LiveId" clId="{8ECA8620-7B00-4EDA-805E-0BA470DD3A9F}" dt="2025-10-23T13:50:25.076" v="60" actId="47"/>
        <pc:sldMkLst>
          <pc:docMk/>
          <pc:sldMk cId="4140856097" sldId="303"/>
        </pc:sldMkLst>
      </pc:sldChg>
      <pc:sldChg chg="del">
        <pc:chgData name="Tomáš Bratina" userId="2033f5136aa55253" providerId="LiveId" clId="{8ECA8620-7B00-4EDA-805E-0BA470DD3A9F}" dt="2025-10-23T13:50:25.283" v="61" actId="47"/>
        <pc:sldMkLst>
          <pc:docMk/>
          <pc:sldMk cId="1530066730" sldId="304"/>
        </pc:sldMkLst>
      </pc:sldChg>
      <pc:sldChg chg="del">
        <pc:chgData name="Tomáš Bratina" userId="2033f5136aa55253" providerId="LiveId" clId="{8ECA8620-7B00-4EDA-805E-0BA470DD3A9F}" dt="2025-10-23T13:50:25.425" v="62" actId="47"/>
        <pc:sldMkLst>
          <pc:docMk/>
          <pc:sldMk cId="74531117" sldId="305"/>
        </pc:sldMkLst>
      </pc:sldChg>
      <pc:sldChg chg="del">
        <pc:chgData name="Tomáš Bratina" userId="2033f5136aa55253" providerId="LiveId" clId="{8ECA8620-7B00-4EDA-805E-0BA470DD3A9F}" dt="2025-10-23T13:50:25.584" v="63" actId="47"/>
        <pc:sldMkLst>
          <pc:docMk/>
          <pc:sldMk cId="1241228468" sldId="306"/>
        </pc:sldMkLst>
      </pc:sldChg>
      <pc:sldChg chg="del">
        <pc:chgData name="Tomáš Bratina" userId="2033f5136aa55253" providerId="LiveId" clId="{8ECA8620-7B00-4EDA-805E-0BA470DD3A9F}" dt="2025-10-23T13:50:25.793" v="64" actId="47"/>
        <pc:sldMkLst>
          <pc:docMk/>
          <pc:sldMk cId="4125648442" sldId="307"/>
        </pc:sldMkLst>
      </pc:sldChg>
      <pc:sldChg chg="del">
        <pc:chgData name="Tomáš Bratina" userId="2033f5136aa55253" providerId="LiveId" clId="{8ECA8620-7B00-4EDA-805E-0BA470DD3A9F}" dt="2025-10-23T13:50:25.968" v="65" actId="47"/>
        <pc:sldMkLst>
          <pc:docMk/>
          <pc:sldMk cId="3063922552" sldId="308"/>
        </pc:sldMkLst>
      </pc:sldChg>
      <pc:sldChg chg="del">
        <pc:chgData name="Tomáš Bratina" userId="2033f5136aa55253" providerId="LiveId" clId="{8ECA8620-7B00-4EDA-805E-0BA470DD3A9F}" dt="2025-10-23T13:50:26.118" v="66" actId="47"/>
        <pc:sldMkLst>
          <pc:docMk/>
          <pc:sldMk cId="4107269266" sldId="309"/>
        </pc:sldMkLst>
      </pc:sldChg>
      <pc:sldChg chg="add del">
        <pc:chgData name="Tomáš Bratina" userId="2033f5136aa55253" providerId="LiveId" clId="{8ECA8620-7B00-4EDA-805E-0BA470DD3A9F}" dt="2025-10-23T13:49:59.601" v="15" actId="47"/>
        <pc:sldMkLst>
          <pc:docMk/>
          <pc:sldMk cId="2762747488" sldId="316"/>
        </pc:sldMkLst>
      </pc:sldChg>
      <pc:sldChg chg="add del">
        <pc:chgData name="Tomáš Bratina" userId="2033f5136aa55253" providerId="LiveId" clId="{8ECA8620-7B00-4EDA-805E-0BA470DD3A9F}" dt="2025-10-23T13:49:59.745" v="16" actId="47"/>
        <pc:sldMkLst>
          <pc:docMk/>
          <pc:sldMk cId="2897539513" sldId="322"/>
        </pc:sldMkLst>
      </pc:sldChg>
      <pc:sldChg chg="add del">
        <pc:chgData name="Tomáš Bratina" userId="2033f5136aa55253" providerId="LiveId" clId="{8ECA8620-7B00-4EDA-805E-0BA470DD3A9F}" dt="2025-10-23T13:50:08.496" v="34" actId="47"/>
        <pc:sldMkLst>
          <pc:docMk/>
          <pc:sldMk cId="2572412310" sldId="323"/>
        </pc:sldMkLst>
      </pc:sldChg>
      <pc:sldChg chg="del">
        <pc:chgData name="Tomáš Bratina" userId="2033f5136aa55253" providerId="LiveId" clId="{8ECA8620-7B00-4EDA-805E-0BA470DD3A9F}" dt="2025-10-23T13:50:08.097" v="33" actId="47"/>
        <pc:sldMkLst>
          <pc:docMk/>
          <pc:sldMk cId="2671048439" sldId="324"/>
        </pc:sldMkLst>
      </pc:sldChg>
      <pc:sldChg chg="del">
        <pc:chgData name="Tomáš Bratina" userId="2033f5136aa55253" providerId="LiveId" clId="{8ECA8620-7B00-4EDA-805E-0BA470DD3A9F}" dt="2025-10-23T13:50:07.814" v="32" actId="47"/>
        <pc:sldMkLst>
          <pc:docMk/>
          <pc:sldMk cId="1818018101" sldId="325"/>
        </pc:sldMkLst>
      </pc:sldChg>
      <pc:sldChg chg="del">
        <pc:chgData name="Tomáš Bratina" userId="2033f5136aa55253" providerId="LiveId" clId="{8ECA8620-7B00-4EDA-805E-0BA470DD3A9F}" dt="2025-10-23T13:50:07.651" v="31" actId="47"/>
        <pc:sldMkLst>
          <pc:docMk/>
          <pc:sldMk cId="2345862913" sldId="326"/>
        </pc:sldMkLst>
      </pc:sldChg>
      <pc:sldChg chg="del">
        <pc:chgData name="Tomáš Bratina" userId="2033f5136aa55253" providerId="LiveId" clId="{8ECA8620-7B00-4EDA-805E-0BA470DD3A9F}" dt="2025-10-23T13:50:07.461" v="30" actId="47"/>
        <pc:sldMkLst>
          <pc:docMk/>
          <pc:sldMk cId="565767021" sldId="327"/>
        </pc:sldMkLst>
      </pc:sldChg>
      <pc:sldChg chg="del">
        <pc:chgData name="Tomáš Bratina" userId="2033f5136aa55253" providerId="LiveId" clId="{8ECA8620-7B00-4EDA-805E-0BA470DD3A9F}" dt="2025-10-23T13:50:07.240" v="29" actId="47"/>
        <pc:sldMkLst>
          <pc:docMk/>
          <pc:sldMk cId="2612398877" sldId="328"/>
        </pc:sldMkLst>
      </pc:sldChg>
      <pc:sldChg chg="del">
        <pc:chgData name="Tomáš Bratina" userId="2033f5136aa55253" providerId="LiveId" clId="{8ECA8620-7B00-4EDA-805E-0BA470DD3A9F}" dt="2025-10-23T13:50:06.873" v="28" actId="47"/>
        <pc:sldMkLst>
          <pc:docMk/>
          <pc:sldMk cId="2845580606" sldId="329"/>
        </pc:sldMkLst>
      </pc:sldChg>
      <pc:sldChg chg="del">
        <pc:chgData name="Tomáš Bratina" userId="2033f5136aa55253" providerId="LiveId" clId="{8ECA8620-7B00-4EDA-805E-0BA470DD3A9F}" dt="2025-10-23T13:50:06.739" v="27" actId="47"/>
        <pc:sldMkLst>
          <pc:docMk/>
          <pc:sldMk cId="1272052758" sldId="330"/>
        </pc:sldMkLst>
      </pc:sldChg>
      <pc:sldChg chg="del">
        <pc:chgData name="Tomáš Bratina" userId="2033f5136aa55253" providerId="LiveId" clId="{8ECA8620-7B00-4EDA-805E-0BA470DD3A9F}" dt="2025-10-23T13:50:06.537" v="26" actId="47"/>
        <pc:sldMkLst>
          <pc:docMk/>
          <pc:sldMk cId="1828172064" sldId="331"/>
        </pc:sldMkLst>
      </pc:sldChg>
      <pc:sldChg chg="del">
        <pc:chgData name="Tomáš Bratina" userId="2033f5136aa55253" providerId="LiveId" clId="{8ECA8620-7B00-4EDA-805E-0BA470DD3A9F}" dt="2025-10-23T13:50:05.794" v="25" actId="47"/>
        <pc:sldMkLst>
          <pc:docMk/>
          <pc:sldMk cId="1402252120" sldId="332"/>
        </pc:sldMkLst>
      </pc:sldChg>
      <pc:sldChg chg="del">
        <pc:chgData name="Tomáš Bratina" userId="2033f5136aa55253" providerId="LiveId" clId="{8ECA8620-7B00-4EDA-805E-0BA470DD3A9F}" dt="2025-10-23T13:50:05.593" v="24" actId="47"/>
        <pc:sldMkLst>
          <pc:docMk/>
          <pc:sldMk cId="3812138106" sldId="333"/>
        </pc:sldMkLst>
      </pc:sldChg>
      <pc:sldChg chg="del">
        <pc:chgData name="Tomáš Bratina" userId="2033f5136aa55253" providerId="LiveId" clId="{8ECA8620-7B00-4EDA-805E-0BA470DD3A9F}" dt="2025-10-23T13:50:05.444" v="23" actId="47"/>
        <pc:sldMkLst>
          <pc:docMk/>
          <pc:sldMk cId="1869432484" sldId="334"/>
        </pc:sldMkLst>
      </pc:sldChg>
      <pc:sldChg chg="del">
        <pc:chgData name="Tomáš Bratina" userId="2033f5136aa55253" providerId="LiveId" clId="{8ECA8620-7B00-4EDA-805E-0BA470DD3A9F}" dt="2025-10-23T13:50:05.253" v="22" actId="47"/>
        <pc:sldMkLst>
          <pc:docMk/>
          <pc:sldMk cId="740502682" sldId="335"/>
        </pc:sldMkLst>
      </pc:sldChg>
      <pc:sldChg chg="del">
        <pc:chgData name="Tomáš Bratina" userId="2033f5136aa55253" providerId="LiveId" clId="{8ECA8620-7B00-4EDA-805E-0BA470DD3A9F}" dt="2025-10-23T13:50:05.093" v="21" actId="47"/>
        <pc:sldMkLst>
          <pc:docMk/>
          <pc:sldMk cId="1840673163" sldId="336"/>
        </pc:sldMkLst>
      </pc:sldChg>
      <pc:sldChg chg="del">
        <pc:chgData name="Tomáš Bratina" userId="2033f5136aa55253" providerId="LiveId" clId="{8ECA8620-7B00-4EDA-805E-0BA470DD3A9F}" dt="2025-10-23T13:50:04.919" v="20" actId="47"/>
        <pc:sldMkLst>
          <pc:docMk/>
          <pc:sldMk cId="2140016710" sldId="337"/>
        </pc:sldMkLst>
      </pc:sldChg>
      <pc:sldChg chg="del">
        <pc:chgData name="Tomáš Bratina" userId="2033f5136aa55253" providerId="LiveId" clId="{8ECA8620-7B00-4EDA-805E-0BA470DD3A9F}" dt="2025-10-23T13:50:04.744" v="19" actId="47"/>
        <pc:sldMkLst>
          <pc:docMk/>
          <pc:sldMk cId="1779580074" sldId="338"/>
        </pc:sldMkLst>
      </pc:sldChg>
      <pc:sldChg chg="del">
        <pc:chgData name="Tomáš Bratina" userId="2033f5136aa55253" providerId="LiveId" clId="{8ECA8620-7B00-4EDA-805E-0BA470DD3A9F}" dt="2025-10-23T13:50:04.414" v="18" actId="47"/>
        <pc:sldMkLst>
          <pc:docMk/>
          <pc:sldMk cId="2707182013" sldId="339"/>
        </pc:sldMkLst>
      </pc:sldChg>
      <pc:sldChg chg="add del">
        <pc:chgData name="Tomáš Bratina" userId="2033f5136aa55253" providerId="LiveId" clId="{8ECA8620-7B00-4EDA-805E-0BA470DD3A9F}" dt="2025-10-23T13:49:59.395" v="14" actId="47"/>
        <pc:sldMkLst>
          <pc:docMk/>
          <pc:sldMk cId="906013680" sldId="340"/>
        </pc:sldMkLst>
      </pc:sldChg>
      <pc:sldChg chg="add del">
        <pc:chgData name="Tomáš Bratina" userId="2033f5136aa55253" providerId="LiveId" clId="{8ECA8620-7B00-4EDA-805E-0BA470DD3A9F}" dt="2025-10-23T13:49:59.221" v="13" actId="47"/>
        <pc:sldMkLst>
          <pc:docMk/>
          <pc:sldMk cId="1760423415" sldId="341"/>
        </pc:sldMkLst>
      </pc:sldChg>
      <pc:sldChg chg="add del">
        <pc:chgData name="Tomáš Bratina" userId="2033f5136aa55253" providerId="LiveId" clId="{8ECA8620-7B00-4EDA-805E-0BA470DD3A9F}" dt="2025-10-23T13:49:58.595" v="12" actId="47"/>
        <pc:sldMkLst>
          <pc:docMk/>
          <pc:sldMk cId="3409104310" sldId="342"/>
        </pc:sldMkLst>
      </pc:sldChg>
      <pc:sldChg chg="add del">
        <pc:chgData name="Tomáš Bratina" userId="2033f5136aa55253" providerId="LiveId" clId="{8ECA8620-7B00-4EDA-805E-0BA470DD3A9F}" dt="2025-10-23T13:49:58.417" v="11" actId="47"/>
        <pc:sldMkLst>
          <pc:docMk/>
          <pc:sldMk cId="1477396948" sldId="343"/>
        </pc:sldMkLst>
      </pc:sldChg>
      <pc:sldChg chg="add del">
        <pc:chgData name="Tomáš Bratina" userId="2033f5136aa55253" providerId="LiveId" clId="{8ECA8620-7B00-4EDA-805E-0BA470DD3A9F}" dt="2025-10-23T13:49:58.255" v="10" actId="47"/>
        <pc:sldMkLst>
          <pc:docMk/>
          <pc:sldMk cId="3864184445" sldId="344"/>
        </pc:sldMkLst>
      </pc:sldChg>
      <pc:sldChg chg="add del">
        <pc:chgData name="Tomáš Bratina" userId="2033f5136aa55253" providerId="LiveId" clId="{8ECA8620-7B00-4EDA-805E-0BA470DD3A9F}" dt="2025-10-23T13:49:58.096" v="9" actId="47"/>
        <pc:sldMkLst>
          <pc:docMk/>
          <pc:sldMk cId="810974805" sldId="345"/>
        </pc:sldMkLst>
      </pc:sldChg>
      <pc:sldChg chg="del">
        <pc:chgData name="Tomáš Bratina" userId="2033f5136aa55253" providerId="LiveId" clId="{8ECA8620-7B00-4EDA-805E-0BA470DD3A9F}" dt="2025-10-23T13:50:26.361" v="67" actId="47"/>
        <pc:sldMkLst>
          <pc:docMk/>
          <pc:sldMk cId="2366321046" sldId="35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ED412F-DFD5-4C11-974D-DD5C54A1D3F3}" type="doc">
      <dgm:prSet loTypeId="urn:microsoft.com/office/officeart/2005/8/layout/cycle6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sk-SK"/>
        </a:p>
      </dgm:t>
    </dgm:pt>
    <dgm:pt modelId="{4197D83F-4B75-40AE-8932-EF715A433A1D}">
      <dgm:prSet phldrT="[Text]"/>
      <dgm:spPr/>
      <dgm:t>
        <a:bodyPr/>
        <a:lstStyle/>
        <a:p>
          <a:r>
            <a:rPr lang="nb-NO" dirty="0"/>
            <a:t>burde</a:t>
          </a:r>
          <a:endParaRPr lang="sk-SK" dirty="0"/>
        </a:p>
      </dgm:t>
    </dgm:pt>
    <dgm:pt modelId="{80CD8D83-CD2A-442B-9256-6843D363F3DE}" type="parTrans" cxnId="{D3A0D3E8-1728-4C4C-BEB6-E12E7BD28051}">
      <dgm:prSet/>
      <dgm:spPr/>
      <dgm:t>
        <a:bodyPr/>
        <a:lstStyle/>
        <a:p>
          <a:endParaRPr lang="sk-SK"/>
        </a:p>
      </dgm:t>
    </dgm:pt>
    <dgm:pt modelId="{87E95968-82C2-4232-88C9-5523D5F3FCB0}" type="sibTrans" cxnId="{D3A0D3E8-1728-4C4C-BEB6-E12E7BD28051}">
      <dgm:prSet/>
      <dgm:spPr/>
      <dgm:t>
        <a:bodyPr/>
        <a:lstStyle/>
        <a:p>
          <a:endParaRPr lang="sk-SK"/>
        </a:p>
      </dgm:t>
    </dgm:pt>
    <dgm:pt modelId="{8F547538-3A57-4628-82A7-18D07A3C2F5B}">
      <dgm:prSet phldrT="[Text]"/>
      <dgm:spPr/>
      <dgm:t>
        <a:bodyPr/>
        <a:lstStyle/>
        <a:p>
          <a:r>
            <a:rPr lang="nb-NO" dirty="0"/>
            <a:t>kunne</a:t>
          </a:r>
          <a:endParaRPr lang="sk-SK" dirty="0"/>
        </a:p>
      </dgm:t>
    </dgm:pt>
    <dgm:pt modelId="{9D3F90B1-64E9-4E10-A27A-09A16BB65585}" type="parTrans" cxnId="{FD5ECF6C-07B5-4DA8-AFA9-2BBA3A0A12AE}">
      <dgm:prSet/>
      <dgm:spPr/>
      <dgm:t>
        <a:bodyPr/>
        <a:lstStyle/>
        <a:p>
          <a:endParaRPr lang="sk-SK"/>
        </a:p>
      </dgm:t>
    </dgm:pt>
    <dgm:pt modelId="{D6472100-7CCF-41D9-B92A-A4702B6D1DF6}" type="sibTrans" cxnId="{FD5ECF6C-07B5-4DA8-AFA9-2BBA3A0A12AE}">
      <dgm:prSet/>
      <dgm:spPr/>
      <dgm:t>
        <a:bodyPr/>
        <a:lstStyle/>
        <a:p>
          <a:endParaRPr lang="sk-SK"/>
        </a:p>
      </dgm:t>
    </dgm:pt>
    <dgm:pt modelId="{08B7C708-6107-478F-B99F-234DD750A1E8}">
      <dgm:prSet phldrT="[Text]"/>
      <dgm:spPr/>
      <dgm:t>
        <a:bodyPr/>
        <a:lstStyle/>
        <a:p>
          <a:r>
            <a:rPr lang="nb-NO" dirty="0"/>
            <a:t>måtte</a:t>
          </a:r>
          <a:endParaRPr lang="sk-SK" dirty="0"/>
        </a:p>
      </dgm:t>
    </dgm:pt>
    <dgm:pt modelId="{CA9C535E-0D8A-4C13-AA33-82E6948237A4}" type="parTrans" cxnId="{C7E36410-70F7-4A16-AFFC-05DEA7167A32}">
      <dgm:prSet/>
      <dgm:spPr/>
      <dgm:t>
        <a:bodyPr/>
        <a:lstStyle/>
        <a:p>
          <a:endParaRPr lang="sk-SK"/>
        </a:p>
      </dgm:t>
    </dgm:pt>
    <dgm:pt modelId="{0F8C37D8-68BD-4DC2-BEC8-DBFAB3637AF2}" type="sibTrans" cxnId="{C7E36410-70F7-4A16-AFFC-05DEA7167A32}">
      <dgm:prSet/>
      <dgm:spPr/>
      <dgm:t>
        <a:bodyPr/>
        <a:lstStyle/>
        <a:p>
          <a:endParaRPr lang="sk-SK"/>
        </a:p>
      </dgm:t>
    </dgm:pt>
    <dgm:pt modelId="{E6E11C41-971A-46E2-9DEB-ADA0A90989B4}">
      <dgm:prSet phldrT="[Text]"/>
      <dgm:spPr/>
      <dgm:t>
        <a:bodyPr/>
        <a:lstStyle/>
        <a:p>
          <a:r>
            <a:rPr lang="nb-NO" dirty="0"/>
            <a:t>skulle</a:t>
          </a:r>
          <a:endParaRPr lang="sk-SK" dirty="0"/>
        </a:p>
      </dgm:t>
    </dgm:pt>
    <dgm:pt modelId="{5E2F97C6-D217-4549-89EF-DBC354314467}" type="parTrans" cxnId="{A9052AE5-F776-4439-A685-F8D3630B07BB}">
      <dgm:prSet/>
      <dgm:spPr/>
      <dgm:t>
        <a:bodyPr/>
        <a:lstStyle/>
        <a:p>
          <a:endParaRPr lang="sk-SK"/>
        </a:p>
      </dgm:t>
    </dgm:pt>
    <dgm:pt modelId="{73724B8B-79D7-4C74-8D24-F85FA9D412B9}" type="sibTrans" cxnId="{A9052AE5-F776-4439-A685-F8D3630B07BB}">
      <dgm:prSet/>
      <dgm:spPr/>
      <dgm:t>
        <a:bodyPr/>
        <a:lstStyle/>
        <a:p>
          <a:endParaRPr lang="sk-SK"/>
        </a:p>
      </dgm:t>
    </dgm:pt>
    <dgm:pt modelId="{C480B166-A0EC-4AA7-8B19-385372A7AF1C}">
      <dgm:prSet phldrT="[Text]"/>
      <dgm:spPr/>
      <dgm:t>
        <a:bodyPr/>
        <a:lstStyle/>
        <a:p>
          <a:r>
            <a:rPr lang="nb-NO" dirty="0"/>
            <a:t>ville</a:t>
          </a:r>
          <a:endParaRPr lang="sk-SK" dirty="0"/>
        </a:p>
      </dgm:t>
    </dgm:pt>
    <dgm:pt modelId="{0BBA22E5-F46F-4C0B-AF08-BB0179D55EBC}" type="parTrans" cxnId="{A04AFA72-F106-4023-B743-53C9A0D29F82}">
      <dgm:prSet/>
      <dgm:spPr/>
      <dgm:t>
        <a:bodyPr/>
        <a:lstStyle/>
        <a:p>
          <a:endParaRPr lang="sk-SK"/>
        </a:p>
      </dgm:t>
    </dgm:pt>
    <dgm:pt modelId="{E13E7D19-28FC-4861-B55D-CBF96B001D1A}" type="sibTrans" cxnId="{A04AFA72-F106-4023-B743-53C9A0D29F82}">
      <dgm:prSet/>
      <dgm:spPr/>
      <dgm:t>
        <a:bodyPr/>
        <a:lstStyle/>
        <a:p>
          <a:endParaRPr lang="sk-SK"/>
        </a:p>
      </dgm:t>
    </dgm:pt>
    <dgm:pt modelId="{3B4FD96D-B923-41C0-8711-7402EE708385}">
      <dgm:prSet/>
      <dgm:spPr/>
      <dgm:t>
        <a:bodyPr/>
        <a:lstStyle/>
        <a:p>
          <a:r>
            <a:rPr lang="nb-NO" dirty="0"/>
            <a:t>få</a:t>
          </a:r>
          <a:endParaRPr lang="sk-SK" dirty="0"/>
        </a:p>
      </dgm:t>
    </dgm:pt>
    <dgm:pt modelId="{A0D84717-0276-46FB-906E-C8577DA2D808}" type="parTrans" cxnId="{A5299261-3CD5-48BE-AA16-E74BFE1F36DF}">
      <dgm:prSet/>
      <dgm:spPr/>
      <dgm:t>
        <a:bodyPr/>
        <a:lstStyle/>
        <a:p>
          <a:endParaRPr lang="sk-SK"/>
        </a:p>
      </dgm:t>
    </dgm:pt>
    <dgm:pt modelId="{22CE67CF-44C2-46BC-ADA4-D09CCCC66A15}" type="sibTrans" cxnId="{A5299261-3CD5-48BE-AA16-E74BFE1F36DF}">
      <dgm:prSet/>
      <dgm:spPr/>
      <dgm:t>
        <a:bodyPr/>
        <a:lstStyle/>
        <a:p>
          <a:endParaRPr lang="sk-SK"/>
        </a:p>
      </dgm:t>
    </dgm:pt>
    <dgm:pt modelId="{3F5A4580-FAA4-48B4-8134-5D9C0B28266D}" type="pres">
      <dgm:prSet presAssocID="{62ED412F-DFD5-4C11-974D-DD5C54A1D3F3}" presName="cycle" presStyleCnt="0">
        <dgm:presLayoutVars>
          <dgm:dir/>
          <dgm:resizeHandles val="exact"/>
        </dgm:presLayoutVars>
      </dgm:prSet>
      <dgm:spPr/>
    </dgm:pt>
    <dgm:pt modelId="{B73640F1-168C-4585-B350-59F29CBF9052}" type="pres">
      <dgm:prSet presAssocID="{4197D83F-4B75-40AE-8932-EF715A433A1D}" presName="node" presStyleLbl="node1" presStyleIdx="0" presStyleCnt="6">
        <dgm:presLayoutVars>
          <dgm:bulletEnabled val="1"/>
        </dgm:presLayoutVars>
      </dgm:prSet>
      <dgm:spPr/>
    </dgm:pt>
    <dgm:pt modelId="{2DFEE6CD-F7C9-4A33-866B-9FEF832E8AAE}" type="pres">
      <dgm:prSet presAssocID="{4197D83F-4B75-40AE-8932-EF715A433A1D}" presName="spNode" presStyleCnt="0"/>
      <dgm:spPr/>
    </dgm:pt>
    <dgm:pt modelId="{C1C672CA-8ED3-44F2-BF39-EF7773B5D95E}" type="pres">
      <dgm:prSet presAssocID="{87E95968-82C2-4232-88C9-5523D5F3FCB0}" presName="sibTrans" presStyleLbl="sibTrans1D1" presStyleIdx="0" presStyleCnt="6"/>
      <dgm:spPr/>
    </dgm:pt>
    <dgm:pt modelId="{87EBE194-A5A4-45B9-9D42-21FC097973E8}" type="pres">
      <dgm:prSet presAssocID="{3B4FD96D-B923-41C0-8711-7402EE708385}" presName="node" presStyleLbl="node1" presStyleIdx="1" presStyleCnt="6">
        <dgm:presLayoutVars>
          <dgm:bulletEnabled val="1"/>
        </dgm:presLayoutVars>
      </dgm:prSet>
      <dgm:spPr/>
    </dgm:pt>
    <dgm:pt modelId="{1CC2F023-8685-4187-8D86-08F0443CB970}" type="pres">
      <dgm:prSet presAssocID="{3B4FD96D-B923-41C0-8711-7402EE708385}" presName="spNode" presStyleCnt="0"/>
      <dgm:spPr/>
    </dgm:pt>
    <dgm:pt modelId="{D0918C3B-74A3-4F70-AB54-C186F68708B7}" type="pres">
      <dgm:prSet presAssocID="{22CE67CF-44C2-46BC-ADA4-D09CCCC66A15}" presName="sibTrans" presStyleLbl="sibTrans1D1" presStyleIdx="1" presStyleCnt="6"/>
      <dgm:spPr/>
    </dgm:pt>
    <dgm:pt modelId="{DE25EF97-893A-4279-AD9A-CECB3E8DE3C2}" type="pres">
      <dgm:prSet presAssocID="{8F547538-3A57-4628-82A7-18D07A3C2F5B}" presName="node" presStyleLbl="node1" presStyleIdx="2" presStyleCnt="6">
        <dgm:presLayoutVars>
          <dgm:bulletEnabled val="1"/>
        </dgm:presLayoutVars>
      </dgm:prSet>
      <dgm:spPr/>
    </dgm:pt>
    <dgm:pt modelId="{46BF37E7-D230-4B49-B3B5-307F2FE70DE8}" type="pres">
      <dgm:prSet presAssocID="{8F547538-3A57-4628-82A7-18D07A3C2F5B}" presName="spNode" presStyleCnt="0"/>
      <dgm:spPr/>
    </dgm:pt>
    <dgm:pt modelId="{7E821D1D-0C41-4818-A521-ED3F990BDA24}" type="pres">
      <dgm:prSet presAssocID="{D6472100-7CCF-41D9-B92A-A4702B6D1DF6}" presName="sibTrans" presStyleLbl="sibTrans1D1" presStyleIdx="2" presStyleCnt="6"/>
      <dgm:spPr/>
    </dgm:pt>
    <dgm:pt modelId="{D646629E-9F4B-48EA-BA41-5F2E3D588BFD}" type="pres">
      <dgm:prSet presAssocID="{08B7C708-6107-478F-B99F-234DD750A1E8}" presName="node" presStyleLbl="node1" presStyleIdx="3" presStyleCnt="6">
        <dgm:presLayoutVars>
          <dgm:bulletEnabled val="1"/>
        </dgm:presLayoutVars>
      </dgm:prSet>
      <dgm:spPr/>
    </dgm:pt>
    <dgm:pt modelId="{25499F78-BE3E-4586-B973-60ABF8CBFBA5}" type="pres">
      <dgm:prSet presAssocID="{08B7C708-6107-478F-B99F-234DD750A1E8}" presName="spNode" presStyleCnt="0"/>
      <dgm:spPr/>
    </dgm:pt>
    <dgm:pt modelId="{15F7AE49-48A8-47C5-8C7E-3EF7BC9C9CAF}" type="pres">
      <dgm:prSet presAssocID="{0F8C37D8-68BD-4DC2-BEC8-DBFAB3637AF2}" presName="sibTrans" presStyleLbl="sibTrans1D1" presStyleIdx="3" presStyleCnt="6"/>
      <dgm:spPr/>
    </dgm:pt>
    <dgm:pt modelId="{3D8881F8-4E43-493B-9052-C7F043EC5B4C}" type="pres">
      <dgm:prSet presAssocID="{E6E11C41-971A-46E2-9DEB-ADA0A90989B4}" presName="node" presStyleLbl="node1" presStyleIdx="4" presStyleCnt="6">
        <dgm:presLayoutVars>
          <dgm:bulletEnabled val="1"/>
        </dgm:presLayoutVars>
      </dgm:prSet>
      <dgm:spPr/>
    </dgm:pt>
    <dgm:pt modelId="{37D791B7-9F0B-4AA8-AF28-C74E1742D96F}" type="pres">
      <dgm:prSet presAssocID="{E6E11C41-971A-46E2-9DEB-ADA0A90989B4}" presName="spNode" presStyleCnt="0"/>
      <dgm:spPr/>
    </dgm:pt>
    <dgm:pt modelId="{CF6A1860-7044-452D-8D6D-1C790124DDD6}" type="pres">
      <dgm:prSet presAssocID="{73724B8B-79D7-4C74-8D24-F85FA9D412B9}" presName="sibTrans" presStyleLbl="sibTrans1D1" presStyleIdx="4" presStyleCnt="6"/>
      <dgm:spPr/>
    </dgm:pt>
    <dgm:pt modelId="{A5987CFA-718F-4741-8036-97F82ECC4A0F}" type="pres">
      <dgm:prSet presAssocID="{C480B166-A0EC-4AA7-8B19-385372A7AF1C}" presName="node" presStyleLbl="node1" presStyleIdx="5" presStyleCnt="6">
        <dgm:presLayoutVars>
          <dgm:bulletEnabled val="1"/>
        </dgm:presLayoutVars>
      </dgm:prSet>
      <dgm:spPr/>
    </dgm:pt>
    <dgm:pt modelId="{772448E1-514F-41BE-978A-B9569B2AE093}" type="pres">
      <dgm:prSet presAssocID="{C480B166-A0EC-4AA7-8B19-385372A7AF1C}" presName="spNode" presStyleCnt="0"/>
      <dgm:spPr/>
    </dgm:pt>
    <dgm:pt modelId="{F10FF398-E89D-4A56-BE6F-F80DAEB33437}" type="pres">
      <dgm:prSet presAssocID="{E13E7D19-28FC-4861-B55D-CBF96B001D1A}" presName="sibTrans" presStyleLbl="sibTrans1D1" presStyleIdx="5" presStyleCnt="6"/>
      <dgm:spPr/>
    </dgm:pt>
  </dgm:ptLst>
  <dgm:cxnLst>
    <dgm:cxn modelId="{C7E36410-70F7-4A16-AFFC-05DEA7167A32}" srcId="{62ED412F-DFD5-4C11-974D-DD5C54A1D3F3}" destId="{08B7C708-6107-478F-B99F-234DD750A1E8}" srcOrd="3" destOrd="0" parTransId="{CA9C535E-0D8A-4C13-AA33-82E6948237A4}" sibTransId="{0F8C37D8-68BD-4DC2-BEC8-DBFAB3637AF2}"/>
    <dgm:cxn modelId="{A5299261-3CD5-48BE-AA16-E74BFE1F36DF}" srcId="{62ED412F-DFD5-4C11-974D-DD5C54A1D3F3}" destId="{3B4FD96D-B923-41C0-8711-7402EE708385}" srcOrd="1" destOrd="0" parTransId="{A0D84717-0276-46FB-906E-C8577DA2D808}" sibTransId="{22CE67CF-44C2-46BC-ADA4-D09CCCC66A15}"/>
    <dgm:cxn modelId="{82B8AE61-343A-4C3E-AF5D-9B0434207E24}" type="presOf" srcId="{C480B166-A0EC-4AA7-8B19-385372A7AF1C}" destId="{A5987CFA-718F-4741-8036-97F82ECC4A0F}" srcOrd="0" destOrd="0" presId="urn:microsoft.com/office/officeart/2005/8/layout/cycle6"/>
    <dgm:cxn modelId="{0F87E364-8CBA-4E87-8FC5-AE9221F5BE73}" type="presOf" srcId="{E6E11C41-971A-46E2-9DEB-ADA0A90989B4}" destId="{3D8881F8-4E43-493B-9052-C7F043EC5B4C}" srcOrd="0" destOrd="0" presId="urn:microsoft.com/office/officeart/2005/8/layout/cycle6"/>
    <dgm:cxn modelId="{42E30667-59F2-4590-B901-A1985BC0F5DA}" type="presOf" srcId="{8F547538-3A57-4628-82A7-18D07A3C2F5B}" destId="{DE25EF97-893A-4279-AD9A-CECB3E8DE3C2}" srcOrd="0" destOrd="0" presId="urn:microsoft.com/office/officeart/2005/8/layout/cycle6"/>
    <dgm:cxn modelId="{DD5FB04C-3C17-47AC-9199-BF1C617B31A3}" type="presOf" srcId="{4197D83F-4B75-40AE-8932-EF715A433A1D}" destId="{B73640F1-168C-4585-B350-59F29CBF9052}" srcOrd="0" destOrd="0" presId="urn:microsoft.com/office/officeart/2005/8/layout/cycle6"/>
    <dgm:cxn modelId="{FD5ECF6C-07B5-4DA8-AFA9-2BBA3A0A12AE}" srcId="{62ED412F-DFD5-4C11-974D-DD5C54A1D3F3}" destId="{8F547538-3A57-4628-82A7-18D07A3C2F5B}" srcOrd="2" destOrd="0" parTransId="{9D3F90B1-64E9-4E10-A27A-09A16BB65585}" sibTransId="{D6472100-7CCF-41D9-B92A-A4702B6D1DF6}"/>
    <dgm:cxn modelId="{A04AFA72-F106-4023-B743-53C9A0D29F82}" srcId="{62ED412F-DFD5-4C11-974D-DD5C54A1D3F3}" destId="{C480B166-A0EC-4AA7-8B19-385372A7AF1C}" srcOrd="5" destOrd="0" parTransId="{0BBA22E5-F46F-4C0B-AF08-BB0179D55EBC}" sibTransId="{E13E7D19-28FC-4861-B55D-CBF96B001D1A}"/>
    <dgm:cxn modelId="{8FADF67A-8934-47A7-9DC1-AD4FBF93EACD}" type="presOf" srcId="{E13E7D19-28FC-4861-B55D-CBF96B001D1A}" destId="{F10FF398-E89D-4A56-BE6F-F80DAEB33437}" srcOrd="0" destOrd="0" presId="urn:microsoft.com/office/officeart/2005/8/layout/cycle6"/>
    <dgm:cxn modelId="{DAEA4C7E-0E7C-42CD-A1BC-A91267C34A8A}" type="presOf" srcId="{08B7C708-6107-478F-B99F-234DD750A1E8}" destId="{D646629E-9F4B-48EA-BA41-5F2E3D588BFD}" srcOrd="0" destOrd="0" presId="urn:microsoft.com/office/officeart/2005/8/layout/cycle6"/>
    <dgm:cxn modelId="{3537E592-9DCC-4983-A702-94AF921D3873}" type="presOf" srcId="{87E95968-82C2-4232-88C9-5523D5F3FCB0}" destId="{C1C672CA-8ED3-44F2-BF39-EF7773B5D95E}" srcOrd="0" destOrd="0" presId="urn:microsoft.com/office/officeart/2005/8/layout/cycle6"/>
    <dgm:cxn modelId="{2F7F9D9D-A335-444C-B5A9-B39CF7A5AE5E}" type="presOf" srcId="{0F8C37D8-68BD-4DC2-BEC8-DBFAB3637AF2}" destId="{15F7AE49-48A8-47C5-8C7E-3EF7BC9C9CAF}" srcOrd="0" destOrd="0" presId="urn:microsoft.com/office/officeart/2005/8/layout/cycle6"/>
    <dgm:cxn modelId="{4532CFA3-0887-4C1A-981A-2E163E305EE1}" type="presOf" srcId="{22CE67CF-44C2-46BC-ADA4-D09CCCC66A15}" destId="{D0918C3B-74A3-4F70-AB54-C186F68708B7}" srcOrd="0" destOrd="0" presId="urn:microsoft.com/office/officeart/2005/8/layout/cycle6"/>
    <dgm:cxn modelId="{FA261BD8-1758-4C68-8E1C-B4190C78B727}" type="presOf" srcId="{62ED412F-DFD5-4C11-974D-DD5C54A1D3F3}" destId="{3F5A4580-FAA4-48B4-8134-5D9C0B28266D}" srcOrd="0" destOrd="0" presId="urn:microsoft.com/office/officeart/2005/8/layout/cycle6"/>
    <dgm:cxn modelId="{D35D94D8-2745-430C-9B94-9500FEF0276B}" type="presOf" srcId="{D6472100-7CCF-41D9-B92A-A4702B6D1DF6}" destId="{7E821D1D-0C41-4818-A521-ED3F990BDA24}" srcOrd="0" destOrd="0" presId="urn:microsoft.com/office/officeart/2005/8/layout/cycle6"/>
    <dgm:cxn modelId="{A9052AE5-F776-4439-A685-F8D3630B07BB}" srcId="{62ED412F-DFD5-4C11-974D-DD5C54A1D3F3}" destId="{E6E11C41-971A-46E2-9DEB-ADA0A90989B4}" srcOrd="4" destOrd="0" parTransId="{5E2F97C6-D217-4549-89EF-DBC354314467}" sibTransId="{73724B8B-79D7-4C74-8D24-F85FA9D412B9}"/>
    <dgm:cxn modelId="{D3A0D3E8-1728-4C4C-BEB6-E12E7BD28051}" srcId="{62ED412F-DFD5-4C11-974D-DD5C54A1D3F3}" destId="{4197D83F-4B75-40AE-8932-EF715A433A1D}" srcOrd="0" destOrd="0" parTransId="{80CD8D83-CD2A-442B-9256-6843D363F3DE}" sibTransId="{87E95968-82C2-4232-88C9-5523D5F3FCB0}"/>
    <dgm:cxn modelId="{F70E8BEC-D617-4A6C-B66A-07ABB8EAA9A8}" type="presOf" srcId="{3B4FD96D-B923-41C0-8711-7402EE708385}" destId="{87EBE194-A5A4-45B9-9D42-21FC097973E8}" srcOrd="0" destOrd="0" presId="urn:microsoft.com/office/officeart/2005/8/layout/cycle6"/>
    <dgm:cxn modelId="{DDAE07F6-CC93-4825-9BBE-C5DCAB7123B7}" type="presOf" srcId="{73724B8B-79D7-4C74-8D24-F85FA9D412B9}" destId="{CF6A1860-7044-452D-8D6D-1C790124DDD6}" srcOrd="0" destOrd="0" presId="urn:microsoft.com/office/officeart/2005/8/layout/cycle6"/>
    <dgm:cxn modelId="{BA6C659D-5AF9-479C-9053-CB19E4AFAF39}" type="presParOf" srcId="{3F5A4580-FAA4-48B4-8134-5D9C0B28266D}" destId="{B73640F1-168C-4585-B350-59F29CBF9052}" srcOrd="0" destOrd="0" presId="urn:microsoft.com/office/officeart/2005/8/layout/cycle6"/>
    <dgm:cxn modelId="{1A2283EA-1B01-4913-8253-9A9F90C218E7}" type="presParOf" srcId="{3F5A4580-FAA4-48B4-8134-5D9C0B28266D}" destId="{2DFEE6CD-F7C9-4A33-866B-9FEF832E8AAE}" srcOrd="1" destOrd="0" presId="urn:microsoft.com/office/officeart/2005/8/layout/cycle6"/>
    <dgm:cxn modelId="{81E8C2B3-ECC5-442A-A63F-6850C9041B37}" type="presParOf" srcId="{3F5A4580-FAA4-48B4-8134-5D9C0B28266D}" destId="{C1C672CA-8ED3-44F2-BF39-EF7773B5D95E}" srcOrd="2" destOrd="0" presId="urn:microsoft.com/office/officeart/2005/8/layout/cycle6"/>
    <dgm:cxn modelId="{D54C2F4E-558A-4FDC-A23D-9B65DB5F154C}" type="presParOf" srcId="{3F5A4580-FAA4-48B4-8134-5D9C0B28266D}" destId="{87EBE194-A5A4-45B9-9D42-21FC097973E8}" srcOrd="3" destOrd="0" presId="urn:microsoft.com/office/officeart/2005/8/layout/cycle6"/>
    <dgm:cxn modelId="{22BB3CA7-7D44-4305-AA70-C5628CC7A830}" type="presParOf" srcId="{3F5A4580-FAA4-48B4-8134-5D9C0B28266D}" destId="{1CC2F023-8685-4187-8D86-08F0443CB970}" srcOrd="4" destOrd="0" presId="urn:microsoft.com/office/officeart/2005/8/layout/cycle6"/>
    <dgm:cxn modelId="{36A703AC-6DB1-4CB2-8548-853D2E9AECC0}" type="presParOf" srcId="{3F5A4580-FAA4-48B4-8134-5D9C0B28266D}" destId="{D0918C3B-74A3-4F70-AB54-C186F68708B7}" srcOrd="5" destOrd="0" presId="urn:microsoft.com/office/officeart/2005/8/layout/cycle6"/>
    <dgm:cxn modelId="{8295AD25-1F47-4F78-82A5-C1F25AE2FB6E}" type="presParOf" srcId="{3F5A4580-FAA4-48B4-8134-5D9C0B28266D}" destId="{DE25EF97-893A-4279-AD9A-CECB3E8DE3C2}" srcOrd="6" destOrd="0" presId="urn:microsoft.com/office/officeart/2005/8/layout/cycle6"/>
    <dgm:cxn modelId="{9A7B64EA-DE2E-4892-A5B1-0612F808E9FC}" type="presParOf" srcId="{3F5A4580-FAA4-48B4-8134-5D9C0B28266D}" destId="{46BF37E7-D230-4B49-B3B5-307F2FE70DE8}" srcOrd="7" destOrd="0" presId="urn:microsoft.com/office/officeart/2005/8/layout/cycle6"/>
    <dgm:cxn modelId="{C9636F6D-078F-4362-852D-E6F1430924B1}" type="presParOf" srcId="{3F5A4580-FAA4-48B4-8134-5D9C0B28266D}" destId="{7E821D1D-0C41-4818-A521-ED3F990BDA24}" srcOrd="8" destOrd="0" presId="urn:microsoft.com/office/officeart/2005/8/layout/cycle6"/>
    <dgm:cxn modelId="{DE7AC2C0-C388-433A-8522-55E36C473729}" type="presParOf" srcId="{3F5A4580-FAA4-48B4-8134-5D9C0B28266D}" destId="{D646629E-9F4B-48EA-BA41-5F2E3D588BFD}" srcOrd="9" destOrd="0" presId="urn:microsoft.com/office/officeart/2005/8/layout/cycle6"/>
    <dgm:cxn modelId="{E2D107F3-C109-4D3A-8103-F370584E0BCD}" type="presParOf" srcId="{3F5A4580-FAA4-48B4-8134-5D9C0B28266D}" destId="{25499F78-BE3E-4586-B973-60ABF8CBFBA5}" srcOrd="10" destOrd="0" presId="urn:microsoft.com/office/officeart/2005/8/layout/cycle6"/>
    <dgm:cxn modelId="{16E3DC5A-CB25-4FD9-8502-18D1F0B06A9B}" type="presParOf" srcId="{3F5A4580-FAA4-48B4-8134-5D9C0B28266D}" destId="{15F7AE49-48A8-47C5-8C7E-3EF7BC9C9CAF}" srcOrd="11" destOrd="0" presId="urn:microsoft.com/office/officeart/2005/8/layout/cycle6"/>
    <dgm:cxn modelId="{4BAA3936-0DA4-4B6D-97C9-0D9A67895F3B}" type="presParOf" srcId="{3F5A4580-FAA4-48B4-8134-5D9C0B28266D}" destId="{3D8881F8-4E43-493B-9052-C7F043EC5B4C}" srcOrd="12" destOrd="0" presId="urn:microsoft.com/office/officeart/2005/8/layout/cycle6"/>
    <dgm:cxn modelId="{DF94C61D-6995-4B41-B2E1-0F09AED8B437}" type="presParOf" srcId="{3F5A4580-FAA4-48B4-8134-5D9C0B28266D}" destId="{37D791B7-9F0B-4AA8-AF28-C74E1742D96F}" srcOrd="13" destOrd="0" presId="urn:microsoft.com/office/officeart/2005/8/layout/cycle6"/>
    <dgm:cxn modelId="{03455F30-A36D-4974-8990-6EB9C05D46D2}" type="presParOf" srcId="{3F5A4580-FAA4-48B4-8134-5D9C0B28266D}" destId="{CF6A1860-7044-452D-8D6D-1C790124DDD6}" srcOrd="14" destOrd="0" presId="urn:microsoft.com/office/officeart/2005/8/layout/cycle6"/>
    <dgm:cxn modelId="{E69E8209-6AF0-483B-9F25-557B5293A191}" type="presParOf" srcId="{3F5A4580-FAA4-48B4-8134-5D9C0B28266D}" destId="{A5987CFA-718F-4741-8036-97F82ECC4A0F}" srcOrd="15" destOrd="0" presId="urn:microsoft.com/office/officeart/2005/8/layout/cycle6"/>
    <dgm:cxn modelId="{B9B422A6-D23C-4977-B8B3-2E7BA89ACD07}" type="presParOf" srcId="{3F5A4580-FAA4-48B4-8134-5D9C0B28266D}" destId="{772448E1-514F-41BE-978A-B9569B2AE093}" srcOrd="16" destOrd="0" presId="urn:microsoft.com/office/officeart/2005/8/layout/cycle6"/>
    <dgm:cxn modelId="{B8992CBE-0B08-492D-8904-6A323E20D50B}" type="presParOf" srcId="{3F5A4580-FAA4-48B4-8134-5D9C0B28266D}" destId="{F10FF398-E89D-4A56-BE6F-F80DAEB33437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640F1-168C-4585-B350-59F29CBF9052}">
      <dsp:nvSpPr>
        <dsp:cNvPr id="0" name=""/>
        <dsp:cNvSpPr/>
      </dsp:nvSpPr>
      <dsp:spPr>
        <a:xfrm>
          <a:off x="4818905" y="2152"/>
          <a:ext cx="1114326" cy="72431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burde</a:t>
          </a:r>
          <a:endParaRPr lang="sk-SK" sz="2400" kern="1200" dirty="0"/>
        </a:p>
      </dsp:txBody>
      <dsp:txXfrm>
        <a:off x="4854263" y="37510"/>
        <a:ext cx="1043610" cy="653596"/>
      </dsp:txXfrm>
    </dsp:sp>
    <dsp:sp modelId="{C1C672CA-8ED3-44F2-BF39-EF7773B5D95E}">
      <dsp:nvSpPr>
        <dsp:cNvPr id="0" name=""/>
        <dsp:cNvSpPr/>
      </dsp:nvSpPr>
      <dsp:spPr>
        <a:xfrm>
          <a:off x="3670277" y="364308"/>
          <a:ext cx="3411583" cy="3411583"/>
        </a:xfrm>
        <a:custGeom>
          <a:avLst/>
          <a:gdLst/>
          <a:ahLst/>
          <a:cxnLst/>
          <a:rect l="0" t="0" r="0" b="0"/>
          <a:pathLst>
            <a:path>
              <a:moveTo>
                <a:pt x="2270069" y="96035"/>
              </a:moveTo>
              <a:arcTo wR="1705791" hR="1705791" stAng="17359044" swAng="1500385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EBE194-A5A4-45B9-9D42-21FC097973E8}">
      <dsp:nvSpPr>
        <dsp:cNvPr id="0" name=""/>
        <dsp:cNvSpPr/>
      </dsp:nvSpPr>
      <dsp:spPr>
        <a:xfrm>
          <a:off x="6296164" y="855047"/>
          <a:ext cx="1114326" cy="72431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få</a:t>
          </a:r>
          <a:endParaRPr lang="sk-SK" sz="2400" kern="1200" dirty="0"/>
        </a:p>
      </dsp:txBody>
      <dsp:txXfrm>
        <a:off x="6331522" y="890405"/>
        <a:ext cx="1043610" cy="653596"/>
      </dsp:txXfrm>
    </dsp:sp>
    <dsp:sp modelId="{D0918C3B-74A3-4F70-AB54-C186F68708B7}">
      <dsp:nvSpPr>
        <dsp:cNvPr id="0" name=""/>
        <dsp:cNvSpPr/>
      </dsp:nvSpPr>
      <dsp:spPr>
        <a:xfrm>
          <a:off x="3670277" y="364308"/>
          <a:ext cx="3411583" cy="3411583"/>
        </a:xfrm>
        <a:custGeom>
          <a:avLst/>
          <a:gdLst/>
          <a:ahLst/>
          <a:cxnLst/>
          <a:rect l="0" t="0" r="0" b="0"/>
          <a:pathLst>
            <a:path>
              <a:moveTo>
                <a:pt x="3342265" y="1224460"/>
              </a:moveTo>
              <a:arcTo wR="1705791" hR="1705791" stAng="20616597" swAng="1966807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25EF97-893A-4279-AD9A-CECB3E8DE3C2}">
      <dsp:nvSpPr>
        <dsp:cNvPr id="0" name=""/>
        <dsp:cNvSpPr/>
      </dsp:nvSpPr>
      <dsp:spPr>
        <a:xfrm>
          <a:off x="6296164" y="2560839"/>
          <a:ext cx="1114326" cy="72431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kunne</a:t>
          </a:r>
          <a:endParaRPr lang="sk-SK" sz="2400" kern="1200" dirty="0"/>
        </a:p>
      </dsp:txBody>
      <dsp:txXfrm>
        <a:off x="6331522" y="2596197"/>
        <a:ext cx="1043610" cy="653596"/>
      </dsp:txXfrm>
    </dsp:sp>
    <dsp:sp modelId="{7E821D1D-0C41-4818-A521-ED3F990BDA24}">
      <dsp:nvSpPr>
        <dsp:cNvPr id="0" name=""/>
        <dsp:cNvSpPr/>
      </dsp:nvSpPr>
      <dsp:spPr>
        <a:xfrm>
          <a:off x="3670277" y="364308"/>
          <a:ext cx="3411583" cy="3411583"/>
        </a:xfrm>
        <a:custGeom>
          <a:avLst/>
          <a:gdLst/>
          <a:ahLst/>
          <a:cxnLst/>
          <a:rect l="0" t="0" r="0" b="0"/>
          <a:pathLst>
            <a:path>
              <a:moveTo>
                <a:pt x="2897650" y="2926119"/>
              </a:moveTo>
              <a:arcTo wR="1705791" hR="1705791" stAng="2740571" swAng="1500385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46629E-9F4B-48EA-BA41-5F2E3D588BFD}">
      <dsp:nvSpPr>
        <dsp:cNvPr id="0" name=""/>
        <dsp:cNvSpPr/>
      </dsp:nvSpPr>
      <dsp:spPr>
        <a:xfrm>
          <a:off x="4818905" y="3413735"/>
          <a:ext cx="1114326" cy="72431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måtte</a:t>
          </a:r>
          <a:endParaRPr lang="sk-SK" sz="2400" kern="1200" dirty="0"/>
        </a:p>
      </dsp:txBody>
      <dsp:txXfrm>
        <a:off x="4854263" y="3449093"/>
        <a:ext cx="1043610" cy="653596"/>
      </dsp:txXfrm>
    </dsp:sp>
    <dsp:sp modelId="{15F7AE49-48A8-47C5-8C7E-3EF7BC9C9CAF}">
      <dsp:nvSpPr>
        <dsp:cNvPr id="0" name=""/>
        <dsp:cNvSpPr/>
      </dsp:nvSpPr>
      <dsp:spPr>
        <a:xfrm>
          <a:off x="3670277" y="364308"/>
          <a:ext cx="3411583" cy="3411583"/>
        </a:xfrm>
        <a:custGeom>
          <a:avLst/>
          <a:gdLst/>
          <a:ahLst/>
          <a:cxnLst/>
          <a:rect l="0" t="0" r="0" b="0"/>
          <a:pathLst>
            <a:path>
              <a:moveTo>
                <a:pt x="1141514" y="3315548"/>
              </a:moveTo>
              <a:arcTo wR="1705791" hR="1705791" stAng="6559044" swAng="1500385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8881F8-4E43-493B-9052-C7F043EC5B4C}">
      <dsp:nvSpPr>
        <dsp:cNvPr id="0" name=""/>
        <dsp:cNvSpPr/>
      </dsp:nvSpPr>
      <dsp:spPr>
        <a:xfrm>
          <a:off x="3341646" y="2560839"/>
          <a:ext cx="1114326" cy="72431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skulle</a:t>
          </a:r>
          <a:endParaRPr lang="sk-SK" sz="2400" kern="1200" dirty="0"/>
        </a:p>
      </dsp:txBody>
      <dsp:txXfrm>
        <a:off x="3377004" y="2596197"/>
        <a:ext cx="1043610" cy="653596"/>
      </dsp:txXfrm>
    </dsp:sp>
    <dsp:sp modelId="{CF6A1860-7044-452D-8D6D-1C790124DDD6}">
      <dsp:nvSpPr>
        <dsp:cNvPr id="0" name=""/>
        <dsp:cNvSpPr/>
      </dsp:nvSpPr>
      <dsp:spPr>
        <a:xfrm>
          <a:off x="3670277" y="364308"/>
          <a:ext cx="3411583" cy="3411583"/>
        </a:xfrm>
        <a:custGeom>
          <a:avLst/>
          <a:gdLst/>
          <a:ahLst/>
          <a:cxnLst/>
          <a:rect l="0" t="0" r="0" b="0"/>
          <a:pathLst>
            <a:path>
              <a:moveTo>
                <a:pt x="69318" y="2187123"/>
              </a:moveTo>
              <a:arcTo wR="1705791" hR="1705791" stAng="9816597" swAng="1966807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987CFA-718F-4741-8036-97F82ECC4A0F}">
      <dsp:nvSpPr>
        <dsp:cNvPr id="0" name=""/>
        <dsp:cNvSpPr/>
      </dsp:nvSpPr>
      <dsp:spPr>
        <a:xfrm>
          <a:off x="3341646" y="855047"/>
          <a:ext cx="1114326" cy="72431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ville</a:t>
          </a:r>
          <a:endParaRPr lang="sk-SK" sz="2400" kern="1200" dirty="0"/>
        </a:p>
      </dsp:txBody>
      <dsp:txXfrm>
        <a:off x="3377004" y="890405"/>
        <a:ext cx="1043610" cy="653596"/>
      </dsp:txXfrm>
    </dsp:sp>
    <dsp:sp modelId="{F10FF398-E89D-4A56-BE6F-F80DAEB33437}">
      <dsp:nvSpPr>
        <dsp:cNvPr id="0" name=""/>
        <dsp:cNvSpPr/>
      </dsp:nvSpPr>
      <dsp:spPr>
        <a:xfrm>
          <a:off x="3670277" y="364308"/>
          <a:ext cx="3411583" cy="3411583"/>
        </a:xfrm>
        <a:custGeom>
          <a:avLst/>
          <a:gdLst/>
          <a:ahLst/>
          <a:cxnLst/>
          <a:rect l="0" t="0" r="0" b="0"/>
          <a:pathLst>
            <a:path>
              <a:moveTo>
                <a:pt x="513933" y="485464"/>
              </a:moveTo>
              <a:arcTo wR="1705791" hR="1705791" stAng="13540571" swAng="1500385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69AB42-A97A-AE56-7046-438B4691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6CE42F6-BE4E-95AA-67D3-849AFE336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1AA7B95-26DD-8521-88CF-FC7A66C8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8071BC4-B91A-C462-3BC0-4A6D41D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B028D47-9A19-E6C5-F737-866714BD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5615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FA7B95-9334-8C91-2FF9-4C91A7F2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AB64F65-6C70-291F-C9C7-73E14C05E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850E4FE-8CB3-7B81-59B8-EF1EA62E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4557224-2800-8F40-34BA-56AFF920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6C6EBBB-1201-E54D-8874-D80EE187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10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5D206E-9A25-D9B8-FE32-79E9B201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C9E1F81-E5C9-6BFB-D678-7A9244A5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EBC9FDE-F61A-51B0-42F9-6A762AB9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A2723BB-336D-E655-66C7-DB73E68F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67DD359-1D5D-6DF5-CDA5-50C1D974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7783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07150D-C85D-23F3-F47D-DBF3947F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49679DB-4335-E64E-0DA6-86E4E9C96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BD5941BF-5FE1-F6C0-D1F2-BC8BDE68C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6181C42-8C2B-DB6A-0ADF-1B39AD146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DA55AB38-9282-08E2-9828-E22D5A34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00851EE-6A8F-6CB2-9C49-85FF31A3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074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0F4A54-1680-AA53-AFAE-E9A11627D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8249892-BBD2-3660-0941-DBE4F9E16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367A03D-368D-0699-613F-D13FDEA55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638F483-68F4-102D-9704-8AB92132C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B7CE5965-235E-2C2D-F841-6FA8C904F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89EA9D70-19E4-641D-FAEE-FA5AA12E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6035EC7E-2D07-7113-0CE6-3238642E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04C95B9E-CCF6-8CAF-FA94-82B7E77D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0806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10A354-5456-D3A8-A128-9CE76B686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2C31C3E7-3D74-E2B4-9D0A-3A61258B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5D8F3FAA-2264-8E8E-7EE2-E9622BC0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7BF07EE9-4D42-BC8D-8E42-BCA20840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9344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FF1AFCE9-70A4-3AFF-E844-C5F1C4842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3EA134A4-3E53-2F99-CD13-40E38098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66159A7-E4CF-8608-758F-FB36CEC4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7793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CCA1F3-0E60-7565-4F11-E3B42C326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51DB66-42A9-BCB8-AC71-777BEF1DB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A60F8A8-4E17-3F9E-02A3-C681F5545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913CE90-0173-9DF0-A53A-0300D894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ADD0A9F-C9A5-8C2C-BF7A-68E3C3E9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424C779C-F5D3-9017-E4DB-68B4804A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0028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5B79E3-5B20-937A-8A76-52373638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BB7F9AB5-B6BA-86BA-049C-B6CC47272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9F03231-8BD6-702C-97CA-F3A3E1F9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87882D36-FA31-BE06-8E9E-06FA233F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2E9A64D-65B6-2355-B9FE-B3F7F962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7A53982-A593-8EDB-7D5A-4BFE9D2E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3206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D68511-E103-7F5D-84DC-D9C2C249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9A40FE9E-DB4F-EDB8-8D8E-30EA91264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C75F494-931C-F700-0A33-8AF7B3E3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A0695C3-F90A-FB50-DE2D-5F43E15CC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FA64BA4-72DB-1E55-7B13-FBF5177F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7413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7F5C968B-D896-721B-93D7-096726689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952B661C-E326-2FFE-AAAD-47DDBD60A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F082DD8-C4FB-989A-1E87-6EDDFB78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C52BE3A-589D-6D3A-5238-374EE522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CE67F27-19A8-EAEE-A865-3155357E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66879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7920000" cy="2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cs-CZ" dirty="0"/>
              <a:t>Kliknutím vložíte nadpis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390E4E2C-8A81-45F0-A5ED-59F1EE588A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  <a:p>
            <a:pPr lvl="1"/>
            <a:r>
              <a:rPr lang="cs-CZ" noProof="0" dirty="0"/>
              <a:t>Druhá úroveň</a:t>
            </a:r>
            <a:endParaRPr lang="en-GB" noProof="0" dirty="0"/>
          </a:p>
          <a:p>
            <a:pPr lvl="2"/>
            <a:r>
              <a:rPr lang="cs-CZ" noProof="0" dirty="0"/>
              <a:t>Třetí úroveň</a:t>
            </a:r>
            <a:endParaRPr lang="en-GB" noProof="0" dirty="0"/>
          </a:p>
        </p:txBody>
      </p:sp>
      <p:pic>
        <p:nvPicPr>
          <p:cNvPr id="7" name="Obrázek 8">
            <a:extLst>
              <a:ext uri="{FF2B5EF4-FFF2-40B4-BE49-F238E27FC236}">
                <a16:creationId xmlns:a16="http://schemas.microsoft.com/office/drawing/2014/main" id="{98FE51A2-DFE6-8C4C-AE3B-7EEE5FB3D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7341" cy="59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71C2CCB8-7FD0-0422-24CA-D22FBCFDF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D0EE2B0-7E16-795E-92B7-AB759F3E3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A031FA6-E2AB-B510-2129-1F84843DC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DF57B-A9B6-4963-9A22-6407BD0E57A5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FF23698-C11E-0DC2-E675-177C82E10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C957248-CECB-30FB-F0B9-B391B4A59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6713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85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9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cs-CZ" altLang="cs-CZ" sz="12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64530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2"/>
                </a:solidFill>
                <a:latin typeface="+mj-lt"/>
              </a:defRPr>
            </a:lvl1pPr>
          </a:lstStyle>
          <a:p>
            <a:fld id="{0DE708CC-0C3F-4567-9698-B54C0F35BD31}" type="slidenum">
              <a:rPr lang="cs-CZ" altLang="cs-CZ" smtClean="0"/>
              <a:pPr/>
              <a:t>‹#›</a:t>
            </a:fld>
            <a:endParaRPr lang="cs-CZ" altLang="cs-CZ" dirty="0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73EFD05-44F7-4406-AC4D-1167FBF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cs-CZ" dirty="0"/>
              <a:t>Kliknutím vložíte nadpis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4DA628E-D8CA-41EE-AA1A-D14D1A53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cs-CZ" noProof="0" dirty="0"/>
              <a:t>Kliknutím vložíte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hdr="0" dt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9pPr>
    </p:titleStyle>
    <p:bodyStyle>
      <a:lvl1pPr marL="0" marR="0" indent="0" algn="l" defTabSz="914400" rtl="0" eaLnBrk="1" fontAlgn="base" latinLnBrk="0" hangingPunct="1">
        <a:lnSpc>
          <a:spcPct val="114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tabLst/>
        <a:defRPr sz="2800" b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defRPr sz="1500" b="0">
          <a:solidFill>
            <a:schemeClr val="tx1"/>
          </a:solidFill>
          <a:latin typeface="+mn-lt"/>
        </a:defRPr>
      </a:lvl2pPr>
      <a:lvl3pPr marL="914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folHlink"/>
        </a:buClr>
        <a:buSzPct val="80000"/>
        <a:buFontTx/>
        <a:buNone/>
        <a:defRPr sz="1500" b="0">
          <a:solidFill>
            <a:schemeClr val="tx1"/>
          </a:solidFill>
          <a:latin typeface="+mn-lt"/>
        </a:defRPr>
      </a:lvl3pPr>
      <a:lvl4pPr marL="1371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2"/>
        </a:buClr>
        <a:buSzPct val="90000"/>
        <a:buFontTx/>
        <a:buNone/>
        <a:defRPr sz="1500" b="0">
          <a:solidFill>
            <a:schemeClr val="tx1"/>
          </a:solidFill>
          <a:latin typeface="+mn-lt"/>
        </a:defRPr>
      </a:lvl4pPr>
      <a:lvl5pPr marL="18288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Tx/>
        <a:buNone/>
        <a:defRPr sz="1500" b="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Blip>
          <a:blip r:embed="rId3"/>
        </a:buBlip>
        <a:defRPr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baseline="0">
          <a:solidFill>
            <a:schemeClr val="tx1"/>
          </a:solidFill>
          <a:latin typeface="+mn-lt"/>
        </a:defRPr>
      </a:lvl7pPr>
      <a:lvl8pPr marL="3200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8pPr>
      <a:lvl9pPr marL="3657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B4FC2D-F7F9-0F23-EFE2-62F41B0D3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8E53EA-7845-48BE-B734-B3831985D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b="0" dirty="0"/>
              <a:t>23</a:t>
            </a:r>
            <a:r>
              <a:rPr lang="sk-SK" b="0" dirty="0"/>
              <a:t>.10.202</a:t>
            </a:r>
            <a:r>
              <a:rPr lang="nb-NO" b="0" dirty="0"/>
              <a:t>5</a:t>
            </a:r>
            <a:endParaRPr lang="sk-SK" b="0" dirty="0"/>
          </a:p>
        </p:txBody>
      </p:sp>
    </p:spTree>
    <p:extLst>
      <p:ext uri="{BB962C8B-B14F-4D97-AF65-F5344CB8AC3E}">
        <p14:creationId xmlns:p14="http://schemas.microsoft.com/office/powerpoint/2010/main" val="111899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D5E40-CAF2-C38A-8B73-EF480F2C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C86B94-2810-C6ED-EBFA-78A984E79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B1CED6-2E4B-6F47-C31D-5AF6541BD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8C98D6B-9CA8-8FBE-2A6A-486FEF53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3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D681215-E3AC-21AA-F2E0-ECBE11724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nb-NO" sz="3200" b="1" i="1" noProof="0" dirty="0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lphaLcParenR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4"/>
            </a:pPr>
            <a:r>
              <a:rPr lang="nb-NO" sz="3200" dirty="0"/>
              <a:t>Vi gleder oss 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6"/>
            </a:pPr>
            <a:r>
              <a:rPr lang="nb-NO" sz="3200" dirty="0"/>
              <a:t>Han skynder seg til kino.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8"/>
            </a:pPr>
            <a:r>
              <a:rPr lang="nb-NO" sz="3200" dirty="0"/>
              <a:t>Han liker henne.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13683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70726-7A8A-0AD7-30C8-75192D98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03064AE-5401-FE1F-22EA-E5B6CBE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0768B-E29A-AD08-6BDB-E3E029B13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BC4AA4E-65B3-45B4-8333-E62C6709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3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B031489-29DC-5C4C-FFD3-D58471182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nb-NO" sz="3200" b="1" i="1" noProof="0" dirty="0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lphaLcParenR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4"/>
            </a:pPr>
            <a:r>
              <a:rPr lang="nb-NO" sz="3200" dirty="0"/>
              <a:t>Vi gleder oss </a:t>
            </a:r>
            <a:r>
              <a:rPr lang="nb-NO" sz="3200" b="1" dirty="0"/>
              <a:t>ikke </a:t>
            </a:r>
            <a:r>
              <a:rPr lang="nb-NO" sz="3200" dirty="0"/>
              <a:t>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6"/>
            </a:pPr>
            <a:r>
              <a:rPr lang="nb-NO" sz="3200" dirty="0"/>
              <a:t>Han skynder seg til kino.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8"/>
            </a:pPr>
            <a:r>
              <a:rPr lang="nb-NO" sz="3200" dirty="0"/>
              <a:t>Han liker henne.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732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6ED03-F57B-5AFD-67BE-085FA585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1D8F16-C93B-4D05-A8FF-5639A16A9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DE890-AE5C-4BFF-7304-8A4242E53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3628AB-E9B5-8AAF-C829-F49F8A01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3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914F97A-E150-5D96-8768-08617CD16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nb-NO" sz="3200" b="1" i="1" noProof="0" dirty="0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lphaLcParenR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4"/>
            </a:pPr>
            <a:r>
              <a:rPr lang="nb-NO" sz="3200" dirty="0"/>
              <a:t>Vi gleder oss </a:t>
            </a:r>
            <a:r>
              <a:rPr lang="nb-NO" sz="3200" b="1" dirty="0"/>
              <a:t>ikke </a:t>
            </a:r>
            <a:r>
              <a:rPr lang="nb-NO" sz="3200" dirty="0"/>
              <a:t>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6"/>
            </a:pPr>
            <a:r>
              <a:rPr lang="nb-NO" sz="3200" dirty="0"/>
              <a:t>Han skynder seg </a:t>
            </a:r>
            <a:r>
              <a:rPr lang="nb-NO" sz="3200" b="1" dirty="0"/>
              <a:t>ikke </a:t>
            </a:r>
            <a:r>
              <a:rPr lang="nb-NO" sz="3200" dirty="0"/>
              <a:t>til kino.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8"/>
            </a:pPr>
            <a:r>
              <a:rPr lang="nb-NO" sz="3200" dirty="0"/>
              <a:t>Han liker henne.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696237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5CEBC-B948-13FF-679C-A923503E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D1B75B-642C-996C-B676-BBE57ADD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B9283C-A953-9F57-13DB-5A795A9D1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2C8F838-3E3D-A762-F7CF-309E2901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3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F9259E3-067B-D259-5FF8-80725861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nb-NO" sz="3200" b="1" i="1" noProof="0" dirty="0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lphaLcParenR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4"/>
            </a:pPr>
            <a:r>
              <a:rPr lang="nb-NO" sz="3200" dirty="0"/>
              <a:t>Vi gleder oss </a:t>
            </a:r>
            <a:r>
              <a:rPr lang="nb-NO" sz="3200" b="1" dirty="0"/>
              <a:t>ikke </a:t>
            </a:r>
            <a:r>
              <a:rPr lang="nb-NO" sz="3200" dirty="0"/>
              <a:t>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6"/>
            </a:pPr>
            <a:r>
              <a:rPr lang="nb-NO" sz="3200" dirty="0"/>
              <a:t>Han skynder seg </a:t>
            </a:r>
            <a:r>
              <a:rPr lang="nb-NO" sz="3200" b="1" dirty="0"/>
              <a:t>ikke </a:t>
            </a:r>
            <a:r>
              <a:rPr lang="nb-NO" sz="3200" dirty="0"/>
              <a:t>til kino.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lphaLcParenR" startAt="8"/>
            </a:pPr>
            <a:r>
              <a:rPr lang="nb-NO" sz="3200" dirty="0"/>
              <a:t>Han liker henne </a:t>
            </a:r>
            <a:r>
              <a:rPr lang="nb-NO" sz="3200" b="1" dirty="0"/>
              <a:t>ikke</a:t>
            </a:r>
            <a:r>
              <a:rPr lang="nb-NO" sz="3200" dirty="0"/>
              <a:t>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20899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3F7799C6-204E-4A4D-43DF-83E1F795FD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3821594"/>
              </p:ext>
            </p:extLst>
          </p:nvPr>
        </p:nvGraphicFramePr>
        <p:xfrm>
          <a:off x="975360" y="2132646"/>
          <a:ext cx="10241280" cy="260337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648968">
                  <a:extLst>
                    <a:ext uri="{9D8B030D-6E8A-4147-A177-3AD203B41FA5}">
                      <a16:colId xmlns:a16="http://schemas.microsoft.com/office/drawing/2014/main" val="1118211973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483336516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645726208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966904224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3671539029"/>
                    </a:ext>
                  </a:extLst>
                </a:gridCol>
                <a:gridCol w="2008632">
                  <a:extLst>
                    <a:ext uri="{9D8B030D-6E8A-4147-A177-3AD203B41FA5}">
                      <a16:colId xmlns:a16="http://schemas.microsoft.com/office/drawing/2014/main" val="500893097"/>
                    </a:ext>
                  </a:extLst>
                </a:gridCol>
              </a:tblGrid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i morgen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bli med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>
                          <a:effectLst/>
                        </a:rPr>
                        <a:t>på lørdag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2795"/>
                  </a:ext>
                </a:extLst>
              </a:tr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å gå på tur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glede seg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>
                          <a:effectLst/>
                        </a:rPr>
                        <a:t>da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59246"/>
                  </a:ext>
                </a:extLst>
              </a:tr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i byen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like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på vei hjem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219678"/>
                  </a:ext>
                </a:extLst>
              </a:tr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å ha fri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pleie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ha det bra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949569"/>
                  </a:ext>
                </a:extLst>
              </a:tr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på onsdag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slappe av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sees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632221"/>
                  </a:ext>
                </a:extLst>
              </a:tr>
              <a:tr h="3404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å komme fra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skynde seg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fritid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540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1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FBF4-863A-718A-577B-3F7B2D2EA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83A34967-A6AD-5330-F38B-2A7C379673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5360" y="2132646"/>
          <a:ext cx="10241280" cy="259270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648968">
                  <a:extLst>
                    <a:ext uri="{9D8B030D-6E8A-4147-A177-3AD203B41FA5}">
                      <a16:colId xmlns:a16="http://schemas.microsoft.com/office/drawing/2014/main" val="1118211973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483336516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645726208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966904224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3671539029"/>
                    </a:ext>
                  </a:extLst>
                </a:gridCol>
                <a:gridCol w="2008632">
                  <a:extLst>
                    <a:ext uri="{9D8B030D-6E8A-4147-A177-3AD203B41FA5}">
                      <a16:colId xmlns:a16="http://schemas.microsoft.com/office/drawing/2014/main" val="500893097"/>
                    </a:ext>
                  </a:extLst>
                </a:gridCol>
              </a:tblGrid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i morgen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zítra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bli med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přidat se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>
                          <a:effectLst/>
                        </a:rPr>
                        <a:t>på lørdag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v sobotu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2795"/>
                  </a:ext>
                </a:extLst>
              </a:tr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å gå på tur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 dirty="0">
                          <a:effectLst/>
                        </a:rPr>
                        <a:t>jít na výlet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glede seg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 dirty="0">
                          <a:effectLst/>
                        </a:rPr>
                        <a:t>těšit se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>
                          <a:effectLst/>
                        </a:rPr>
                        <a:t>da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t</a:t>
                      </a:r>
                      <a:r>
                        <a:rPr lang="cs-CZ" sz="2100" kern="100" dirty="0">
                          <a:effectLst/>
                        </a:rPr>
                        <a:t>a</a:t>
                      </a:r>
                      <a:r>
                        <a:rPr lang="nb-NO" sz="2100" kern="100" dirty="0">
                          <a:effectLst/>
                        </a:rPr>
                        <a:t>k </a:t>
                      </a:r>
                      <a:r>
                        <a:rPr lang="cs-CZ" sz="1500" kern="100" dirty="0">
                          <a:effectLst/>
                        </a:rPr>
                        <a:t>(v tom případě)</a:t>
                      </a:r>
                      <a:endParaRPr lang="sk-SK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59246"/>
                  </a:ext>
                </a:extLst>
              </a:tr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i byen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ve městě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like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 dirty="0">
                          <a:effectLst/>
                        </a:rPr>
                        <a:t>mít rád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på vei hjem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 dirty="0">
                          <a:effectLst/>
                        </a:rPr>
                        <a:t>na cestě domů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219678"/>
                  </a:ext>
                </a:extLst>
              </a:tr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å ha fri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 dirty="0">
                          <a:effectLst/>
                        </a:rPr>
                        <a:t>mít volno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pleie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mít ve zvyku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ha det bra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mít se dobře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949569"/>
                  </a:ext>
                </a:extLst>
              </a:tr>
              <a:tr h="334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på onsdag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ve středu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slappe av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odpočívat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sees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 dirty="0">
                          <a:effectLst/>
                        </a:rPr>
                        <a:t>vidět se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632221"/>
                  </a:ext>
                </a:extLst>
              </a:tr>
              <a:tr h="3404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b="0" kern="100" dirty="0">
                          <a:effectLst/>
                        </a:rPr>
                        <a:t>å komme fra</a:t>
                      </a:r>
                      <a:endParaRPr lang="sk-SK" sz="2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pocházet z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å skynde seg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>
                          <a:effectLst/>
                        </a:rPr>
                        <a:t>spěchat</a:t>
                      </a:r>
                      <a:endParaRPr lang="sk-SK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2100" kern="100" dirty="0">
                          <a:effectLst/>
                        </a:rPr>
                        <a:t>fritid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2100" kern="100" dirty="0">
                          <a:effectLst/>
                        </a:rPr>
                        <a:t>volný čas</a:t>
                      </a:r>
                      <a:endParaRPr lang="sk-SK" sz="2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540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539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BF0F1-E8E5-6F2A-D5E1-FB8889B3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B0236E-3E4F-6831-1A3A-761DB635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Krátká a dlouhá samohláska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B420F40D-C290-7842-14A5-24199FA2ECF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2880360"/>
          <a:ext cx="1055211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566286851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469727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3000" b="1" noProof="0" dirty="0"/>
                        <a:t>Kari</a:t>
                      </a:r>
                      <a:r>
                        <a:rPr lang="nb-NO" sz="3000" noProof="0" dirty="0"/>
                        <a:t> [</a:t>
                      </a:r>
                      <a:r>
                        <a:rPr lang="nb-NO" sz="3000" baseline="30000" noProof="0" dirty="0"/>
                        <a:t>2</a:t>
                      </a:r>
                      <a:r>
                        <a:rPr lang="nb-NO" sz="3000" noProof="0" dirty="0"/>
                        <a:t>ka:ri]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3000" b="1" noProof="0" dirty="0"/>
                        <a:t>karri</a:t>
                      </a:r>
                      <a:r>
                        <a:rPr lang="nb-NO" sz="3000" noProof="0" dirty="0"/>
                        <a:t> [</a:t>
                      </a:r>
                      <a:r>
                        <a:rPr lang="nb-NO" sz="3000" baseline="30000" noProof="0" dirty="0"/>
                        <a:t>1</a:t>
                      </a:r>
                      <a:r>
                        <a:rPr lang="nb-NO" sz="3000" noProof="0" dirty="0"/>
                        <a:t>kar:i]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2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000" b="1" noProof="0" dirty="0"/>
                        <a:t>tak</a:t>
                      </a:r>
                      <a:r>
                        <a:rPr lang="nb-NO" sz="3000" noProof="0" dirty="0"/>
                        <a:t> [</a:t>
                      </a:r>
                      <a:r>
                        <a:rPr lang="nb-NO" sz="3000" baseline="30000" noProof="0" dirty="0"/>
                        <a:t>1</a:t>
                      </a:r>
                      <a:r>
                        <a:rPr lang="nb-NO" sz="3000" noProof="0" dirty="0"/>
                        <a:t>ta:k]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3000" b="1" noProof="0" dirty="0"/>
                        <a:t>takk</a:t>
                      </a:r>
                      <a:r>
                        <a:rPr lang="nb-NO" sz="3000" noProof="0" dirty="0"/>
                        <a:t> [</a:t>
                      </a:r>
                      <a:r>
                        <a:rPr lang="nb-NO" sz="3000" baseline="30000" noProof="0" dirty="0"/>
                        <a:t>1</a:t>
                      </a:r>
                      <a:r>
                        <a:rPr lang="nb-NO" sz="3000" noProof="0" dirty="0"/>
                        <a:t>tak:]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990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74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889EF33-9A4F-8BE0-1C11-2B377048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770C7DC2-CC5B-3C8B-74C7-C6215F795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endParaRPr lang="cs-CZ" sz="2700" noProof="0" dirty="0"/>
          </a:p>
          <a:p>
            <a:pPr marL="72000" indent="0">
              <a:buNone/>
            </a:pPr>
            <a:r>
              <a:rPr lang="cs-CZ" sz="2700" noProof="0" dirty="0"/>
              <a:t>Způsobová (modální) slovesa jsou specifickou skupinou sloves. Vyjadřují </a:t>
            </a:r>
            <a:r>
              <a:rPr lang="cs-CZ" sz="2700" noProof="0" dirty="0">
                <a:solidFill>
                  <a:schemeClr val="accent1">
                    <a:lumMod val="75000"/>
                  </a:schemeClr>
                </a:solidFill>
              </a:rPr>
              <a:t>povinnost</a:t>
            </a:r>
            <a:r>
              <a:rPr lang="cs-CZ" sz="2700" noProof="0" dirty="0"/>
              <a:t>, </a:t>
            </a:r>
            <a:r>
              <a:rPr lang="cs-CZ" sz="2700" noProof="0" dirty="0">
                <a:solidFill>
                  <a:schemeClr val="accent1">
                    <a:lumMod val="75000"/>
                  </a:schemeClr>
                </a:solidFill>
              </a:rPr>
              <a:t>nutnost</a:t>
            </a:r>
            <a:r>
              <a:rPr lang="cs-CZ" sz="2700" noProof="0" dirty="0"/>
              <a:t>, </a:t>
            </a:r>
            <a:r>
              <a:rPr lang="cs-CZ" sz="2700" noProof="0" dirty="0">
                <a:solidFill>
                  <a:schemeClr val="accent1">
                    <a:lumMod val="75000"/>
                  </a:schemeClr>
                </a:solidFill>
              </a:rPr>
              <a:t>schopnost</a:t>
            </a:r>
            <a:r>
              <a:rPr lang="cs-CZ" sz="2700" noProof="0" dirty="0"/>
              <a:t>, </a:t>
            </a:r>
            <a:r>
              <a:rPr lang="cs-CZ" sz="2700" noProof="0" dirty="0">
                <a:solidFill>
                  <a:schemeClr val="accent1">
                    <a:lumMod val="75000"/>
                  </a:schemeClr>
                </a:solidFill>
              </a:rPr>
              <a:t>možnost</a:t>
            </a:r>
            <a:r>
              <a:rPr lang="cs-CZ" sz="2700" noProof="0" dirty="0"/>
              <a:t>, </a:t>
            </a:r>
            <a:r>
              <a:rPr lang="cs-CZ" sz="2700" noProof="0" dirty="0">
                <a:solidFill>
                  <a:schemeClr val="accent1">
                    <a:lumMod val="75000"/>
                  </a:schemeClr>
                </a:solidFill>
              </a:rPr>
              <a:t>příkaz</a:t>
            </a:r>
            <a:r>
              <a:rPr lang="cs-CZ" sz="2700" noProof="0" dirty="0"/>
              <a:t>, </a:t>
            </a:r>
            <a:r>
              <a:rPr lang="cs-CZ" sz="2700" noProof="0" dirty="0">
                <a:solidFill>
                  <a:schemeClr val="accent1">
                    <a:lumMod val="75000"/>
                  </a:schemeClr>
                </a:solidFill>
              </a:rPr>
              <a:t>zákaz</a:t>
            </a:r>
            <a:r>
              <a:rPr lang="cs-CZ" sz="2700" noProof="0" dirty="0"/>
              <a:t> atd.</a:t>
            </a:r>
          </a:p>
          <a:p>
            <a:pPr marL="72000" indent="0">
              <a:buNone/>
            </a:pPr>
            <a:endParaRPr lang="cs-CZ" sz="2700" dirty="0"/>
          </a:p>
          <a:p>
            <a:pPr marL="72000" indent="0">
              <a:buNone/>
            </a:pPr>
            <a:r>
              <a:rPr lang="cs-CZ" sz="2700" noProof="0" dirty="0"/>
              <a:t>V norštině se jedná o tato slovesa:</a:t>
            </a:r>
          </a:p>
        </p:txBody>
      </p:sp>
    </p:spTree>
    <p:extLst>
      <p:ext uri="{BB962C8B-B14F-4D97-AF65-F5344CB8AC3E}">
        <p14:creationId xmlns:p14="http://schemas.microsoft.com/office/powerpoint/2010/main" val="906013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51599FE-7CF1-4D4D-B027-09388339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noProof="0" dirty="0"/>
              <a:t>Způsobová (modální) slovesa</a:t>
            </a:r>
          </a:p>
        </p:txBody>
      </p:sp>
      <p:graphicFrame>
        <p:nvGraphicFramePr>
          <p:cNvPr id="6" name="Zástupný objekt pre obsah 5">
            <a:extLst>
              <a:ext uri="{FF2B5EF4-FFF2-40B4-BE49-F238E27FC236}">
                <a16:creationId xmlns:a16="http://schemas.microsoft.com/office/drawing/2014/main" id="{78E81913-8F96-488C-ABEA-9ED2B11D94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0725" y="1692275"/>
          <a:ext cx="10752138" cy="414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0423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0440-FF1F-38BE-307D-A3D112A54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FF0B9F57-6716-8EE8-BA79-B0A47A2B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E37F2F6C-EEC1-AA54-C8C7-97374D3FE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endParaRPr lang="cs-CZ" sz="2700" noProof="0" dirty="0"/>
          </a:p>
          <a:p>
            <a:pPr marL="72000" indent="0">
              <a:buNone/>
            </a:pPr>
            <a:endParaRPr lang="cs-CZ" sz="2700" noProof="0" dirty="0"/>
          </a:p>
        </p:txBody>
      </p:sp>
      <p:graphicFrame>
        <p:nvGraphicFramePr>
          <p:cNvPr id="2" name="Tabuľka 1">
            <a:extLst>
              <a:ext uri="{FF2B5EF4-FFF2-40B4-BE49-F238E27FC236}">
                <a16:creationId xmlns:a16="http://schemas.microsoft.com/office/drawing/2014/main" id="{6B17FA81-AD7E-F6CF-29AC-65DC155466E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000432"/>
          <a:ext cx="8128000" cy="330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159660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7483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INFINITIV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500" dirty="0"/>
                        <a:t>PŘEKLAD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750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kunne</a:t>
                      </a:r>
                      <a:r>
                        <a:rPr lang="sk-SK" sz="250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[²kʉnːe]</a:t>
                      </a:r>
                      <a:endParaRPr lang="sk-SK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2500" noProof="0" dirty="0"/>
                        <a:t>moci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få</a:t>
                      </a:r>
                      <a:r>
                        <a:rPr lang="sk-SK" sz="250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[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¹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foː]</a:t>
                      </a:r>
                      <a:endParaRPr lang="sk-SK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2500" noProof="0" dirty="0"/>
                        <a:t>smět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ville</a:t>
                      </a:r>
                      <a:r>
                        <a:rPr lang="sk-SK" sz="2500" dirty="0"/>
                        <a:t> [²vil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ː</a:t>
                      </a:r>
                      <a:r>
                        <a:rPr lang="sk-SK" sz="2500" dirty="0"/>
                        <a:t>e]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2500" noProof="0" dirty="0"/>
                        <a:t>chtít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089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måtte</a:t>
                      </a:r>
                      <a:r>
                        <a:rPr lang="sk-SK" sz="2500" dirty="0"/>
                        <a:t> [²mot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ː</a:t>
                      </a:r>
                      <a:r>
                        <a:rPr lang="sk-SK" sz="2500" dirty="0"/>
                        <a:t>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2500" noProof="0" dirty="0"/>
                        <a:t>muset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048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skulle</a:t>
                      </a:r>
                      <a:r>
                        <a:rPr lang="sk-SK" sz="250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[²skʉlːe]</a:t>
                      </a:r>
                      <a:endParaRPr lang="sk-SK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2500" noProof="0" dirty="0"/>
                        <a:t>mít povinnost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12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burde</a:t>
                      </a:r>
                      <a:r>
                        <a:rPr lang="sk-SK" sz="250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[²bʉrde]</a:t>
                      </a:r>
                      <a:endParaRPr lang="sk-SK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2500" noProof="0" dirty="0"/>
                        <a:t>je třeba, je záhodno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05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104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DECB-BA1E-90B6-2F58-73DD0E13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D4EC0D2-A4E7-8CF1-BE6A-4794B1F64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4EBCD1F2-187A-B3AB-B1E1-D6D9F0961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r>
              <a:rPr lang="cs-CZ" sz="2700" dirty="0"/>
              <a:t>V přítomném čase mají (až na </a:t>
            </a:r>
            <a:r>
              <a:rPr lang="nb-NO" sz="2700" i="1" dirty="0">
                <a:solidFill>
                  <a:schemeClr val="accent1">
                    <a:lumMod val="75000"/>
                  </a:schemeClr>
                </a:solidFill>
              </a:rPr>
              <a:t>få</a:t>
            </a:r>
            <a:r>
              <a:rPr lang="sk-SK" sz="2700" dirty="0"/>
              <a:t>) </a:t>
            </a:r>
            <a:r>
              <a:rPr lang="cs-CZ" sz="2700" dirty="0"/>
              <a:t>nepravidelné tvary:</a:t>
            </a:r>
          </a:p>
        </p:txBody>
      </p:sp>
      <p:graphicFrame>
        <p:nvGraphicFramePr>
          <p:cNvPr id="2" name="Tabuľka 1">
            <a:extLst>
              <a:ext uri="{FF2B5EF4-FFF2-40B4-BE49-F238E27FC236}">
                <a16:creationId xmlns:a16="http://schemas.microsoft.com/office/drawing/2014/main" id="{4C9EE433-3994-9B3E-36A4-5EF069BB6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037349"/>
              </p:ext>
            </p:extLst>
          </p:nvPr>
        </p:nvGraphicFramePr>
        <p:xfrm>
          <a:off x="2032000" y="2402366"/>
          <a:ext cx="8128000" cy="330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159660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7483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INFINITIV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500" dirty="0"/>
                        <a:t>PŘÍTOMNÝ ČAS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750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kunne</a:t>
                      </a:r>
                      <a:r>
                        <a:rPr lang="sk-SK" sz="250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[²kʉnːe]</a:t>
                      </a:r>
                      <a:endParaRPr lang="sk-SK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500" b="1" noProof="0" dirty="0"/>
                        <a:t>kan</a:t>
                      </a:r>
                      <a:r>
                        <a:rPr lang="nb-NO" sz="2500" noProof="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[¹kɑn]</a:t>
                      </a:r>
                      <a:endParaRPr lang="cs-CZ" sz="25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få</a:t>
                      </a:r>
                      <a:r>
                        <a:rPr lang="sk-SK" sz="250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[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¹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foː]</a:t>
                      </a:r>
                      <a:endParaRPr lang="sk-SK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500" b="1" noProof="0" dirty="0"/>
                        <a:t>får</a:t>
                      </a:r>
                      <a:r>
                        <a:rPr lang="nb-NO" sz="2500" noProof="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[¹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foː</a:t>
                      </a:r>
                      <a:r>
                        <a:rPr lang="nb-NO" sz="2500" kern="120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cs-CZ" sz="25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ville</a:t>
                      </a:r>
                      <a:r>
                        <a:rPr lang="sk-SK" sz="2500" dirty="0"/>
                        <a:t> [²vil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ː</a:t>
                      </a:r>
                      <a:r>
                        <a:rPr lang="sk-SK" sz="2500" dirty="0"/>
                        <a:t>e]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500" b="1" noProof="0" dirty="0"/>
                        <a:t>vil</a:t>
                      </a:r>
                      <a:r>
                        <a:rPr lang="nb-NO" sz="2500" noProof="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[¹vil]</a:t>
                      </a:r>
                      <a:endParaRPr lang="cs-CZ" sz="25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089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måtte</a:t>
                      </a:r>
                      <a:r>
                        <a:rPr lang="sk-SK" sz="2500" dirty="0"/>
                        <a:t> [²mot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ː</a:t>
                      </a:r>
                      <a:r>
                        <a:rPr lang="sk-SK" sz="2500" dirty="0"/>
                        <a:t>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500" b="1" noProof="0" dirty="0"/>
                        <a:t>må</a:t>
                      </a:r>
                      <a:r>
                        <a:rPr lang="nb-NO" sz="2500" noProof="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[¹mo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ː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cs-CZ" sz="25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048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skulle</a:t>
                      </a:r>
                      <a:r>
                        <a:rPr lang="sk-SK" sz="250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[²skʉlːe]</a:t>
                      </a:r>
                      <a:endParaRPr lang="sk-SK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500" b="1" noProof="0" dirty="0"/>
                        <a:t>skal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[¹skɑl]</a:t>
                      </a:r>
                      <a:endParaRPr lang="cs-CZ" sz="25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12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b="1" dirty="0"/>
                        <a:t>burde</a:t>
                      </a:r>
                      <a:r>
                        <a:rPr lang="sk-SK" sz="250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[²bʉrde]</a:t>
                      </a:r>
                      <a:endParaRPr lang="sk-SK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500" b="1" noProof="0" dirty="0"/>
                        <a:t>bør</a:t>
                      </a:r>
                      <a:r>
                        <a:rPr lang="nb-NO" sz="2500" noProof="0" dirty="0"/>
                        <a:t> 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[¹bø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</a:rPr>
                        <a:t>ː</a:t>
                      </a:r>
                      <a:r>
                        <a:rPr lang="sk-SK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r]</a:t>
                      </a:r>
                      <a:endParaRPr lang="cs-CZ" sz="25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05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396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D6FF-40C3-2FEC-0F4E-BFB24523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5C04C937-4F8A-EBDD-E1A3-195A5700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193C08CE-4DBB-EEBB-0F71-CBDED93D1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r>
              <a:rPr lang="cs-CZ" sz="2700" noProof="0" dirty="0"/>
              <a:t>Pokud </a:t>
            </a:r>
            <a:r>
              <a:rPr lang="cs-CZ" sz="2700" dirty="0"/>
              <a:t>způsobová</a:t>
            </a:r>
            <a:r>
              <a:rPr lang="cs-CZ" sz="2700" noProof="0" dirty="0"/>
              <a:t> (modální) slovesa stojí ve větě s jiným slovesem, toto sloveso je </a:t>
            </a:r>
            <a:r>
              <a:rPr lang="cs-CZ" sz="2700" b="1" noProof="0" dirty="0"/>
              <a:t>v infinitivu </a:t>
            </a:r>
            <a:r>
              <a:rPr lang="cs-CZ" sz="2700" noProof="0" dirty="0"/>
              <a:t>a </a:t>
            </a:r>
            <a:r>
              <a:rPr lang="cs-CZ" sz="2700" b="1" noProof="0" dirty="0"/>
              <a:t>bez částice </a:t>
            </a:r>
            <a:r>
              <a:rPr lang="cs-CZ" sz="2700" b="1" i="1" noProof="0" dirty="0">
                <a:solidFill>
                  <a:schemeClr val="accent1">
                    <a:lumMod val="75000"/>
                  </a:schemeClr>
                </a:solidFill>
              </a:rPr>
              <a:t>å</a:t>
            </a:r>
            <a:r>
              <a:rPr lang="cs-CZ" sz="2700" noProof="0" dirty="0"/>
              <a:t>:</a:t>
            </a:r>
          </a:p>
          <a:p>
            <a:pPr marL="72000" indent="0">
              <a:buNone/>
            </a:pPr>
            <a:endParaRPr lang="cs-CZ" sz="2700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/>
              <a:t>Jeg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kan komme</a:t>
            </a:r>
            <a:r>
              <a:rPr lang="nb-NO" sz="2700" noProof="0" dirty="0"/>
              <a:t> i morgen.</a:t>
            </a:r>
            <a:r>
              <a:rPr lang="sk-SK" sz="2700" dirty="0"/>
              <a:t> </a:t>
            </a:r>
            <a:r>
              <a:rPr lang="cs-CZ" sz="2700" noProof="0" dirty="0"/>
              <a:t>(Zítra mohu přijít.</a:t>
            </a:r>
            <a:r>
              <a:rPr lang="sk-SK" sz="27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sz="2700" dirty="0">
                <a:solidFill>
                  <a:schemeClr val="accent1">
                    <a:lumMod val="75000"/>
                  </a:schemeClr>
                </a:solidFill>
              </a:rPr>
              <a:t>Får</a:t>
            </a:r>
            <a:r>
              <a:rPr lang="nb-NO" sz="2700" dirty="0"/>
              <a:t> jeg </a:t>
            </a:r>
            <a:r>
              <a:rPr lang="nb-NO" sz="2700" dirty="0">
                <a:solidFill>
                  <a:schemeClr val="accent1">
                    <a:lumMod val="75000"/>
                  </a:schemeClr>
                </a:solidFill>
              </a:rPr>
              <a:t>låne</a:t>
            </a:r>
            <a:r>
              <a:rPr lang="nb-NO" sz="2700" dirty="0"/>
              <a:t> bilen? </a:t>
            </a:r>
            <a:r>
              <a:rPr lang="cs-CZ" sz="2700" noProof="0" dirty="0"/>
              <a:t>(Smím si půjčit auto?)</a:t>
            </a:r>
            <a:endParaRPr lang="sk-SK" sz="2700" dirty="0"/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/>
              <a:t>De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vil bo </a:t>
            </a:r>
            <a:r>
              <a:rPr lang="nb-NO" sz="2700" noProof="0" dirty="0"/>
              <a:t>i Norge.</a:t>
            </a:r>
            <a:r>
              <a:rPr lang="sk-SK" sz="2700" dirty="0"/>
              <a:t> </a:t>
            </a:r>
            <a:r>
              <a:rPr lang="cs-CZ" sz="2700" noProof="0" dirty="0"/>
              <a:t>(Chtějí bydlet v Norsku.)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/>
              <a:t>Han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må skynde seg</a:t>
            </a:r>
            <a:r>
              <a:rPr lang="nb-NO" sz="2700" noProof="0" dirty="0"/>
              <a:t>.</a:t>
            </a:r>
            <a:r>
              <a:rPr lang="sk-SK" sz="2700" dirty="0"/>
              <a:t> </a:t>
            </a:r>
            <a:r>
              <a:rPr lang="cs-CZ" sz="2700" noProof="0" dirty="0"/>
              <a:t>(Musí si pospíšit.)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Skal</a:t>
            </a:r>
            <a:r>
              <a:rPr lang="nb-NO" sz="2700" noProof="0" dirty="0"/>
              <a:t> jeg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gjøre</a:t>
            </a:r>
            <a:r>
              <a:rPr lang="nb-NO" sz="2700" noProof="0" dirty="0"/>
              <a:t> det?</a:t>
            </a:r>
            <a:r>
              <a:rPr lang="sk-SK" sz="2700" dirty="0"/>
              <a:t> </a:t>
            </a:r>
            <a:r>
              <a:rPr lang="cs-CZ" sz="2700" noProof="0" dirty="0"/>
              <a:t>(Mám to udělat?)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/>
              <a:t>Vi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bør hjelpe </a:t>
            </a:r>
            <a:r>
              <a:rPr lang="nb-NO" sz="2700" noProof="0" dirty="0"/>
              <a:t>dem.</a:t>
            </a:r>
            <a:r>
              <a:rPr lang="sk-SK" sz="2700" dirty="0"/>
              <a:t> </a:t>
            </a:r>
            <a:r>
              <a:rPr lang="cs-CZ" sz="2700" noProof="0" dirty="0"/>
              <a:t>(Měli bychom jim pomoct.)</a:t>
            </a:r>
          </a:p>
          <a:p>
            <a:pPr>
              <a:buFont typeface="Arial" panose="020B0604020202020204" pitchFamily="34" charset="0"/>
              <a:buChar char="•"/>
            </a:pPr>
            <a:endParaRPr lang="cs-CZ" sz="2700" noProof="0" dirty="0"/>
          </a:p>
        </p:txBody>
      </p:sp>
    </p:spTree>
    <p:extLst>
      <p:ext uri="{BB962C8B-B14F-4D97-AF65-F5344CB8AC3E}">
        <p14:creationId xmlns:p14="http://schemas.microsoft.com/office/powerpoint/2010/main" val="3864184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02E11-DBCB-6320-DFD0-7BEA4DDA9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8B9ADBB5-B4B6-2F02-BD4F-9DE0F9C6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CB779FAA-B977-2E3E-9A8C-1748FEEA5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endParaRPr lang="cs-CZ" sz="2700" noProof="0" dirty="0"/>
          </a:p>
          <a:p>
            <a:pPr marL="72000" indent="0">
              <a:buNone/>
            </a:pPr>
            <a:r>
              <a:rPr lang="cs-CZ" sz="2700" noProof="0" dirty="0"/>
              <a:t>Pokud po modálním slovese následuje sloveso vyjadřující pohyb, např.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gå</a:t>
            </a:r>
            <a:r>
              <a:rPr lang="cs-CZ" sz="2700" noProof="0" dirty="0"/>
              <a:t> (jít),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dra</a:t>
            </a:r>
            <a:r>
              <a:rPr lang="nb-NO" sz="2700" noProof="0" dirty="0"/>
              <a:t> </a:t>
            </a:r>
            <a:r>
              <a:rPr lang="cs-CZ" sz="2700" noProof="0" dirty="0"/>
              <a:t>(jet),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reise</a:t>
            </a:r>
            <a:r>
              <a:rPr lang="cs-CZ" sz="2700" noProof="0" dirty="0"/>
              <a:t> (cestovat), můžeme ho vynechat.</a:t>
            </a:r>
          </a:p>
          <a:p>
            <a:pPr marL="72000" indent="0">
              <a:buNone/>
            </a:pPr>
            <a:endParaRPr lang="cs-CZ" sz="2700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/>
              <a:t>Jeg </a:t>
            </a:r>
            <a:r>
              <a:rPr lang="nb-NO" sz="2700" dirty="0">
                <a:solidFill>
                  <a:schemeClr val="accent1">
                    <a:lumMod val="75000"/>
                  </a:schemeClr>
                </a:solidFill>
              </a:rPr>
              <a:t>må (gå) </a:t>
            </a:r>
            <a:r>
              <a:rPr lang="nb-NO" sz="2700" dirty="0"/>
              <a:t>hjem</a:t>
            </a:r>
            <a:r>
              <a:rPr lang="sk-SK" sz="2700" dirty="0"/>
              <a:t>. </a:t>
            </a:r>
            <a:r>
              <a:rPr lang="cs-CZ" sz="2700" noProof="0" dirty="0"/>
              <a:t>(Musím jít domů.)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2700" dirty="0"/>
              <a:t>De </a:t>
            </a:r>
            <a:r>
              <a:rPr lang="sk-SK" sz="2700" dirty="0">
                <a:solidFill>
                  <a:schemeClr val="accent1">
                    <a:lumMod val="75000"/>
                  </a:schemeClr>
                </a:solidFill>
              </a:rPr>
              <a:t>vil </a:t>
            </a:r>
            <a:r>
              <a:rPr lang="nb-NO" sz="2700" dirty="0">
                <a:solidFill>
                  <a:schemeClr val="accent1">
                    <a:lumMod val="75000"/>
                  </a:schemeClr>
                </a:solidFill>
              </a:rPr>
              <a:t>(reise) </a:t>
            </a:r>
            <a:r>
              <a:rPr lang="nb-NO" sz="2700" dirty="0"/>
              <a:t>til</a:t>
            </a:r>
            <a:r>
              <a:rPr lang="sk-SK" sz="2700" dirty="0"/>
              <a:t> </a:t>
            </a:r>
            <a:r>
              <a:rPr lang="nb-NO" sz="2700" noProof="0" dirty="0"/>
              <a:t>Norge.</a:t>
            </a:r>
            <a:r>
              <a:rPr lang="sk-SK" sz="2700" dirty="0"/>
              <a:t> </a:t>
            </a:r>
            <a:r>
              <a:rPr lang="cs-CZ" sz="2700" noProof="0" dirty="0"/>
              <a:t>(Chtějí odcestovat do Norska.)</a:t>
            </a:r>
            <a:endParaRPr lang="sk-SK" sz="2700" dirty="0"/>
          </a:p>
          <a:p>
            <a:pPr>
              <a:buFont typeface="Arial" panose="020B0604020202020204" pitchFamily="34" charset="0"/>
              <a:buChar char="•"/>
            </a:pPr>
            <a:endParaRPr lang="cs-CZ" sz="2700" noProof="0" dirty="0"/>
          </a:p>
        </p:txBody>
      </p:sp>
    </p:spTree>
    <p:extLst>
      <p:ext uri="{BB962C8B-B14F-4D97-AF65-F5344CB8AC3E}">
        <p14:creationId xmlns:p14="http://schemas.microsoft.com/office/powerpoint/2010/main" val="810974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A5CEEB-1A3E-EAC2-B8D2-71F94970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956BC7-09D4-A449-4FC6-3C3BCDF29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přítomný čas modálních sloves.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měl</a:t>
            </a:r>
            <a:r>
              <a:rPr lang="sk-SK" sz="3000" dirty="0">
                <a:solidFill>
                  <a:schemeClr val="accent1"/>
                </a:solidFill>
              </a:rPr>
              <a:t>/a </a:t>
            </a:r>
            <a:r>
              <a:rPr lang="sk-SK" sz="3000" dirty="0" err="1">
                <a:solidFill>
                  <a:schemeClr val="accent1"/>
                </a:solidFill>
              </a:rPr>
              <a:t>bys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gå hjem.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muset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finne ham.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>
                <a:solidFill>
                  <a:schemeClr val="accent1"/>
                </a:solidFill>
              </a:rPr>
              <a:t>moci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spørre oss.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Han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chtít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hjelpe deg.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Hun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mít</a:t>
            </a:r>
            <a:r>
              <a:rPr lang="sk-SK" sz="3000" dirty="0">
                <a:solidFill>
                  <a:schemeClr val="accent1"/>
                </a:solidFill>
              </a:rPr>
              <a:t> </a:t>
            </a:r>
            <a:r>
              <a:rPr lang="sk-SK" sz="3000" dirty="0" err="1">
                <a:solidFill>
                  <a:schemeClr val="accent1"/>
                </a:solidFill>
              </a:rPr>
              <a:t>povinnost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ringe henne.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1310252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25BA-D263-59C2-8479-50CAC8CDC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A5AA7B-BB17-F51B-8A46-17840398F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1A3093-EF35-679A-7429-1E84C2928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přítomný čas modálních sloves.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</a:t>
            </a:r>
            <a:r>
              <a:rPr lang="nb-NO" sz="3000" b="1" dirty="0"/>
              <a:t>bør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měl</a:t>
            </a:r>
            <a:r>
              <a:rPr lang="sk-SK" sz="3000" dirty="0">
                <a:solidFill>
                  <a:schemeClr val="accent1"/>
                </a:solidFill>
              </a:rPr>
              <a:t>/a </a:t>
            </a:r>
            <a:r>
              <a:rPr lang="sk-SK" sz="3000" dirty="0" err="1">
                <a:solidFill>
                  <a:schemeClr val="accent1"/>
                </a:solidFill>
              </a:rPr>
              <a:t>bys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gå hjem.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muset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finne ham.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>
                <a:solidFill>
                  <a:schemeClr val="accent1"/>
                </a:solidFill>
              </a:rPr>
              <a:t>moci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spørre oss.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Han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chtít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hjelpe deg.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Hun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mít</a:t>
            </a:r>
            <a:r>
              <a:rPr lang="sk-SK" sz="3000" dirty="0">
                <a:solidFill>
                  <a:schemeClr val="accent1"/>
                </a:solidFill>
              </a:rPr>
              <a:t> </a:t>
            </a:r>
            <a:r>
              <a:rPr lang="sk-SK" sz="3000" dirty="0" err="1">
                <a:solidFill>
                  <a:schemeClr val="accent1"/>
                </a:solidFill>
              </a:rPr>
              <a:t>povinnost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ringe henne.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4141490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9757-4C9C-32B7-3A02-4BBE3201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FA5B02-3CFB-39ED-8B87-A8CBFFA53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EA62D1B-FE7F-B774-8ADC-F70287E39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přítomný čas modálních sloves.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</a:t>
            </a:r>
            <a:r>
              <a:rPr lang="nb-NO" sz="3000" b="1" dirty="0"/>
              <a:t>bør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měl</a:t>
            </a:r>
            <a:r>
              <a:rPr lang="sk-SK" sz="3000" dirty="0">
                <a:solidFill>
                  <a:schemeClr val="accent1"/>
                </a:solidFill>
              </a:rPr>
              <a:t>/a </a:t>
            </a:r>
            <a:r>
              <a:rPr lang="sk-SK" sz="3000" dirty="0" err="1">
                <a:solidFill>
                  <a:schemeClr val="accent1"/>
                </a:solidFill>
              </a:rPr>
              <a:t>bys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gå hjem.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 </a:t>
            </a:r>
            <a:r>
              <a:rPr lang="nb-NO" sz="3000" b="1" dirty="0"/>
              <a:t>må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muset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finne ham.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>
                <a:solidFill>
                  <a:schemeClr val="accent1"/>
                </a:solidFill>
              </a:rPr>
              <a:t>moci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spørre oss.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Han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chtít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hjelpe deg.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Hun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mít</a:t>
            </a:r>
            <a:r>
              <a:rPr lang="sk-SK" sz="3000" dirty="0">
                <a:solidFill>
                  <a:schemeClr val="accent1"/>
                </a:solidFill>
              </a:rPr>
              <a:t> </a:t>
            </a:r>
            <a:r>
              <a:rPr lang="sk-SK" sz="3000" dirty="0" err="1">
                <a:solidFill>
                  <a:schemeClr val="accent1"/>
                </a:solidFill>
              </a:rPr>
              <a:t>povinnost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ringe henne.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3906593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6DB7-8781-6B57-B15B-0C4D1FB75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5CCD48-9637-974A-5B8F-DBCFEC67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7D87650-AB4A-10C6-17E2-85DA41C8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přítomný čas modálních sloves.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</a:t>
            </a:r>
            <a:r>
              <a:rPr lang="nb-NO" sz="3000" b="1" dirty="0"/>
              <a:t>bør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měl</a:t>
            </a:r>
            <a:r>
              <a:rPr lang="sk-SK" sz="3000" dirty="0">
                <a:solidFill>
                  <a:schemeClr val="accent1"/>
                </a:solidFill>
              </a:rPr>
              <a:t>/a </a:t>
            </a:r>
            <a:r>
              <a:rPr lang="sk-SK" sz="3000" dirty="0" err="1">
                <a:solidFill>
                  <a:schemeClr val="accent1"/>
                </a:solidFill>
              </a:rPr>
              <a:t>bys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gå hjem.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 </a:t>
            </a:r>
            <a:r>
              <a:rPr lang="nb-NO" sz="3000" b="1" dirty="0"/>
              <a:t>må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muset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finne ham.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</a:t>
            </a:r>
            <a:r>
              <a:rPr lang="nb-NO" sz="3000" b="1" dirty="0"/>
              <a:t>kan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>
                <a:solidFill>
                  <a:schemeClr val="accent1"/>
                </a:solidFill>
              </a:rPr>
              <a:t>moci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spørre oss.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Han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chtít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hjelpe deg.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Hun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mít</a:t>
            </a:r>
            <a:r>
              <a:rPr lang="sk-SK" sz="3000" dirty="0">
                <a:solidFill>
                  <a:schemeClr val="accent1"/>
                </a:solidFill>
              </a:rPr>
              <a:t> </a:t>
            </a:r>
            <a:r>
              <a:rPr lang="sk-SK" sz="3000" dirty="0" err="1">
                <a:solidFill>
                  <a:schemeClr val="accent1"/>
                </a:solidFill>
              </a:rPr>
              <a:t>povinnost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ringe henne.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996991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3CF6-BE26-0020-A319-9C1D468B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968054-2E40-1C71-8B10-64AA658A9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CBBB594-7F4A-6A38-D503-8589FB646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přítomný čas modálních sloves.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</a:t>
            </a:r>
            <a:r>
              <a:rPr lang="nb-NO" sz="3000" b="1" dirty="0"/>
              <a:t>bør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měl</a:t>
            </a:r>
            <a:r>
              <a:rPr lang="sk-SK" sz="3000" dirty="0">
                <a:solidFill>
                  <a:schemeClr val="accent1"/>
                </a:solidFill>
              </a:rPr>
              <a:t>/a </a:t>
            </a:r>
            <a:r>
              <a:rPr lang="sk-SK" sz="3000" dirty="0" err="1">
                <a:solidFill>
                  <a:schemeClr val="accent1"/>
                </a:solidFill>
              </a:rPr>
              <a:t>bys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gå hjem.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 </a:t>
            </a:r>
            <a:r>
              <a:rPr lang="nb-NO" sz="3000" b="1" dirty="0"/>
              <a:t>må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muset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finne ham.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</a:t>
            </a:r>
            <a:r>
              <a:rPr lang="nb-NO" sz="3000" b="1" dirty="0"/>
              <a:t>kan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>
                <a:solidFill>
                  <a:schemeClr val="accent1"/>
                </a:solidFill>
              </a:rPr>
              <a:t>moci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spørre oss.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Han </a:t>
            </a:r>
            <a:r>
              <a:rPr lang="nb-NO" sz="3000" b="1" dirty="0"/>
              <a:t>vil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chtít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hjelpe deg.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Hun __________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mít</a:t>
            </a:r>
            <a:r>
              <a:rPr lang="sk-SK" sz="3000" dirty="0">
                <a:solidFill>
                  <a:schemeClr val="accent1"/>
                </a:solidFill>
              </a:rPr>
              <a:t> </a:t>
            </a:r>
            <a:r>
              <a:rPr lang="sk-SK" sz="3000" dirty="0" err="1">
                <a:solidFill>
                  <a:schemeClr val="accent1"/>
                </a:solidFill>
              </a:rPr>
              <a:t>povinnost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ringe henne.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4250796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0618E-9667-A6F0-DBD4-FCD9823D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16A196-46FA-0075-2C58-FFCA068F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747C11-FC35-26EC-A448-278617C08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přítomný čas modálních sloves.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</a:t>
            </a:r>
            <a:r>
              <a:rPr lang="nb-NO" sz="3000" b="1" dirty="0"/>
              <a:t>bør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měl</a:t>
            </a:r>
            <a:r>
              <a:rPr lang="sk-SK" sz="3000" dirty="0">
                <a:solidFill>
                  <a:schemeClr val="accent1"/>
                </a:solidFill>
              </a:rPr>
              <a:t>/a </a:t>
            </a:r>
            <a:r>
              <a:rPr lang="sk-SK" sz="3000" dirty="0" err="1">
                <a:solidFill>
                  <a:schemeClr val="accent1"/>
                </a:solidFill>
              </a:rPr>
              <a:t>bys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gå hjem.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 </a:t>
            </a:r>
            <a:r>
              <a:rPr lang="nb-NO" sz="3000" b="1" dirty="0"/>
              <a:t>må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muset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finne ham.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Du </a:t>
            </a:r>
            <a:r>
              <a:rPr lang="nb-NO" sz="3000" b="1" dirty="0"/>
              <a:t>kan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>
                <a:solidFill>
                  <a:schemeClr val="accent1"/>
                </a:solidFill>
              </a:rPr>
              <a:t>moci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spørre oss.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Han </a:t>
            </a:r>
            <a:r>
              <a:rPr lang="nb-NO" sz="3000" b="1" dirty="0"/>
              <a:t>vil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chtít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hjelpe deg.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Hun </a:t>
            </a:r>
            <a:r>
              <a:rPr lang="nb-NO" sz="3000" b="1" dirty="0"/>
              <a:t>skal</a:t>
            </a:r>
            <a:r>
              <a:rPr lang="nb-NO" sz="3000" dirty="0"/>
              <a:t> </a:t>
            </a:r>
            <a:r>
              <a:rPr lang="nb-NO" sz="3000" dirty="0">
                <a:solidFill>
                  <a:schemeClr val="accent1"/>
                </a:solidFill>
              </a:rPr>
              <a:t>(</a:t>
            </a:r>
            <a:r>
              <a:rPr lang="sk-SK" sz="3000" dirty="0" err="1">
                <a:solidFill>
                  <a:schemeClr val="accent1"/>
                </a:solidFill>
              </a:rPr>
              <a:t>mít</a:t>
            </a:r>
            <a:r>
              <a:rPr lang="sk-SK" sz="3000" dirty="0">
                <a:solidFill>
                  <a:schemeClr val="accent1"/>
                </a:solidFill>
              </a:rPr>
              <a:t> </a:t>
            </a:r>
            <a:r>
              <a:rPr lang="sk-SK" sz="3000" dirty="0" err="1">
                <a:solidFill>
                  <a:schemeClr val="accent1"/>
                </a:solidFill>
              </a:rPr>
              <a:t>povinnost</a:t>
            </a:r>
            <a:r>
              <a:rPr lang="nb-NO" sz="3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ringe henne.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1673447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6FFE-5B5A-B26E-00AE-029E5A28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9705A4EB-8EE5-5C57-9440-2E42F3B25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6685B2DB-4AF3-D20F-86D0-0EE041400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r>
              <a:rPr lang="cs-CZ" sz="2700" noProof="0" dirty="0"/>
              <a:t>Pokud tvoříme zápor, umísťujeme částici </a:t>
            </a:r>
            <a:r>
              <a:rPr lang="nb-NO" sz="2700" b="1" noProof="0" dirty="0">
                <a:solidFill>
                  <a:schemeClr val="accent1">
                    <a:lumMod val="75000"/>
                  </a:schemeClr>
                </a:solidFill>
              </a:rPr>
              <a:t>ikke</a:t>
            </a:r>
            <a:r>
              <a:rPr lang="sk-SK" sz="2700" dirty="0"/>
              <a:t> </a:t>
            </a:r>
            <a:r>
              <a:rPr lang="cs-CZ" sz="2700" noProof="0" dirty="0"/>
              <a:t>v oznamovacích větách hned za modální sloveso.</a:t>
            </a:r>
            <a:endParaRPr lang="nb-NO" sz="2700" dirty="0"/>
          </a:p>
          <a:p>
            <a:pPr marL="72000" indent="0">
              <a:buNone/>
            </a:pPr>
            <a:endParaRPr lang="cs-CZ" sz="2700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/>
              <a:t>Jeg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kan </a:t>
            </a:r>
            <a:r>
              <a:rPr lang="nb-NO" sz="2700" u="sng" noProof="0" dirty="0">
                <a:solidFill>
                  <a:schemeClr val="accent1">
                    <a:lumMod val="75000"/>
                  </a:schemeClr>
                </a:solidFill>
              </a:rPr>
              <a:t>ikke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 komme </a:t>
            </a:r>
            <a:r>
              <a:rPr lang="nb-NO" sz="2700" noProof="0" dirty="0"/>
              <a:t>i morgen. </a:t>
            </a:r>
            <a:r>
              <a:rPr lang="cs-CZ" sz="2700" noProof="0" dirty="0"/>
              <a:t>(Zítra </a:t>
            </a:r>
            <a:r>
              <a:rPr lang="cs-CZ" sz="2700" u="sng" noProof="0" dirty="0"/>
              <a:t>ne</a:t>
            </a:r>
            <a:r>
              <a:rPr lang="cs-CZ" sz="2700" noProof="0" dirty="0"/>
              <a:t>mohu přijít.)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sz="2700" dirty="0"/>
              <a:t>Hun </a:t>
            </a:r>
            <a:r>
              <a:rPr lang="nb-NO" sz="2700" dirty="0">
                <a:solidFill>
                  <a:schemeClr val="accent1">
                    <a:lumMod val="75000"/>
                  </a:schemeClr>
                </a:solidFill>
              </a:rPr>
              <a:t>får </a:t>
            </a:r>
            <a:r>
              <a:rPr lang="nb-NO" sz="2700" u="sng" dirty="0">
                <a:solidFill>
                  <a:schemeClr val="accent1">
                    <a:lumMod val="75000"/>
                  </a:schemeClr>
                </a:solidFill>
              </a:rPr>
              <a:t>ikke</a:t>
            </a:r>
            <a:r>
              <a:rPr lang="nb-NO" sz="2700" dirty="0">
                <a:solidFill>
                  <a:schemeClr val="accent1">
                    <a:lumMod val="75000"/>
                  </a:schemeClr>
                </a:solidFill>
              </a:rPr>
              <a:t> se </a:t>
            </a:r>
            <a:r>
              <a:rPr lang="nb-NO" sz="2700" dirty="0"/>
              <a:t>det. </a:t>
            </a:r>
            <a:r>
              <a:rPr lang="sk-SK" sz="2700" dirty="0"/>
              <a:t>(</a:t>
            </a:r>
            <a:r>
              <a:rPr lang="cs-CZ" sz="2700" u="sng" noProof="0" dirty="0"/>
              <a:t>Ne</a:t>
            </a:r>
            <a:r>
              <a:rPr lang="cs-CZ" sz="2700" noProof="0" dirty="0"/>
              <a:t>smí to vidět</a:t>
            </a:r>
            <a:r>
              <a:rPr lang="sk-SK" sz="2700" dirty="0"/>
              <a:t>.)</a:t>
            </a:r>
            <a:endParaRPr lang="cs-CZ" sz="2700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/>
              <a:t>De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vil </a:t>
            </a:r>
            <a:r>
              <a:rPr lang="nb-NO" sz="2700" u="sng" noProof="0" dirty="0">
                <a:solidFill>
                  <a:schemeClr val="accent1">
                    <a:lumMod val="75000"/>
                  </a:schemeClr>
                </a:solidFill>
              </a:rPr>
              <a:t>ikke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 bo </a:t>
            </a:r>
            <a:r>
              <a:rPr lang="nb-NO" sz="2700" noProof="0" dirty="0"/>
              <a:t>i Norge. </a:t>
            </a:r>
            <a:r>
              <a:rPr lang="cs-CZ" sz="2700" noProof="0" dirty="0"/>
              <a:t>(</a:t>
            </a:r>
            <a:r>
              <a:rPr lang="cs-CZ" sz="2700" u="sng" noProof="0" dirty="0"/>
              <a:t>Ne</a:t>
            </a:r>
            <a:r>
              <a:rPr lang="cs-CZ" sz="2700" noProof="0" dirty="0"/>
              <a:t>chtějí bydlet v Norsku.)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/>
              <a:t>Han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må </a:t>
            </a:r>
            <a:r>
              <a:rPr lang="nb-NO" sz="2700" u="sng" noProof="0" dirty="0">
                <a:solidFill>
                  <a:schemeClr val="accent1">
                    <a:lumMod val="75000"/>
                  </a:schemeClr>
                </a:solidFill>
              </a:rPr>
              <a:t>ikke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 skynde seg</a:t>
            </a:r>
            <a:r>
              <a:rPr lang="nb-NO" sz="2700" noProof="0" dirty="0"/>
              <a:t>. </a:t>
            </a:r>
            <a:r>
              <a:rPr lang="cs-CZ" sz="2700" noProof="0" dirty="0"/>
              <a:t>(1. </a:t>
            </a:r>
            <a:r>
              <a:rPr lang="cs-CZ" sz="2700" u="sng" noProof="0" dirty="0"/>
              <a:t>Ne</a:t>
            </a:r>
            <a:r>
              <a:rPr lang="cs-CZ" sz="2700" noProof="0" dirty="0"/>
              <a:t>smí spěchat. 2. </a:t>
            </a:r>
            <a:r>
              <a:rPr lang="cs-CZ" sz="2700" u="sng" noProof="0" dirty="0"/>
              <a:t>Ne</a:t>
            </a:r>
            <a:r>
              <a:rPr lang="cs-CZ" sz="2700" noProof="0" dirty="0"/>
              <a:t>musí spěchat.)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sz="2700" noProof="0" dirty="0"/>
              <a:t>Vi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bør </a:t>
            </a:r>
            <a:r>
              <a:rPr lang="nb-NO" sz="2700" u="sng" noProof="0" dirty="0">
                <a:solidFill>
                  <a:schemeClr val="accent1">
                    <a:lumMod val="75000"/>
                  </a:schemeClr>
                </a:solidFill>
              </a:rPr>
              <a:t>ikke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 hjelpe </a:t>
            </a:r>
            <a:r>
              <a:rPr lang="nb-NO" sz="2700" noProof="0" dirty="0"/>
              <a:t>dem. </a:t>
            </a:r>
            <a:r>
              <a:rPr lang="cs-CZ" sz="2700" noProof="0" dirty="0"/>
              <a:t>(</a:t>
            </a:r>
            <a:r>
              <a:rPr lang="cs-CZ" sz="2700" u="sng" noProof="0" dirty="0"/>
              <a:t>Ne</a:t>
            </a:r>
            <a:r>
              <a:rPr lang="cs-CZ" sz="2700" noProof="0" dirty="0"/>
              <a:t>měli bychom jim pomoct.)</a:t>
            </a:r>
            <a:r>
              <a:rPr lang="sk-SK" sz="2700" dirty="0"/>
              <a:t> </a:t>
            </a:r>
          </a:p>
          <a:p>
            <a:pPr marL="72000" indent="0">
              <a:buNone/>
            </a:pPr>
            <a:endParaRPr lang="cs-CZ" sz="2700" noProof="0" dirty="0"/>
          </a:p>
        </p:txBody>
      </p:sp>
    </p:spTree>
    <p:extLst>
      <p:ext uri="{BB962C8B-B14F-4D97-AF65-F5344CB8AC3E}">
        <p14:creationId xmlns:p14="http://schemas.microsoft.com/office/powerpoint/2010/main" val="1520686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B8445-E538-9C51-9081-D0C95C04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70971D0E-D300-9984-9B4B-BB96B436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636CB60D-1D0E-1D29-B7FE-B4BCC8753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r>
              <a:rPr lang="cs-CZ" sz="2700" noProof="0" dirty="0"/>
              <a:t>V otázkách (a ve větách, které začínají jiným členem než podmětem) klademe</a:t>
            </a:r>
            <a:r>
              <a:rPr lang="cs-CZ" sz="2700" b="1" i="1" noProof="0" dirty="0"/>
              <a:t> </a:t>
            </a:r>
            <a:r>
              <a:rPr lang="nb-NO" sz="2700" b="1" noProof="0" dirty="0">
                <a:solidFill>
                  <a:schemeClr val="accent1">
                    <a:lumMod val="75000"/>
                  </a:schemeClr>
                </a:solidFill>
              </a:rPr>
              <a:t>ikke</a:t>
            </a:r>
            <a:r>
              <a:rPr lang="sk-SK" sz="2700" dirty="0"/>
              <a:t> </a:t>
            </a:r>
            <a:r>
              <a:rPr lang="cs-CZ" sz="2700" noProof="0" dirty="0"/>
              <a:t>až za podmět. </a:t>
            </a:r>
          </a:p>
          <a:p>
            <a:pPr marL="72000" indent="0">
              <a:buNone/>
            </a:pPr>
            <a:endParaRPr lang="nb-NO" sz="2700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nb-NO" sz="2700" dirty="0"/>
              <a:t>Skal </a:t>
            </a:r>
            <a:r>
              <a:rPr lang="nb-NO" sz="2700" dirty="0">
                <a:solidFill>
                  <a:schemeClr val="accent1">
                    <a:lumMod val="75000"/>
                  </a:schemeClr>
                </a:solidFill>
              </a:rPr>
              <a:t>jeg </a:t>
            </a:r>
            <a:r>
              <a:rPr lang="nb-NO" sz="2700" u="sng" dirty="0">
                <a:solidFill>
                  <a:schemeClr val="accent1">
                    <a:lumMod val="75000"/>
                  </a:schemeClr>
                </a:solidFill>
              </a:rPr>
              <a:t>ikke</a:t>
            </a:r>
            <a:r>
              <a:rPr lang="nb-NO" sz="2700" dirty="0">
                <a:solidFill>
                  <a:schemeClr val="accent1">
                    <a:lumMod val="75000"/>
                  </a:schemeClr>
                </a:solidFill>
              </a:rPr>
              <a:t> gjøre </a:t>
            </a:r>
            <a:r>
              <a:rPr lang="nb-NO" sz="2700" dirty="0"/>
              <a:t>det? </a:t>
            </a:r>
            <a:r>
              <a:rPr lang="cs-CZ" sz="2700" noProof="0" dirty="0"/>
              <a:t>(Nemám to udělat?)</a:t>
            </a:r>
          </a:p>
        </p:txBody>
      </p:sp>
    </p:spTree>
    <p:extLst>
      <p:ext uri="{BB962C8B-B14F-4D97-AF65-F5344CB8AC3E}">
        <p14:creationId xmlns:p14="http://schemas.microsoft.com/office/powerpoint/2010/main" val="2977726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34601-004E-62B6-2E5C-AC0B463A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71F6043B-A8D2-8202-7C12-5AD4D5C5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ACCC66FF-96E5-AE82-1F87-9B3B0BD3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 algn="just">
              <a:buNone/>
            </a:pPr>
            <a:endParaRPr lang="nb-NO" sz="2700" dirty="0"/>
          </a:p>
          <a:p>
            <a:pPr marL="72000" indent="0" algn="ctr">
              <a:buNone/>
            </a:pPr>
            <a:r>
              <a:rPr lang="sk-SK" sz="2700" dirty="0"/>
              <a:t>Pozor na spojení </a:t>
            </a:r>
            <a:r>
              <a:rPr lang="nb-NO" sz="2700" b="1" noProof="0" dirty="0">
                <a:solidFill>
                  <a:schemeClr val="accent1">
                    <a:lumMod val="75000"/>
                  </a:schemeClr>
                </a:solidFill>
              </a:rPr>
              <a:t>må ikke</a:t>
            </a:r>
            <a:r>
              <a:rPr lang="sk-SK" sz="2700" b="1" dirty="0"/>
              <a:t>!</a:t>
            </a:r>
          </a:p>
          <a:p>
            <a:pPr marL="72000" indent="0" algn="just">
              <a:buNone/>
            </a:pPr>
            <a:endParaRPr lang="sk-SK" sz="27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72000" indent="0" algn="just">
              <a:buNone/>
            </a:pPr>
            <a:r>
              <a:rPr lang="sk-SK" sz="2700" dirty="0"/>
              <a:t>„</a:t>
            </a:r>
            <a:r>
              <a:rPr lang="sk-SK" sz="2700" b="1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nb-NO" sz="2700" b="1" dirty="0">
                <a:solidFill>
                  <a:schemeClr val="accent1">
                    <a:lumMod val="75000"/>
                  </a:schemeClr>
                </a:solidFill>
              </a:rPr>
              <a:t>å ikke</a:t>
            </a:r>
            <a:r>
              <a:rPr lang="sk-SK" sz="2700" dirty="0"/>
              <a:t>“ totiž do češtiny </a:t>
            </a:r>
            <a:r>
              <a:rPr lang="cs-CZ" sz="2700" noProof="0" dirty="0"/>
              <a:t>překládáme jako </a:t>
            </a:r>
            <a:r>
              <a:rPr lang="cs-CZ" sz="2700" i="1" noProof="0" dirty="0">
                <a:solidFill>
                  <a:schemeClr val="accent1">
                    <a:lumMod val="75000"/>
                  </a:schemeClr>
                </a:solidFill>
              </a:rPr>
              <a:t>nesmíš</a:t>
            </a:r>
            <a:r>
              <a:rPr lang="cs-CZ" sz="2700" noProof="0" dirty="0"/>
              <a:t> i </a:t>
            </a:r>
            <a:r>
              <a:rPr lang="cs-CZ" sz="2700" i="1" noProof="0" dirty="0">
                <a:solidFill>
                  <a:schemeClr val="accent1">
                    <a:lumMod val="75000"/>
                  </a:schemeClr>
                </a:solidFill>
              </a:rPr>
              <a:t>nemusíš</a:t>
            </a:r>
            <a:r>
              <a:rPr lang="sk-SK" sz="2700" dirty="0"/>
              <a:t>. </a:t>
            </a:r>
            <a:r>
              <a:rPr lang="cs-CZ" sz="2700" noProof="0" dirty="0"/>
              <a:t>Často je to jen kontext, ze kterého dokážeme určit správnou možnost.</a:t>
            </a:r>
            <a:endParaRPr lang="nb-NO" sz="2700" dirty="0"/>
          </a:p>
          <a:p>
            <a:pPr marL="72000" indent="0">
              <a:buNone/>
            </a:pPr>
            <a:endParaRPr lang="nb-NO" sz="2700" noProof="0" dirty="0"/>
          </a:p>
        </p:txBody>
      </p:sp>
    </p:spTree>
    <p:extLst>
      <p:ext uri="{BB962C8B-B14F-4D97-AF65-F5344CB8AC3E}">
        <p14:creationId xmlns:p14="http://schemas.microsoft.com/office/powerpoint/2010/main" val="3506716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77C2C-E893-3288-B5C2-A6A2DDD0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915CF349-608B-78A4-2CD9-91356108B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A23E195F-C032-3DFE-1B9B-C78689C1F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 algn="ctr">
              <a:buNone/>
            </a:pPr>
            <a:endParaRPr lang="cs-CZ" sz="2700" noProof="0" dirty="0"/>
          </a:p>
          <a:p>
            <a:pPr marL="72000" indent="0" algn="ctr">
              <a:buNone/>
            </a:pPr>
            <a:r>
              <a:rPr lang="cs-CZ" sz="2700" noProof="0" dirty="0"/>
              <a:t>1. </a:t>
            </a:r>
            <a:r>
              <a:rPr lang="sk-SK" sz="2700" dirty="0"/>
              <a:t>„</a:t>
            </a:r>
            <a:r>
              <a:rPr lang="sk-SK" sz="2700" b="1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nb-NO" sz="2700" b="1" dirty="0">
                <a:solidFill>
                  <a:schemeClr val="accent1">
                    <a:lumMod val="75000"/>
                  </a:schemeClr>
                </a:solidFill>
              </a:rPr>
              <a:t>å ikke</a:t>
            </a:r>
            <a:r>
              <a:rPr lang="sk-SK" sz="2700" dirty="0"/>
              <a:t>“ </a:t>
            </a:r>
            <a:r>
              <a:rPr lang="cs-CZ" sz="2700" noProof="0" dirty="0"/>
              <a:t>jako „</a:t>
            </a:r>
            <a:r>
              <a:rPr lang="cs-CZ" sz="2700" noProof="0" dirty="0">
                <a:solidFill>
                  <a:schemeClr val="accent1">
                    <a:lumMod val="75000"/>
                  </a:schemeClr>
                </a:solidFill>
              </a:rPr>
              <a:t>nesmíš</a:t>
            </a:r>
            <a:r>
              <a:rPr lang="sk-SK" sz="2700" dirty="0"/>
              <a:t>“</a:t>
            </a:r>
            <a:endParaRPr lang="cs-CZ" sz="2700" noProof="0" dirty="0"/>
          </a:p>
          <a:p>
            <a:pPr marL="72000" indent="0" algn="just">
              <a:buNone/>
            </a:pPr>
            <a:endParaRPr lang="cs-CZ" sz="2700" dirty="0"/>
          </a:p>
          <a:p>
            <a:pPr marL="72000" indent="0" algn="just">
              <a:buNone/>
            </a:pPr>
            <a:r>
              <a:rPr lang="cs-CZ" sz="2700" noProof="0" dirty="0"/>
              <a:t>Například jedna z nejznámějších norských básní se jmenuje </a:t>
            </a:r>
            <a:r>
              <a:rPr lang="nb-NO" sz="2700" b="1" noProof="0" dirty="0">
                <a:solidFill>
                  <a:schemeClr val="accent1">
                    <a:lumMod val="75000"/>
                  </a:schemeClr>
                </a:solidFill>
              </a:rPr>
              <a:t>Du må ikke sove</a:t>
            </a:r>
            <a:r>
              <a:rPr lang="sk-SK" sz="2700" dirty="0"/>
              <a:t>, </a:t>
            </a:r>
            <a:r>
              <a:rPr lang="cs-CZ" sz="2700" noProof="0" dirty="0"/>
              <a:t>což doslova znamená </a:t>
            </a:r>
            <a:r>
              <a:rPr lang="cs-CZ" sz="2700" i="1" noProof="0" dirty="0">
                <a:solidFill>
                  <a:schemeClr val="accent1">
                    <a:lumMod val="75000"/>
                  </a:schemeClr>
                </a:solidFill>
              </a:rPr>
              <a:t>Nesmíš spát</a:t>
            </a:r>
            <a:r>
              <a:rPr lang="cs-CZ" sz="2700" noProof="0" dirty="0"/>
              <a:t>. Báseň napsal Arnulf </a:t>
            </a:r>
            <a:r>
              <a:rPr lang="cs-CZ" sz="2700" noProof="0" dirty="0" err="1"/>
              <a:t>Øverland</a:t>
            </a:r>
            <a:r>
              <a:rPr lang="cs-CZ" sz="2700" noProof="0" dirty="0"/>
              <a:t> v roce 1936 jako naléhavé varování proti apatii a lhostejnosti v době rostoucího fašismu a nacismu. </a:t>
            </a:r>
            <a:r>
              <a:rPr lang="cs-CZ" sz="2700" noProof="0" dirty="0" err="1"/>
              <a:t>Øverland</a:t>
            </a:r>
            <a:r>
              <a:rPr lang="cs-CZ" sz="2700" noProof="0" dirty="0"/>
              <a:t> v ní zdůrazňuje důležitost bdělosti a aktivního odporu vůči zlu.</a:t>
            </a:r>
            <a:endParaRPr lang="nb-NO" sz="2700" noProof="0" dirty="0"/>
          </a:p>
        </p:txBody>
      </p:sp>
    </p:spTree>
    <p:extLst>
      <p:ext uri="{BB962C8B-B14F-4D97-AF65-F5344CB8AC3E}">
        <p14:creationId xmlns:p14="http://schemas.microsoft.com/office/powerpoint/2010/main" val="3585863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EDF5A-0328-E7C3-FAC6-53B2D671F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74BD95D5-472A-0392-D0B8-C9B57622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pic>
        <p:nvPicPr>
          <p:cNvPr id="3" name="Zástupný objekt pre obsah 2" descr="Obrázok, na ktorom je text, kniha, ľudská tvár, chlap&#10;&#10;Obsah vygenerovaný pomocou AI môže byť nesprávny.">
            <a:extLst>
              <a:ext uri="{FF2B5EF4-FFF2-40B4-BE49-F238E27FC236}">
                <a16:creationId xmlns:a16="http://schemas.microsoft.com/office/drawing/2014/main" id="{52DD46DC-2BA1-EF75-8571-2009FB107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616" y="1692275"/>
            <a:ext cx="7360355" cy="4140200"/>
          </a:xfrm>
        </p:spPr>
      </p:pic>
    </p:spTree>
    <p:extLst>
      <p:ext uri="{BB962C8B-B14F-4D97-AF65-F5344CB8AC3E}">
        <p14:creationId xmlns:p14="http://schemas.microsoft.com/office/powerpoint/2010/main" val="4264763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F14ED-D190-3EB6-F3D1-CC0CC42AB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08C5776-32D3-549C-896E-9CCEC503A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6F0F80A9-1C9D-C845-240E-E46B1090A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9" y="1692002"/>
            <a:ext cx="10895895" cy="4139998"/>
          </a:xfrm>
        </p:spPr>
        <p:txBody>
          <a:bodyPr/>
          <a:lstStyle/>
          <a:p>
            <a:pPr marL="72000" indent="0" algn="ctr">
              <a:buNone/>
            </a:pPr>
            <a:endParaRPr lang="sk-SK" sz="2700" dirty="0"/>
          </a:p>
          <a:p>
            <a:pPr marL="72000" indent="0" algn="ctr">
              <a:buNone/>
            </a:pPr>
            <a:r>
              <a:rPr lang="sk-SK" sz="2700" dirty="0"/>
              <a:t>2. „</a:t>
            </a:r>
            <a:r>
              <a:rPr lang="sk-SK" sz="2700" b="1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nb-NO" sz="2700" b="1" dirty="0">
                <a:solidFill>
                  <a:schemeClr val="accent1">
                    <a:lumMod val="75000"/>
                  </a:schemeClr>
                </a:solidFill>
              </a:rPr>
              <a:t>å ikke</a:t>
            </a:r>
            <a:r>
              <a:rPr lang="sk-SK" sz="2700" dirty="0"/>
              <a:t>“ </a:t>
            </a:r>
            <a:r>
              <a:rPr lang="cs-CZ" sz="2700" dirty="0"/>
              <a:t>jako „</a:t>
            </a:r>
            <a:r>
              <a:rPr lang="cs-CZ" sz="2700" dirty="0">
                <a:solidFill>
                  <a:schemeClr val="accent1">
                    <a:lumMod val="75000"/>
                  </a:schemeClr>
                </a:solidFill>
              </a:rPr>
              <a:t>nemusíš</a:t>
            </a:r>
            <a:r>
              <a:rPr lang="sk-SK" sz="2700" dirty="0"/>
              <a:t>“</a:t>
            </a:r>
            <a:endParaRPr lang="cs-CZ" sz="2700" dirty="0"/>
          </a:p>
          <a:p>
            <a:pPr marL="586350" indent="-514350" algn="ctr">
              <a:buAutoNum type="arabicPeriod"/>
            </a:pPr>
            <a:endParaRPr lang="cs-CZ" sz="2700" noProof="0" dirty="0"/>
          </a:p>
          <a:p>
            <a:pPr marL="72000" indent="0" algn="just">
              <a:buNone/>
            </a:pPr>
            <a:endParaRPr lang="cs-CZ" sz="2700" dirty="0"/>
          </a:p>
          <a:p>
            <a:pPr marL="72000" indent="0" algn="just">
              <a:buNone/>
            </a:pPr>
            <a:r>
              <a:rPr lang="cs-CZ" sz="2650" dirty="0"/>
              <a:t>Ve větě </a:t>
            </a:r>
            <a:r>
              <a:rPr lang="nb-NO" sz="2650" b="1" noProof="0" dirty="0">
                <a:solidFill>
                  <a:schemeClr val="accent1">
                    <a:lumMod val="75000"/>
                  </a:schemeClr>
                </a:solidFill>
              </a:rPr>
              <a:t>Du kan gjøre alt selv, men du må ikke</a:t>
            </a:r>
            <a:r>
              <a:rPr lang="nb-NO" sz="2650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sk-SK" sz="2650" dirty="0"/>
              <a:t>však </a:t>
            </a:r>
            <a:r>
              <a:rPr lang="nb-NO" sz="2650" b="1" noProof="0" dirty="0">
                <a:solidFill>
                  <a:schemeClr val="accent1">
                    <a:lumMod val="75000"/>
                  </a:schemeClr>
                </a:solidFill>
              </a:rPr>
              <a:t>må ikke</a:t>
            </a:r>
            <a:r>
              <a:rPr lang="nb-NO" sz="2650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sk-SK" sz="2650" dirty="0"/>
              <a:t>znamená </a:t>
            </a:r>
            <a:r>
              <a:rPr lang="sk-SK" sz="2650" i="1" dirty="0">
                <a:solidFill>
                  <a:schemeClr val="accent1">
                    <a:lumMod val="75000"/>
                  </a:schemeClr>
                </a:solidFill>
              </a:rPr>
              <a:t>nemusíš </a:t>
            </a:r>
            <a:r>
              <a:rPr lang="sk-SK" sz="2650" dirty="0"/>
              <a:t>– </a:t>
            </a:r>
            <a:r>
              <a:rPr lang="cs-CZ" sz="2650" i="1" noProof="0" dirty="0">
                <a:solidFill>
                  <a:schemeClr val="accent1">
                    <a:lumMod val="75000"/>
                  </a:schemeClr>
                </a:solidFill>
              </a:rPr>
              <a:t>Můžeš to udělat sám/sama, ale nemusíš</a:t>
            </a:r>
            <a:r>
              <a:rPr lang="cs-CZ" sz="2650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sk-SK" sz="2650" dirty="0"/>
              <a:t>(reklama IKEA).</a:t>
            </a:r>
            <a:endParaRPr lang="cs-CZ" sz="2650" dirty="0"/>
          </a:p>
        </p:txBody>
      </p:sp>
    </p:spTree>
    <p:extLst>
      <p:ext uri="{BB962C8B-B14F-4D97-AF65-F5344CB8AC3E}">
        <p14:creationId xmlns:p14="http://schemas.microsoft.com/office/powerpoint/2010/main" val="2496507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1F48B6-D29F-4ED8-8F65-D540D670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4400" dirty="0"/>
              <a:t>Způsobová (modální) slovesa</a:t>
            </a:r>
            <a:endParaRPr lang="sk-SK" sz="4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" name="Zástupný objekt pre obsah 5" descr="Obrázok, na ktorom je text&#10;&#10;Automaticky generovaný popis">
            <a:extLst>
              <a:ext uri="{FF2B5EF4-FFF2-40B4-BE49-F238E27FC236}">
                <a16:creationId xmlns:a16="http://schemas.microsoft.com/office/drawing/2014/main" id="{5AC43549-5643-464A-845F-1D09706C8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197" y="1692275"/>
            <a:ext cx="7105606" cy="4140200"/>
          </a:xfrm>
        </p:spPr>
      </p:pic>
    </p:spTree>
    <p:extLst>
      <p:ext uri="{BB962C8B-B14F-4D97-AF65-F5344CB8AC3E}">
        <p14:creationId xmlns:p14="http://schemas.microsoft.com/office/powerpoint/2010/main" val="4238097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9E308-DF9A-AF24-21D3-21A8C0B8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9680EBC-ED64-684A-9E18-8AE98B7C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Způsobová (modální) slovesa</a:t>
            </a:r>
            <a:endParaRPr lang="sk-SK" dirty="0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62DE94A9-FE17-8E8C-E32F-DAA2FD189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9" y="1692002"/>
            <a:ext cx="10895895" cy="4139998"/>
          </a:xfrm>
        </p:spPr>
        <p:txBody>
          <a:bodyPr/>
          <a:lstStyle/>
          <a:p>
            <a:pPr marL="72000" indent="0" algn="just">
              <a:buNone/>
            </a:pPr>
            <a:endParaRPr lang="cs-CZ" sz="2700" noProof="0" dirty="0"/>
          </a:p>
          <a:p>
            <a:pPr marL="72000" indent="0" algn="just">
              <a:buNone/>
            </a:pPr>
            <a:r>
              <a:rPr lang="cs-CZ" sz="2700" noProof="0" dirty="0"/>
              <a:t>Pokud chceme jednoznačně vyjádřit význam </a:t>
            </a:r>
            <a:r>
              <a:rPr lang="cs-CZ" sz="2700" i="1" noProof="0" dirty="0">
                <a:solidFill>
                  <a:schemeClr val="accent1">
                    <a:lumMod val="75000"/>
                  </a:schemeClr>
                </a:solidFill>
              </a:rPr>
              <a:t>nemusíš</a:t>
            </a:r>
            <a:r>
              <a:rPr lang="cs-CZ" sz="2700" noProof="0" dirty="0"/>
              <a:t>, nabízí se i jiné řešení – můžete použít spojení </a:t>
            </a:r>
            <a:r>
              <a:rPr lang="nb-NO" sz="2700" b="1" noProof="0" dirty="0">
                <a:solidFill>
                  <a:schemeClr val="accent1">
                    <a:lumMod val="75000"/>
                  </a:schemeClr>
                </a:solidFill>
              </a:rPr>
              <a:t>trenger ikke</a:t>
            </a:r>
            <a:r>
              <a:rPr lang="cs-CZ" sz="2700" noProof="0" dirty="0"/>
              <a:t>, případně </a:t>
            </a:r>
            <a:r>
              <a:rPr lang="nb-NO" sz="2700" b="1" noProof="0" dirty="0">
                <a:solidFill>
                  <a:schemeClr val="accent1">
                    <a:lumMod val="75000"/>
                  </a:schemeClr>
                </a:solidFill>
              </a:rPr>
              <a:t>behøver ikke</a:t>
            </a:r>
            <a:r>
              <a:rPr lang="cs-CZ" sz="2700" noProof="0" dirty="0"/>
              <a:t>.</a:t>
            </a:r>
          </a:p>
          <a:p>
            <a:pPr marL="72000" indent="0" algn="just">
              <a:buNone/>
            </a:pPr>
            <a:endParaRPr lang="cs-CZ" sz="2700" noProof="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nb-NO" sz="2700" noProof="0" dirty="0"/>
              <a:t>Du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behøver ikke å gjøre </a:t>
            </a:r>
            <a:r>
              <a:rPr lang="nb-NO" sz="2700" noProof="0" dirty="0"/>
              <a:t>det. </a:t>
            </a:r>
            <a:r>
              <a:rPr lang="cs-CZ" sz="2700" noProof="0" dirty="0"/>
              <a:t>(Nemusíš to udělat.)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nb-NO" sz="2700" noProof="0" dirty="0"/>
              <a:t>Du </a:t>
            </a:r>
            <a:r>
              <a:rPr lang="nb-NO" sz="2700" noProof="0" dirty="0">
                <a:solidFill>
                  <a:schemeClr val="accent1">
                    <a:lumMod val="75000"/>
                  </a:schemeClr>
                </a:solidFill>
              </a:rPr>
              <a:t>trenger ikke å gjøre </a:t>
            </a:r>
            <a:r>
              <a:rPr lang="nb-NO" sz="2700" noProof="0" dirty="0"/>
              <a:t>det. </a:t>
            </a:r>
            <a:r>
              <a:rPr lang="cs-CZ" sz="2700" noProof="0" dirty="0"/>
              <a:t>(Nemusíš to udělat.)</a:t>
            </a:r>
          </a:p>
          <a:p>
            <a:pPr marL="72000" indent="0" algn="ctr">
              <a:buNone/>
            </a:pPr>
            <a:endParaRPr lang="cs-CZ" sz="2650" dirty="0"/>
          </a:p>
        </p:txBody>
      </p:sp>
    </p:spTree>
    <p:extLst>
      <p:ext uri="{BB962C8B-B14F-4D97-AF65-F5344CB8AC3E}">
        <p14:creationId xmlns:p14="http://schemas.microsoft.com/office/powerpoint/2010/main" val="3714088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A051-1FEC-396A-4FC0-A2ACD9DC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30AC85-454C-B747-6956-0AF9B20E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1A5AC5A-A93F-979D-BE1E-A9F98C04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komme.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__________ gjøre det.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hjelpe dem.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1603987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126B0-FE38-F2E2-CF29-750409600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A8F4E3-40BB-B86C-90A3-BE215C0F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0361227-33CC-A035-31CA-C3F230D3A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får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__________ gjøre det.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hjelpe dem.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4052342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B542-7526-4BFB-EC08-4F14FB90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C8103F-A608-908D-23B6-6796F08B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D7E0D6D-70F9-0436-90B2-5178E50AE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får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hjelpe dem.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868838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7AF30-D704-6D9A-F13B-B6262D07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2ED21E-781A-6B6E-C6DE-617D086C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145D5A9-44D8-5662-07E7-05141F909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får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4103404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C6F1F-6A81-EB16-C2D0-2EF8549E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5219CF-CE71-CFDD-50C1-7C07FBCF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9135362-5A4C-5D15-89B3-D4F78AFF9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får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2608114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83856-3F0F-500F-63C7-629D11EF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B5C3CF-42A3-F8F9-1ACA-5458F1B61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877542D-C697-DA85-E213-E306792D3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får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baseline="30000" dirty="0">
                <a:solidFill>
                  <a:schemeClr val="accent1"/>
                </a:solidFill>
              </a:rPr>
              <a:t>1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trenger ikke å</a:t>
            </a:r>
            <a:r>
              <a:rPr lang="nb-NO" sz="3000" dirty="0">
                <a:solidFill>
                  <a:schemeClr val="accent1"/>
                </a:solidFill>
              </a:rPr>
              <a:t> skynde </a:t>
            </a:r>
            <a:r>
              <a:rPr lang="nb-NO" sz="3000" b="1" dirty="0">
                <a:solidFill>
                  <a:schemeClr val="accent1"/>
                </a:solidFill>
              </a:rPr>
              <a:t>deg</a:t>
            </a:r>
            <a:r>
              <a:rPr lang="nb-NO" sz="3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7483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9F59-C326-1085-8F5C-829B05CF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65978D-AAD8-66A7-00A3-3E3AA0051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F636ED-BBA7-5ECB-12BF-0D8A4D37B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får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baseline="30000" dirty="0">
                <a:solidFill>
                  <a:schemeClr val="accent1"/>
                </a:solidFill>
              </a:rPr>
              <a:t>2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behøver ikke å</a:t>
            </a:r>
            <a:r>
              <a:rPr lang="nb-NO" sz="3000" dirty="0">
                <a:solidFill>
                  <a:schemeClr val="accent1"/>
                </a:solidFill>
              </a:rPr>
              <a:t> skynde </a:t>
            </a:r>
            <a:r>
              <a:rPr lang="nb-NO" sz="3000" b="1" dirty="0">
                <a:solidFill>
                  <a:schemeClr val="accent1"/>
                </a:solidFill>
              </a:rPr>
              <a:t>deg</a:t>
            </a:r>
            <a:r>
              <a:rPr lang="nb-NO" sz="3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1158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F5704-2022-DD03-E26D-21826699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754864-80CD-BA93-62E7-A1FAA386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29AFF0A-9BB6-C5FE-25F4-2117B2255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får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arenR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baseline="30000" dirty="0">
                <a:solidFill>
                  <a:schemeClr val="accent1"/>
                </a:solidFill>
              </a:rPr>
              <a:t>3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 </a:t>
            </a:r>
            <a:r>
              <a:rPr lang="nb-NO" sz="3000" dirty="0">
                <a:solidFill>
                  <a:schemeClr val="accent1"/>
                </a:solidFill>
              </a:rPr>
              <a:t>skynde </a:t>
            </a:r>
            <a:r>
              <a:rPr lang="nb-NO" sz="3000" b="1" dirty="0">
                <a:solidFill>
                  <a:schemeClr val="accent1"/>
                </a:solidFill>
              </a:rPr>
              <a:t>deg</a:t>
            </a:r>
            <a:r>
              <a:rPr lang="nb-NO" sz="3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9978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4990-BAC9-54A5-ED06-255B6CF1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B36A2F-9089-CF02-9DB6-AF32EDBA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14EFAD7-A8A4-831A-246C-C93616981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arenR" startAt="6"/>
            </a:pPr>
            <a:r>
              <a:rPr lang="cs-CZ" sz="3000" dirty="0"/>
              <a:t>Nemohu najít knihu.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__________ finne boka.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cs-CZ" sz="3000" dirty="0"/>
              <a:t>Nesmíš tam jít.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gå dit.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cs-CZ" sz="3000" dirty="0"/>
              <a:t>Nemusí jít domů.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Hun __________ gå hjem.</a:t>
            </a:r>
          </a:p>
        </p:txBody>
      </p:sp>
    </p:spTree>
    <p:extLst>
      <p:ext uri="{BB962C8B-B14F-4D97-AF65-F5344CB8AC3E}">
        <p14:creationId xmlns:p14="http://schemas.microsoft.com/office/powerpoint/2010/main" val="29862967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A693-D71F-E42B-EDA4-B8332397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832B40-DD9B-03B0-BDBC-9790B60C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1216925-85FE-2D3B-0C0F-BB333EF4C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arenR" startAt="6"/>
            </a:pPr>
            <a:r>
              <a:rPr lang="cs-CZ" sz="3000" dirty="0"/>
              <a:t>Nemohu najít knihu.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finne boka.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cs-CZ" sz="3000" dirty="0"/>
              <a:t>Nesmíš tam jít.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gå dit.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cs-CZ" sz="3000" dirty="0"/>
              <a:t>Nemusí jít domů.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Hun __________ gå hjem.</a:t>
            </a:r>
          </a:p>
        </p:txBody>
      </p:sp>
    </p:spTree>
    <p:extLst>
      <p:ext uri="{BB962C8B-B14F-4D97-AF65-F5344CB8AC3E}">
        <p14:creationId xmlns:p14="http://schemas.microsoft.com/office/powerpoint/2010/main" val="11201859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DB2F-3895-B3DE-AED3-7954D329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F9B0C6-8CED-DA37-CC6C-94D3FE1A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14CACF1-077C-3BA8-BBF5-DDCFF10CC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arenR" startAt="6"/>
            </a:pPr>
            <a:r>
              <a:rPr lang="cs-CZ" sz="3000" dirty="0"/>
              <a:t>Nemohu najít knihu.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finne boka.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cs-CZ" sz="3000" dirty="0"/>
              <a:t>Nesmíš tam jít.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får ikke</a:t>
            </a:r>
            <a:r>
              <a:rPr lang="nb-NO" sz="3000" dirty="0">
                <a:solidFill>
                  <a:schemeClr val="accent1"/>
                </a:solidFill>
              </a:rPr>
              <a:t> gå dit.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cs-CZ" sz="3000" dirty="0"/>
              <a:t>Nemusí jít domů.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Hun __________ gå hjem.</a:t>
            </a:r>
          </a:p>
        </p:txBody>
      </p:sp>
    </p:spTree>
    <p:extLst>
      <p:ext uri="{BB962C8B-B14F-4D97-AF65-F5344CB8AC3E}">
        <p14:creationId xmlns:p14="http://schemas.microsoft.com/office/powerpoint/2010/main" val="14442192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B8E11-7734-988B-AEEC-88BAFD2D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88465-BC1A-1B2A-F9B2-E79DFDCA8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2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C91DC29-8BF8-F885-412E-5D712A4E2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Doplňte chybějící část překladu.</a:t>
            </a:r>
          </a:p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arenR" startAt="6"/>
            </a:pPr>
            <a:r>
              <a:rPr lang="cs-CZ" sz="3000" dirty="0"/>
              <a:t>Nemohu najít knihu.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finne boka.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cs-CZ" sz="3000" dirty="0"/>
              <a:t>Nesmíš tam jít.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får ikke</a:t>
            </a:r>
            <a:r>
              <a:rPr lang="nb-NO" sz="3000" dirty="0">
                <a:solidFill>
                  <a:schemeClr val="accent1"/>
                </a:solidFill>
              </a:rPr>
              <a:t> gå dit.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cs-CZ" sz="3000" dirty="0"/>
              <a:t>Nemusí jít domů.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Hun </a:t>
            </a:r>
            <a:r>
              <a:rPr lang="nb-NO" sz="3000" b="1" dirty="0">
                <a:solidFill>
                  <a:schemeClr val="accent1"/>
                </a:solidFill>
              </a:rPr>
              <a:t>trenger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behøver ikke å</a:t>
            </a:r>
            <a:r>
              <a:rPr lang="nb-NO" sz="3000" dirty="0">
                <a:solidFill>
                  <a:schemeClr val="accent1"/>
                </a:solidFill>
              </a:rPr>
              <a:t> gå hjem. </a:t>
            </a:r>
            <a:r>
              <a:rPr lang="nb-NO" sz="3000" dirty="0"/>
              <a:t>/</a:t>
            </a:r>
            <a:r>
              <a:rPr lang="nb-NO" sz="3000" dirty="0">
                <a:solidFill>
                  <a:schemeClr val="accent1"/>
                </a:solidFill>
              </a:rPr>
              <a:t> Hun </a:t>
            </a:r>
            <a:r>
              <a:rPr lang="nb-NO" sz="3000" b="1" dirty="0">
                <a:solidFill>
                  <a:schemeClr val="accent1"/>
                </a:solidFill>
              </a:rPr>
              <a:t>må ikke </a:t>
            </a:r>
            <a:r>
              <a:rPr lang="nb-NO" sz="3000" dirty="0">
                <a:solidFill>
                  <a:schemeClr val="accent1"/>
                </a:solidFill>
              </a:rPr>
              <a:t>gå hjem.</a:t>
            </a:r>
          </a:p>
        </p:txBody>
      </p:sp>
    </p:spTree>
    <p:extLst>
      <p:ext uri="{BB962C8B-B14F-4D97-AF65-F5344CB8AC3E}">
        <p14:creationId xmlns:p14="http://schemas.microsoft.com/office/powerpoint/2010/main" val="1550814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A1639A-424E-4D59-F56D-BA4EE744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872549"/>
          </a:xfrm>
        </p:spPr>
        <p:txBody>
          <a:bodyPr/>
          <a:lstStyle/>
          <a:p>
            <a:r>
              <a:rPr lang="sk-SK"/>
              <a:t>Cvičení 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7D7E5B-54DE-6648-5500-44EEB15D4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237673"/>
            <a:ext cx="10552176" cy="4943671"/>
          </a:xfrm>
        </p:spPr>
        <p:txBody>
          <a:bodyPr/>
          <a:lstStyle/>
          <a:p>
            <a:pPr marL="0" indent="0">
              <a:buNone/>
            </a:pPr>
            <a:r>
              <a:rPr lang="cs-CZ" dirty="0"/>
              <a:t>Co dělají lidé na obrázku? Použijte modální slovesa.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Obrázok 4" descr="Obrázok, na ktorom je maľovanie, osoba, ošatenie, ilustrácia&#10;&#10;Automaticky generovaný popis">
            <a:extLst>
              <a:ext uri="{FF2B5EF4-FFF2-40B4-BE49-F238E27FC236}">
                <a16:creationId xmlns:a16="http://schemas.microsoft.com/office/drawing/2014/main" id="{FBF0BBCE-2877-3018-530B-882FDA63D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87" y="1812876"/>
            <a:ext cx="9601226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70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E8038F-27E9-6B73-ABEE-BAF00129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Cvičení 4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B09866B-4ED5-97A8-EBF0-C40BC5940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3000" dirty="0"/>
          </a:p>
          <a:p>
            <a:pPr marL="0" indent="0">
              <a:buNone/>
            </a:pPr>
            <a:r>
              <a:rPr lang="cs-CZ" sz="3000" dirty="0"/>
              <a:t>Vymyslete </a:t>
            </a:r>
            <a:r>
              <a:rPr lang="cs-CZ" sz="3000" b="1" dirty="0"/>
              <a:t>deset</a:t>
            </a:r>
            <a:r>
              <a:rPr lang="cs-CZ" sz="3000" dirty="0"/>
              <a:t> otázek, na které lze odpovědět </a:t>
            </a:r>
            <a:r>
              <a:rPr lang="cs-CZ" sz="3000" i="1" dirty="0">
                <a:solidFill>
                  <a:schemeClr val="accent1"/>
                </a:solidFill>
              </a:rPr>
              <a:t>ano</a:t>
            </a:r>
            <a:r>
              <a:rPr lang="cs-CZ" sz="3000" dirty="0"/>
              <a:t>/</a:t>
            </a:r>
            <a:r>
              <a:rPr lang="cs-CZ" sz="3000" i="1" dirty="0">
                <a:solidFill>
                  <a:schemeClr val="accent1"/>
                </a:solidFill>
              </a:rPr>
              <a:t>ne</a:t>
            </a:r>
            <a:r>
              <a:rPr lang="cs-CZ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16108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ppt/theme/theme3.xml><?xml version="1.0" encoding="utf-8"?>
<a:theme xmlns:a="http://schemas.openxmlformats.org/drawingml/2006/main" name="Prezentace_MU_CZ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 – klasické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800" dirty="0" err="1" smtClean="0">
            <a:latin typeface="+mn-lt"/>
          </a:defRPr>
        </a:defPPr>
      </a:lstStyle>
    </a:txDef>
  </a:objectDefaults>
  <a:extraClrSchemeLst>
    <a:extraClrScheme>
      <a:clrScheme name="Směsi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uni-arts-prezentace-16-9-cz-v11.potx" id="{850E93A8-45C9-4C23-9306-30E4FC2F50F2}" vid="{13F8A24C-E6A5-454D-8F66-47FE17FE1E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1924</Words>
  <Application>Microsoft Office PowerPoint</Application>
  <PresentationFormat>Širokoúhlá obrazovka</PresentationFormat>
  <Paragraphs>320</Paragraphs>
  <Slides>42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3</vt:i4>
      </vt:variant>
      <vt:variant>
        <vt:lpstr>Nadpisy snímků</vt:lpstr>
      </vt:variant>
      <vt:variant>
        <vt:i4>42</vt:i4>
      </vt:variant>
    </vt:vector>
  </HeadingPairs>
  <TitlesOfParts>
    <vt:vector size="51" baseType="lpstr">
      <vt:lpstr>Aptos</vt:lpstr>
      <vt:lpstr>Aptos Display</vt:lpstr>
      <vt:lpstr>Arial</vt:lpstr>
      <vt:lpstr>Avenir Next LT Pro</vt:lpstr>
      <vt:lpstr>Tahoma</vt:lpstr>
      <vt:lpstr>Wingdings</vt:lpstr>
      <vt:lpstr>Motív Office</vt:lpstr>
      <vt:lpstr>ColorBlockVTI</vt:lpstr>
      <vt:lpstr>Prezentace_MU_CZ</vt:lpstr>
      <vt:lpstr>Norština pro začátečníky</vt:lpstr>
      <vt:lpstr>Cvičení 3</vt:lpstr>
      <vt:lpstr>Cvičení 3</vt:lpstr>
      <vt:lpstr>Cvičení 3</vt:lpstr>
      <vt:lpstr>Cvičení 3</vt:lpstr>
      <vt:lpstr>Prezentace aplikace PowerPoint</vt:lpstr>
      <vt:lpstr>Prezentace aplikace PowerPoint</vt:lpstr>
      <vt:lpstr>Krátká a dlouhá samohláska</vt:lpstr>
      <vt:lpstr>Způsobová (modální) slovesa</vt:lpstr>
      <vt:lpstr>Způsobová (modální) slovesa</vt:lpstr>
      <vt:lpstr>Způsobová (modální) slovesa</vt:lpstr>
      <vt:lpstr>Způsobová (modální) slovesa</vt:lpstr>
      <vt:lpstr>Způsobová (modální) slovesa</vt:lpstr>
      <vt:lpstr>Způsobová (modální) slovesa</vt:lpstr>
      <vt:lpstr>Cvičení 1</vt:lpstr>
      <vt:lpstr>Cvičení 1</vt:lpstr>
      <vt:lpstr>Cvičení 1</vt:lpstr>
      <vt:lpstr>Cvičení 1</vt:lpstr>
      <vt:lpstr>Cvičení 1</vt:lpstr>
      <vt:lpstr>Cvičení 1</vt:lpstr>
      <vt:lpstr>Způsobová (modální) slovesa</vt:lpstr>
      <vt:lpstr>Způsobová (modální) slovesa</vt:lpstr>
      <vt:lpstr>Způsobová (modální) slovesa</vt:lpstr>
      <vt:lpstr>Způsobová (modální) slovesa</vt:lpstr>
      <vt:lpstr>Způsobová (modální) slovesa</vt:lpstr>
      <vt:lpstr>Způsobová (modální) slovesa</vt:lpstr>
      <vt:lpstr>Způsobová (modální) slovesa</vt:lpstr>
      <vt:lpstr>Způsobová (modální) slovesa</vt:lpstr>
      <vt:lpstr>Cvičení 2</vt:lpstr>
      <vt:lpstr>Cvičení 2</vt:lpstr>
      <vt:lpstr>Cvičení 2</vt:lpstr>
      <vt:lpstr>Cvičení 2</vt:lpstr>
      <vt:lpstr>Cvičení 2</vt:lpstr>
      <vt:lpstr>Cvičení 2</vt:lpstr>
      <vt:lpstr>Cvičení 2</vt:lpstr>
      <vt:lpstr>Cvičení 2</vt:lpstr>
      <vt:lpstr>Cvičení 2</vt:lpstr>
      <vt:lpstr>Cvičení 2</vt:lpstr>
      <vt:lpstr>Cvičení 2</vt:lpstr>
      <vt:lpstr>Cvičení 2</vt:lpstr>
      <vt:lpstr>Cvičení 3</vt:lpstr>
      <vt:lpstr>Cvičení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2025-10-22T08:05:21Z</dcterms:created>
  <dcterms:modified xsi:type="dcterms:W3CDTF">2025-10-23T13:51:36Z</dcterms:modified>
</cp:coreProperties>
</file>