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11" r:id="rId2"/>
  </p:sldMasterIdLst>
  <p:sldIdLst>
    <p:sldId id="256" r:id="rId3"/>
    <p:sldId id="339" r:id="rId4"/>
    <p:sldId id="328" r:id="rId5"/>
    <p:sldId id="329" r:id="rId6"/>
    <p:sldId id="270" r:id="rId7"/>
    <p:sldId id="354" r:id="rId8"/>
    <p:sldId id="355" r:id="rId9"/>
    <p:sldId id="356" r:id="rId10"/>
    <p:sldId id="357" r:id="rId11"/>
    <p:sldId id="358" r:id="rId12"/>
    <p:sldId id="269" r:id="rId13"/>
    <p:sldId id="323" r:id="rId14"/>
    <p:sldId id="324" r:id="rId15"/>
    <p:sldId id="325" r:id="rId16"/>
    <p:sldId id="326" r:id="rId17"/>
    <p:sldId id="327" r:id="rId18"/>
    <p:sldId id="359" r:id="rId19"/>
    <p:sldId id="360" r:id="rId20"/>
    <p:sldId id="361" r:id="rId21"/>
    <p:sldId id="362" r:id="rId22"/>
    <p:sldId id="363" r:id="rId23"/>
    <p:sldId id="364" r:id="rId24"/>
    <p:sldId id="332" r:id="rId25"/>
    <p:sldId id="338" r:id="rId26"/>
    <p:sldId id="345" r:id="rId27"/>
    <p:sldId id="346" r:id="rId28"/>
    <p:sldId id="347" r:id="rId29"/>
    <p:sldId id="336" r:id="rId30"/>
    <p:sldId id="337" r:id="rId31"/>
    <p:sldId id="335" r:id="rId32"/>
    <p:sldId id="348" r:id="rId33"/>
    <p:sldId id="350" r:id="rId34"/>
    <p:sldId id="351" r:id="rId35"/>
    <p:sldId id="352" r:id="rId36"/>
    <p:sldId id="35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A593E-A307-4ACA-A2EA-EB4A7E0FAD85}" v="33" dt="2025-12-04T08:50:10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70AC3D02-762B-42A9-A6F8-528CED61E437}"/>
    <pc:docChg chg="undo custSel addSld delSld modSld sldOrd addMainMaster">
      <pc:chgData name="Tomáš Bratina" userId="2033f5136aa55253" providerId="LiveId" clId="{70AC3D02-762B-42A9-A6F8-528CED61E437}" dt="2025-12-04T08:57:08.301" v="894" actId="20577"/>
      <pc:docMkLst>
        <pc:docMk/>
      </pc:docMkLst>
      <pc:sldChg chg="modSp mod">
        <pc:chgData name="Tomáš Bratina" userId="2033f5136aa55253" providerId="LiveId" clId="{70AC3D02-762B-42A9-A6F8-528CED61E437}" dt="2025-12-04T08:48:54.831" v="838" actId="20577"/>
        <pc:sldMkLst>
          <pc:docMk/>
          <pc:sldMk cId="569988590" sldId="270"/>
        </pc:sldMkLst>
        <pc:spChg chg="mod">
          <ac:chgData name="Tomáš Bratina" userId="2033f5136aa55253" providerId="LiveId" clId="{70AC3D02-762B-42A9-A6F8-528CED61E437}" dt="2025-12-04T08:48:54.831" v="838" actId="20577"/>
          <ac:spMkLst>
            <pc:docMk/>
            <pc:sldMk cId="569988590" sldId="270"/>
            <ac:spMk id="3" creationId="{7B7295E5-6E8A-518F-EB4E-406CE62BCF97}"/>
          </ac:spMkLst>
        </pc:spChg>
      </pc:sldChg>
      <pc:sldChg chg="modSp del mod">
        <pc:chgData name="Tomáš Bratina" userId="2033f5136aa55253" providerId="LiveId" clId="{70AC3D02-762B-42A9-A6F8-528CED61E437}" dt="2025-12-04T07:15:03.513" v="402" actId="47"/>
        <pc:sldMkLst>
          <pc:docMk/>
          <pc:sldMk cId="2358080528" sldId="318"/>
        </pc:sldMkLst>
        <pc:spChg chg="mod">
          <ac:chgData name="Tomáš Bratina" userId="2033f5136aa55253" providerId="LiveId" clId="{70AC3D02-762B-42A9-A6F8-528CED61E437}" dt="2025-12-04T07:14:39.861" v="396" actId="27636"/>
          <ac:spMkLst>
            <pc:docMk/>
            <pc:sldMk cId="2358080528" sldId="318"/>
            <ac:spMk id="3" creationId="{76B81DDC-77C2-B8DD-FCEC-801C492DEA5C}"/>
          </ac:spMkLst>
        </pc:spChg>
      </pc:sldChg>
      <pc:sldChg chg="del">
        <pc:chgData name="Tomáš Bratina" userId="2033f5136aa55253" providerId="LiveId" clId="{70AC3D02-762B-42A9-A6F8-528CED61E437}" dt="2025-12-04T07:15:18.292" v="413" actId="47"/>
        <pc:sldMkLst>
          <pc:docMk/>
          <pc:sldMk cId="2492616436" sldId="319"/>
        </pc:sldMkLst>
      </pc:sldChg>
      <pc:sldChg chg="del">
        <pc:chgData name="Tomáš Bratina" userId="2033f5136aa55253" providerId="LiveId" clId="{70AC3D02-762B-42A9-A6F8-528CED61E437}" dt="2025-12-04T07:15:28.333" v="422" actId="47"/>
        <pc:sldMkLst>
          <pc:docMk/>
          <pc:sldMk cId="968954029" sldId="320"/>
        </pc:sldMkLst>
      </pc:sldChg>
      <pc:sldChg chg="del">
        <pc:chgData name="Tomáš Bratina" userId="2033f5136aa55253" providerId="LiveId" clId="{70AC3D02-762B-42A9-A6F8-528CED61E437}" dt="2025-12-04T07:15:39.183" v="433" actId="47"/>
        <pc:sldMkLst>
          <pc:docMk/>
          <pc:sldMk cId="2997702547" sldId="321"/>
        </pc:sldMkLst>
      </pc:sldChg>
      <pc:sldChg chg="del">
        <pc:chgData name="Tomáš Bratina" userId="2033f5136aa55253" providerId="LiveId" clId="{70AC3D02-762B-42A9-A6F8-528CED61E437}" dt="2025-12-04T07:16:34.113" v="447" actId="47"/>
        <pc:sldMkLst>
          <pc:docMk/>
          <pc:sldMk cId="2067683351" sldId="322"/>
        </pc:sldMkLst>
      </pc:sldChg>
      <pc:sldChg chg="modSp mod">
        <pc:chgData name="Tomáš Bratina" userId="2033f5136aa55253" providerId="LiveId" clId="{70AC3D02-762B-42A9-A6F8-528CED61E437}" dt="2025-12-04T07:08:16.418" v="31" actId="20577"/>
        <pc:sldMkLst>
          <pc:docMk/>
          <pc:sldMk cId="169176183" sldId="328"/>
        </pc:sldMkLst>
        <pc:spChg chg="mod">
          <ac:chgData name="Tomáš Bratina" userId="2033f5136aa55253" providerId="LiveId" clId="{70AC3D02-762B-42A9-A6F8-528CED61E437}" dt="2025-12-04T07:07:51.720" v="24" actId="20577"/>
          <ac:spMkLst>
            <pc:docMk/>
            <pc:sldMk cId="169176183" sldId="328"/>
            <ac:spMk id="3" creationId="{6F76A8D2-2967-F291-63BD-96FB65F74FC9}"/>
          </ac:spMkLst>
        </pc:spChg>
        <pc:spChg chg="mod">
          <ac:chgData name="Tomáš Bratina" userId="2033f5136aa55253" providerId="LiveId" clId="{70AC3D02-762B-42A9-A6F8-528CED61E437}" dt="2025-12-04T07:08:16.418" v="31" actId="20577"/>
          <ac:spMkLst>
            <pc:docMk/>
            <pc:sldMk cId="169176183" sldId="328"/>
            <ac:spMk id="4" creationId="{CB2C1567-AB4E-D7AE-5DA6-D983150DC038}"/>
          </ac:spMkLst>
        </pc:spChg>
      </pc:sldChg>
      <pc:sldChg chg="modSp mod">
        <pc:chgData name="Tomáš Bratina" userId="2033f5136aa55253" providerId="LiveId" clId="{70AC3D02-762B-42A9-A6F8-528CED61E437}" dt="2025-12-04T07:13:49.517" v="359"/>
        <pc:sldMkLst>
          <pc:docMk/>
          <pc:sldMk cId="3819228847" sldId="329"/>
        </pc:sldMkLst>
        <pc:spChg chg="mod">
          <ac:chgData name="Tomáš Bratina" userId="2033f5136aa55253" providerId="LiveId" clId="{70AC3D02-762B-42A9-A6F8-528CED61E437}" dt="2025-12-04T07:13:49.517" v="359"/>
          <ac:spMkLst>
            <pc:docMk/>
            <pc:sldMk cId="3819228847" sldId="329"/>
            <ac:spMk id="3" creationId="{04FF1462-FD5E-B9B1-57E3-445455C4A680}"/>
          </ac:spMkLst>
        </pc:spChg>
      </pc:sldChg>
      <pc:sldChg chg="del">
        <pc:chgData name="Tomáš Bratina" userId="2033f5136aa55253" providerId="LiveId" clId="{70AC3D02-762B-42A9-A6F8-528CED61E437}" dt="2025-12-04T07:38:09.774" v="768" actId="47"/>
        <pc:sldMkLst>
          <pc:docMk/>
          <pc:sldMk cId="451360278" sldId="333"/>
        </pc:sldMkLst>
      </pc:sldChg>
      <pc:sldChg chg="del">
        <pc:chgData name="Tomáš Bratina" userId="2033f5136aa55253" providerId="LiveId" clId="{70AC3D02-762B-42A9-A6F8-528CED61E437}" dt="2025-12-04T07:38:11.274" v="769" actId="47"/>
        <pc:sldMkLst>
          <pc:docMk/>
          <pc:sldMk cId="1421440222" sldId="334"/>
        </pc:sldMkLst>
      </pc:sldChg>
      <pc:sldChg chg="modSp mod">
        <pc:chgData name="Tomáš Bratina" userId="2033f5136aa55253" providerId="LiveId" clId="{70AC3D02-762B-42A9-A6F8-528CED61E437}" dt="2025-12-04T07:19:10.542" v="489" actId="20577"/>
        <pc:sldMkLst>
          <pc:docMk/>
          <pc:sldMk cId="931216652" sldId="336"/>
        </pc:sldMkLst>
        <pc:spChg chg="mod">
          <ac:chgData name="Tomáš Bratina" userId="2033f5136aa55253" providerId="LiveId" clId="{70AC3D02-762B-42A9-A6F8-528CED61E437}" dt="2025-12-04T07:19:10.542" v="489" actId="20577"/>
          <ac:spMkLst>
            <pc:docMk/>
            <pc:sldMk cId="931216652" sldId="336"/>
            <ac:spMk id="3" creationId="{9BCEB6AA-E2D3-B427-A1E6-8ECE36FC0810}"/>
          </ac:spMkLst>
        </pc:spChg>
      </pc:sldChg>
      <pc:sldChg chg="modSp mod">
        <pc:chgData name="Tomáš Bratina" userId="2033f5136aa55253" providerId="LiveId" clId="{70AC3D02-762B-42A9-A6F8-528CED61E437}" dt="2025-12-04T07:19:23.463" v="491" actId="20577"/>
        <pc:sldMkLst>
          <pc:docMk/>
          <pc:sldMk cId="2378196368" sldId="337"/>
        </pc:sldMkLst>
        <pc:spChg chg="mod">
          <ac:chgData name="Tomáš Bratina" userId="2033f5136aa55253" providerId="LiveId" clId="{70AC3D02-762B-42A9-A6F8-528CED61E437}" dt="2025-12-04T07:19:23.463" v="491" actId="20577"/>
          <ac:spMkLst>
            <pc:docMk/>
            <pc:sldMk cId="2378196368" sldId="337"/>
            <ac:spMk id="3" creationId="{44D5C62B-0E78-D40D-D92D-E3762225F510}"/>
          </ac:spMkLst>
        </pc:spChg>
      </pc:sldChg>
      <pc:sldChg chg="modSp mod">
        <pc:chgData name="Tomáš Bratina" userId="2033f5136aa55253" providerId="LiveId" clId="{70AC3D02-762B-42A9-A6F8-528CED61E437}" dt="2025-12-04T07:18:52.843" v="487" actId="20577"/>
        <pc:sldMkLst>
          <pc:docMk/>
          <pc:sldMk cId="4153358899" sldId="338"/>
        </pc:sldMkLst>
        <pc:spChg chg="mod">
          <ac:chgData name="Tomáš Bratina" userId="2033f5136aa55253" providerId="LiveId" clId="{70AC3D02-762B-42A9-A6F8-528CED61E437}" dt="2025-12-04T07:18:52.843" v="487" actId="20577"/>
          <ac:spMkLst>
            <pc:docMk/>
            <pc:sldMk cId="4153358899" sldId="338"/>
            <ac:spMk id="3" creationId="{AEEF7BD7-0BC7-F156-1E95-CE942FD9233A}"/>
          </ac:spMkLst>
        </pc:spChg>
      </pc:sldChg>
      <pc:sldChg chg="modSp add mod ord">
        <pc:chgData name="Tomáš Bratina" userId="2033f5136aa55253" providerId="LiveId" clId="{70AC3D02-762B-42A9-A6F8-528CED61E437}" dt="2025-12-04T07:10:44.735" v="276" actId="255"/>
        <pc:sldMkLst>
          <pc:docMk/>
          <pc:sldMk cId="775665759" sldId="339"/>
        </pc:sldMkLst>
        <pc:spChg chg="mod">
          <ac:chgData name="Tomáš Bratina" userId="2033f5136aa55253" providerId="LiveId" clId="{70AC3D02-762B-42A9-A6F8-528CED61E437}" dt="2025-12-04T07:10:44.735" v="276" actId="255"/>
          <ac:spMkLst>
            <pc:docMk/>
            <pc:sldMk cId="775665759" sldId="339"/>
            <ac:spMk id="3" creationId="{F3F82EB5-1F09-53F1-CA5E-E48A717C341A}"/>
          </ac:spMkLst>
        </pc:spChg>
      </pc:sldChg>
      <pc:sldChg chg="modSp add del mod">
        <pc:chgData name="Tomáš Bratina" userId="2033f5136aa55253" providerId="LiveId" clId="{70AC3D02-762B-42A9-A6F8-528CED61E437}" dt="2025-12-04T08:49:23.550" v="847" actId="47"/>
        <pc:sldMkLst>
          <pc:docMk/>
          <pc:sldMk cId="3072149708" sldId="340"/>
        </pc:sldMkLst>
        <pc:spChg chg="mod">
          <ac:chgData name="Tomáš Bratina" userId="2033f5136aa55253" providerId="LiveId" clId="{70AC3D02-762B-42A9-A6F8-528CED61E437}" dt="2025-12-04T07:16:03.238" v="446" actId="20577"/>
          <ac:spMkLst>
            <pc:docMk/>
            <pc:sldMk cId="3072149708" sldId="340"/>
            <ac:spMk id="3" creationId="{C2A43F7A-B9B5-B441-61EA-38C4FAAC4213}"/>
          </ac:spMkLst>
        </pc:spChg>
      </pc:sldChg>
      <pc:sldChg chg="modSp add del mod">
        <pc:chgData name="Tomáš Bratina" userId="2033f5136aa55253" providerId="LiveId" clId="{70AC3D02-762B-42A9-A6F8-528CED61E437}" dt="2025-12-04T08:49:36.171" v="854" actId="47"/>
        <pc:sldMkLst>
          <pc:docMk/>
          <pc:sldMk cId="1314951510" sldId="341"/>
        </pc:sldMkLst>
        <pc:spChg chg="mod">
          <ac:chgData name="Tomáš Bratina" userId="2033f5136aa55253" providerId="LiveId" clId="{70AC3D02-762B-42A9-A6F8-528CED61E437}" dt="2025-12-04T07:16:01.390" v="445" actId="20577"/>
          <ac:spMkLst>
            <pc:docMk/>
            <pc:sldMk cId="1314951510" sldId="341"/>
            <ac:spMk id="3" creationId="{C5AB7267-FBD6-2AB7-2B22-47CCC0A6E3BA}"/>
          </ac:spMkLst>
        </pc:spChg>
      </pc:sldChg>
      <pc:sldChg chg="modSp add del mod">
        <pc:chgData name="Tomáš Bratina" userId="2033f5136aa55253" providerId="LiveId" clId="{70AC3D02-762B-42A9-A6F8-528CED61E437}" dt="2025-12-04T08:49:50.934" v="864" actId="47"/>
        <pc:sldMkLst>
          <pc:docMk/>
          <pc:sldMk cId="3742209228" sldId="342"/>
        </pc:sldMkLst>
        <pc:spChg chg="mod">
          <ac:chgData name="Tomáš Bratina" userId="2033f5136aa55253" providerId="LiveId" clId="{70AC3D02-762B-42A9-A6F8-528CED61E437}" dt="2025-12-04T07:15:56.618" v="442" actId="20577"/>
          <ac:spMkLst>
            <pc:docMk/>
            <pc:sldMk cId="3742209228" sldId="342"/>
            <ac:spMk id="3" creationId="{8C783395-C866-D493-DBAA-74F33080D28D}"/>
          </ac:spMkLst>
        </pc:spChg>
      </pc:sldChg>
      <pc:sldChg chg="modSp add del mod">
        <pc:chgData name="Tomáš Bratina" userId="2033f5136aa55253" providerId="LiveId" clId="{70AC3D02-762B-42A9-A6F8-528CED61E437}" dt="2025-12-04T08:50:01.800" v="872" actId="47"/>
        <pc:sldMkLst>
          <pc:docMk/>
          <pc:sldMk cId="3411926803" sldId="343"/>
        </pc:sldMkLst>
        <pc:spChg chg="mod">
          <ac:chgData name="Tomáš Bratina" userId="2033f5136aa55253" providerId="LiveId" clId="{70AC3D02-762B-42A9-A6F8-528CED61E437}" dt="2025-12-04T07:15:54.451" v="441" actId="20577"/>
          <ac:spMkLst>
            <pc:docMk/>
            <pc:sldMk cId="3411926803" sldId="343"/>
            <ac:spMk id="3" creationId="{B050A9DB-E899-0A64-0B5E-3661349FE37B}"/>
          </ac:spMkLst>
        </pc:spChg>
      </pc:sldChg>
      <pc:sldChg chg="modSp add del mod">
        <pc:chgData name="Tomáš Bratina" userId="2033f5136aa55253" providerId="LiveId" clId="{70AC3D02-762B-42A9-A6F8-528CED61E437}" dt="2025-12-04T08:50:13.418" v="878" actId="47"/>
        <pc:sldMkLst>
          <pc:docMk/>
          <pc:sldMk cId="2819480145" sldId="344"/>
        </pc:sldMkLst>
        <pc:spChg chg="mod">
          <ac:chgData name="Tomáš Bratina" userId="2033f5136aa55253" providerId="LiveId" clId="{70AC3D02-762B-42A9-A6F8-528CED61E437}" dt="2025-12-04T07:19:57.070" v="497" actId="20577"/>
          <ac:spMkLst>
            <pc:docMk/>
            <pc:sldMk cId="2819480145" sldId="344"/>
            <ac:spMk id="3" creationId="{9F0C233A-35C8-1790-1D13-B273353CB0DE}"/>
          </ac:spMkLst>
        </pc:spChg>
      </pc:sldChg>
      <pc:sldChg chg="addSp modSp add mod">
        <pc:chgData name="Tomáš Bratina" userId="2033f5136aa55253" providerId="LiveId" clId="{70AC3D02-762B-42A9-A6F8-528CED61E437}" dt="2025-12-04T07:25:13.348" v="649" actId="20577"/>
        <pc:sldMkLst>
          <pc:docMk/>
          <pc:sldMk cId="2619738277" sldId="345"/>
        </pc:sldMkLst>
        <pc:spChg chg="mod">
          <ac:chgData name="Tomáš Bratina" userId="2033f5136aa55253" providerId="LiveId" clId="{70AC3D02-762B-42A9-A6F8-528CED61E437}" dt="2025-12-04T07:25:02.807" v="644" actId="14100"/>
          <ac:spMkLst>
            <pc:docMk/>
            <pc:sldMk cId="2619738277" sldId="345"/>
            <ac:spMk id="2" creationId="{3E944E02-2DC1-B860-307C-DC43F926893E}"/>
          </ac:spMkLst>
        </pc:spChg>
        <pc:spChg chg="mod">
          <ac:chgData name="Tomáš Bratina" userId="2033f5136aa55253" providerId="LiveId" clId="{70AC3D02-762B-42A9-A6F8-528CED61E437}" dt="2025-12-04T07:25:13.348" v="649" actId="20577"/>
          <ac:spMkLst>
            <pc:docMk/>
            <pc:sldMk cId="2619738277" sldId="345"/>
            <ac:spMk id="3" creationId="{F0531BAD-D82D-70EF-5F6B-1FAEB0252DE2}"/>
          </ac:spMkLst>
        </pc:spChg>
        <pc:picChg chg="add mod">
          <ac:chgData name="Tomáš Bratina" userId="2033f5136aa55253" providerId="LiveId" clId="{70AC3D02-762B-42A9-A6F8-528CED61E437}" dt="2025-12-04T07:25:07.047" v="646" actId="1076"/>
          <ac:picMkLst>
            <pc:docMk/>
            <pc:sldMk cId="2619738277" sldId="345"/>
            <ac:picMk id="5" creationId="{F0C1637B-54FC-28D3-D08B-A0541E629351}"/>
          </ac:picMkLst>
        </pc:picChg>
      </pc:sldChg>
      <pc:sldChg chg="addSp delSp modSp add mod">
        <pc:chgData name="Tomáš Bratina" userId="2033f5136aa55253" providerId="LiveId" clId="{70AC3D02-762B-42A9-A6F8-528CED61E437}" dt="2025-12-04T07:28:32.862" v="680" actId="1076"/>
        <pc:sldMkLst>
          <pc:docMk/>
          <pc:sldMk cId="1108224645" sldId="346"/>
        </pc:sldMkLst>
        <pc:spChg chg="mod">
          <ac:chgData name="Tomáš Bratina" userId="2033f5136aa55253" providerId="LiveId" clId="{70AC3D02-762B-42A9-A6F8-528CED61E437}" dt="2025-12-04T07:25:28.012" v="664" actId="20577"/>
          <ac:spMkLst>
            <pc:docMk/>
            <pc:sldMk cId="1108224645" sldId="346"/>
            <ac:spMk id="3" creationId="{5FA76DE3-2BEC-FC8D-8EA7-C9EDA02D2BB1}"/>
          </ac:spMkLst>
        </pc:spChg>
        <pc:picChg chg="del">
          <ac:chgData name="Tomáš Bratina" userId="2033f5136aa55253" providerId="LiveId" clId="{70AC3D02-762B-42A9-A6F8-528CED61E437}" dt="2025-12-04T07:28:14.840" v="675" actId="478"/>
          <ac:picMkLst>
            <pc:docMk/>
            <pc:sldMk cId="1108224645" sldId="346"/>
            <ac:picMk id="5" creationId="{C01B5ED2-B4C4-B6BB-2379-FF56DB744D20}"/>
          </ac:picMkLst>
        </pc:picChg>
        <pc:picChg chg="add mod">
          <ac:chgData name="Tomáš Bratina" userId="2033f5136aa55253" providerId="LiveId" clId="{70AC3D02-762B-42A9-A6F8-528CED61E437}" dt="2025-12-04T07:28:32.862" v="680" actId="1076"/>
          <ac:picMkLst>
            <pc:docMk/>
            <pc:sldMk cId="1108224645" sldId="346"/>
            <ac:picMk id="6" creationId="{F9ECE444-2829-ACDF-A5DC-A88D26B779FE}"/>
          </ac:picMkLst>
        </pc:picChg>
      </pc:sldChg>
      <pc:sldChg chg="addSp delSp modSp add del mod">
        <pc:chgData name="Tomáš Bratina" userId="2033f5136aa55253" providerId="LiveId" clId="{70AC3D02-762B-42A9-A6F8-528CED61E437}" dt="2025-12-04T07:30:10.861" v="688" actId="1076"/>
        <pc:sldMkLst>
          <pc:docMk/>
          <pc:sldMk cId="2077884016" sldId="347"/>
        </pc:sldMkLst>
        <pc:spChg chg="mod">
          <ac:chgData name="Tomáš Bratina" userId="2033f5136aa55253" providerId="LiveId" clId="{70AC3D02-762B-42A9-A6F8-528CED61E437}" dt="2025-12-04T07:25:39.062" v="674" actId="20577"/>
          <ac:spMkLst>
            <pc:docMk/>
            <pc:sldMk cId="2077884016" sldId="347"/>
            <ac:spMk id="3" creationId="{F1B0DB4A-5DEC-606C-E8DE-E003DCC5331A}"/>
          </ac:spMkLst>
        </pc:spChg>
        <pc:picChg chg="del">
          <ac:chgData name="Tomáš Bratina" userId="2033f5136aa55253" providerId="LiveId" clId="{70AC3D02-762B-42A9-A6F8-528CED61E437}" dt="2025-12-04T07:29:55.814" v="683" actId="478"/>
          <ac:picMkLst>
            <pc:docMk/>
            <pc:sldMk cId="2077884016" sldId="347"/>
            <ac:picMk id="5" creationId="{1B1B1C60-3E4A-21E9-E007-CD4EFFA058D2}"/>
          </ac:picMkLst>
        </pc:picChg>
        <pc:picChg chg="add mod">
          <ac:chgData name="Tomáš Bratina" userId="2033f5136aa55253" providerId="LiveId" clId="{70AC3D02-762B-42A9-A6F8-528CED61E437}" dt="2025-12-04T07:30:10.861" v="688" actId="1076"/>
          <ac:picMkLst>
            <pc:docMk/>
            <pc:sldMk cId="2077884016" sldId="347"/>
            <ac:picMk id="6" creationId="{D8C29B11-AFFA-7906-5A8E-6E5450FA301E}"/>
          </ac:picMkLst>
        </pc:picChg>
      </pc:sldChg>
      <pc:sldChg chg="modSp add mod ord">
        <pc:chgData name="Tomáš Bratina" userId="2033f5136aa55253" providerId="LiveId" clId="{70AC3D02-762B-42A9-A6F8-528CED61E437}" dt="2025-12-04T07:38:42.622" v="774" actId="2164"/>
        <pc:sldMkLst>
          <pc:docMk/>
          <pc:sldMk cId="1399651798" sldId="348"/>
        </pc:sldMkLst>
        <pc:graphicFrameChg chg="mod modGraphic">
          <ac:chgData name="Tomáš Bratina" userId="2033f5136aa55253" providerId="LiveId" clId="{70AC3D02-762B-42A9-A6F8-528CED61E437}" dt="2025-12-04T07:38:42.622" v="774" actId="2164"/>
          <ac:graphicFrameMkLst>
            <pc:docMk/>
            <pc:sldMk cId="1399651798" sldId="348"/>
            <ac:graphicFrameMk id="2" creationId="{34EF03CB-8F1A-E2C7-2BCC-6E6516402941}"/>
          </ac:graphicFrameMkLst>
        </pc:graphicFrameChg>
      </pc:sldChg>
      <pc:sldChg chg="modSp add del mod ord">
        <pc:chgData name="Tomáš Bratina" userId="2033f5136aa55253" providerId="LiveId" clId="{70AC3D02-762B-42A9-A6F8-528CED61E437}" dt="2025-12-04T07:41:40.109" v="807" actId="47"/>
        <pc:sldMkLst>
          <pc:docMk/>
          <pc:sldMk cId="2977039385" sldId="349"/>
        </pc:sldMkLst>
        <pc:spChg chg="mod">
          <ac:chgData name="Tomáš Bratina" userId="2033f5136aa55253" providerId="LiveId" clId="{70AC3D02-762B-42A9-A6F8-528CED61E437}" dt="2025-12-04T07:40:19.678" v="795" actId="20577"/>
          <ac:spMkLst>
            <pc:docMk/>
            <pc:sldMk cId="2977039385" sldId="349"/>
            <ac:spMk id="2" creationId="{AEAA995A-538F-A8CE-C8FD-D2EECAA61A62}"/>
          </ac:spMkLst>
        </pc:spChg>
        <pc:spChg chg="mod">
          <ac:chgData name="Tomáš Bratina" userId="2033f5136aa55253" providerId="LiveId" clId="{70AC3D02-762B-42A9-A6F8-528CED61E437}" dt="2025-12-04T07:40:22.189" v="796" actId="20577"/>
          <ac:spMkLst>
            <pc:docMk/>
            <pc:sldMk cId="2977039385" sldId="349"/>
            <ac:spMk id="3" creationId="{B0EDEF49-55E4-A6B8-774D-F83645D79978}"/>
          </ac:spMkLst>
        </pc:spChg>
      </pc:sldChg>
      <pc:sldChg chg="add del">
        <pc:chgData name="Tomáš Bratina" userId="2033f5136aa55253" providerId="LiveId" clId="{70AC3D02-762B-42A9-A6F8-528CED61E437}" dt="2025-12-04T07:40:29.461" v="798" actId="47"/>
        <pc:sldMkLst>
          <pc:docMk/>
          <pc:sldMk cId="296332228" sldId="350"/>
        </pc:sldMkLst>
      </pc:sldChg>
      <pc:sldChg chg="add">
        <pc:chgData name="Tomáš Bratina" userId="2033f5136aa55253" providerId="LiveId" clId="{70AC3D02-762B-42A9-A6F8-528CED61E437}" dt="2025-12-04T07:41:30.995" v="800"/>
        <pc:sldMkLst>
          <pc:docMk/>
          <pc:sldMk cId="2289276558" sldId="350"/>
        </pc:sldMkLst>
      </pc:sldChg>
      <pc:sldChg chg="add">
        <pc:chgData name="Tomáš Bratina" userId="2033f5136aa55253" providerId="LiveId" clId="{70AC3D02-762B-42A9-A6F8-528CED61E437}" dt="2025-12-04T07:41:32.202" v="802"/>
        <pc:sldMkLst>
          <pc:docMk/>
          <pc:sldMk cId="1432578915" sldId="351"/>
        </pc:sldMkLst>
      </pc:sldChg>
      <pc:sldChg chg="add">
        <pc:chgData name="Tomáš Bratina" userId="2033f5136aa55253" providerId="LiveId" clId="{70AC3D02-762B-42A9-A6F8-528CED61E437}" dt="2025-12-04T07:41:32.999" v="804"/>
        <pc:sldMkLst>
          <pc:docMk/>
          <pc:sldMk cId="330127501" sldId="352"/>
        </pc:sldMkLst>
      </pc:sldChg>
      <pc:sldChg chg="add">
        <pc:chgData name="Tomáš Bratina" userId="2033f5136aa55253" providerId="LiveId" clId="{70AC3D02-762B-42A9-A6F8-528CED61E437}" dt="2025-12-04T07:41:34.678" v="806"/>
        <pc:sldMkLst>
          <pc:docMk/>
          <pc:sldMk cId="180592467" sldId="353"/>
        </pc:sldMkLst>
      </pc:sldChg>
      <pc:sldChg chg="modSp add mod">
        <pc:chgData name="Tomáš Bratina" userId="2033f5136aa55253" providerId="LiveId" clId="{70AC3D02-762B-42A9-A6F8-528CED61E437}" dt="2025-12-04T08:49:20.404" v="846" actId="27636"/>
        <pc:sldMkLst>
          <pc:docMk/>
          <pc:sldMk cId="609960575" sldId="354"/>
        </pc:sldMkLst>
        <pc:spChg chg="mod">
          <ac:chgData name="Tomáš Bratina" userId="2033f5136aa55253" providerId="LiveId" clId="{70AC3D02-762B-42A9-A6F8-528CED61E437}" dt="2025-12-04T08:49:20.404" v="846" actId="27636"/>
          <ac:spMkLst>
            <pc:docMk/>
            <pc:sldMk cId="609960575" sldId="354"/>
            <ac:spMk id="3" creationId="{AC047FC2-3FB7-D6CF-C50E-6DC23E7C392F}"/>
          </ac:spMkLst>
        </pc:spChg>
      </pc:sldChg>
      <pc:sldChg chg="modSp add mod">
        <pc:chgData name="Tomáš Bratina" userId="2033f5136aa55253" providerId="LiveId" clId="{70AC3D02-762B-42A9-A6F8-528CED61E437}" dt="2025-12-04T08:49:33.807" v="853" actId="20577"/>
        <pc:sldMkLst>
          <pc:docMk/>
          <pc:sldMk cId="911403660" sldId="355"/>
        </pc:sldMkLst>
        <pc:spChg chg="mod">
          <ac:chgData name="Tomáš Bratina" userId="2033f5136aa55253" providerId="LiveId" clId="{70AC3D02-762B-42A9-A6F8-528CED61E437}" dt="2025-12-04T08:49:33.807" v="853" actId="20577"/>
          <ac:spMkLst>
            <pc:docMk/>
            <pc:sldMk cId="911403660" sldId="355"/>
            <ac:spMk id="3" creationId="{A302B9D7-B9EE-F8C0-A523-5D42E7558FE0}"/>
          </ac:spMkLst>
        </pc:spChg>
      </pc:sldChg>
      <pc:sldChg chg="modSp add mod">
        <pc:chgData name="Tomáš Bratina" userId="2033f5136aa55253" providerId="LiveId" clId="{70AC3D02-762B-42A9-A6F8-528CED61E437}" dt="2025-12-04T08:49:46.400" v="862" actId="27636"/>
        <pc:sldMkLst>
          <pc:docMk/>
          <pc:sldMk cId="770536159" sldId="356"/>
        </pc:sldMkLst>
        <pc:spChg chg="mod">
          <ac:chgData name="Tomáš Bratina" userId="2033f5136aa55253" providerId="LiveId" clId="{70AC3D02-762B-42A9-A6F8-528CED61E437}" dt="2025-12-04T08:49:46.400" v="862" actId="27636"/>
          <ac:spMkLst>
            <pc:docMk/>
            <pc:sldMk cId="770536159" sldId="356"/>
            <ac:spMk id="3" creationId="{1F4D0DB7-C456-1072-00A4-88D16C13E4AB}"/>
          </ac:spMkLst>
        </pc:spChg>
      </pc:sldChg>
      <pc:sldChg chg="modSp add mod">
        <pc:chgData name="Tomáš Bratina" userId="2033f5136aa55253" providerId="LiveId" clId="{70AC3D02-762B-42A9-A6F8-528CED61E437}" dt="2025-12-04T08:49:59.734" v="871" actId="20577"/>
        <pc:sldMkLst>
          <pc:docMk/>
          <pc:sldMk cId="2284148440" sldId="357"/>
        </pc:sldMkLst>
        <pc:spChg chg="mod">
          <ac:chgData name="Tomáš Bratina" userId="2033f5136aa55253" providerId="LiveId" clId="{70AC3D02-762B-42A9-A6F8-528CED61E437}" dt="2025-12-04T08:49:59.734" v="871" actId="20577"/>
          <ac:spMkLst>
            <pc:docMk/>
            <pc:sldMk cId="2284148440" sldId="357"/>
            <ac:spMk id="3" creationId="{5B6284F1-3AB7-97E0-A248-3A3DFE3CA779}"/>
          </ac:spMkLst>
        </pc:spChg>
      </pc:sldChg>
      <pc:sldChg chg="modSp add mod">
        <pc:chgData name="Tomáš Bratina" userId="2033f5136aa55253" providerId="LiveId" clId="{70AC3D02-762B-42A9-A6F8-528CED61E437}" dt="2025-12-04T08:50:11.930" v="877" actId="20577"/>
        <pc:sldMkLst>
          <pc:docMk/>
          <pc:sldMk cId="2408727096" sldId="358"/>
        </pc:sldMkLst>
        <pc:spChg chg="mod">
          <ac:chgData name="Tomáš Bratina" userId="2033f5136aa55253" providerId="LiveId" clId="{70AC3D02-762B-42A9-A6F8-528CED61E437}" dt="2025-12-04T08:50:11.930" v="877" actId="20577"/>
          <ac:spMkLst>
            <pc:docMk/>
            <pc:sldMk cId="2408727096" sldId="358"/>
            <ac:spMk id="3" creationId="{BDBD9A83-94C4-11BB-A092-4BE72F82A1FC}"/>
          </ac:spMkLst>
        </pc:spChg>
      </pc:sldChg>
      <pc:sldChg chg="add">
        <pc:chgData name="Tomáš Bratina" userId="2033f5136aa55253" providerId="LiveId" clId="{70AC3D02-762B-42A9-A6F8-528CED61E437}" dt="2025-12-04T08:55:43.846" v="880"/>
        <pc:sldMkLst>
          <pc:docMk/>
          <pc:sldMk cId="3373394523" sldId="359"/>
        </pc:sldMkLst>
      </pc:sldChg>
      <pc:sldChg chg="modSp add mod">
        <pc:chgData name="Tomáš Bratina" userId="2033f5136aa55253" providerId="LiveId" clId="{70AC3D02-762B-42A9-A6F8-528CED61E437}" dt="2025-12-04T08:56:09.756" v="891" actId="20577"/>
        <pc:sldMkLst>
          <pc:docMk/>
          <pc:sldMk cId="760052212" sldId="360"/>
        </pc:sldMkLst>
        <pc:spChg chg="mod">
          <ac:chgData name="Tomáš Bratina" userId="2033f5136aa55253" providerId="LiveId" clId="{70AC3D02-762B-42A9-A6F8-528CED61E437}" dt="2025-12-04T08:56:09.756" v="891" actId="20577"/>
          <ac:spMkLst>
            <pc:docMk/>
            <pc:sldMk cId="760052212" sldId="360"/>
            <ac:spMk id="10" creationId="{F840E0FF-B48D-889B-86E3-3A9C5BE0DBA4}"/>
          </ac:spMkLst>
        </pc:spChg>
      </pc:sldChg>
      <pc:sldChg chg="modSp add mod">
        <pc:chgData name="Tomáš Bratina" userId="2033f5136aa55253" providerId="LiveId" clId="{70AC3D02-762B-42A9-A6F8-528CED61E437}" dt="2025-12-04T08:56:21.015" v="892" actId="20577"/>
        <pc:sldMkLst>
          <pc:docMk/>
          <pc:sldMk cId="283066270" sldId="361"/>
        </pc:sldMkLst>
        <pc:spChg chg="mod">
          <ac:chgData name="Tomáš Bratina" userId="2033f5136aa55253" providerId="LiveId" clId="{70AC3D02-762B-42A9-A6F8-528CED61E437}" dt="2025-12-04T08:56:21.015" v="892" actId="20577"/>
          <ac:spMkLst>
            <pc:docMk/>
            <pc:sldMk cId="283066270" sldId="361"/>
            <ac:spMk id="10" creationId="{E7B113B5-C01A-DF8C-085D-16073A3323DA}"/>
          </ac:spMkLst>
        </pc:spChg>
      </pc:sldChg>
      <pc:sldChg chg="add">
        <pc:chgData name="Tomáš Bratina" userId="2033f5136aa55253" providerId="LiveId" clId="{70AC3D02-762B-42A9-A6F8-528CED61E437}" dt="2025-12-04T08:55:46.610" v="886"/>
        <pc:sldMkLst>
          <pc:docMk/>
          <pc:sldMk cId="1344693733" sldId="362"/>
        </pc:sldMkLst>
      </pc:sldChg>
      <pc:sldChg chg="modSp add mod">
        <pc:chgData name="Tomáš Bratina" userId="2033f5136aa55253" providerId="LiveId" clId="{70AC3D02-762B-42A9-A6F8-528CED61E437}" dt="2025-12-04T08:56:54.875" v="893" actId="20577"/>
        <pc:sldMkLst>
          <pc:docMk/>
          <pc:sldMk cId="1719404203" sldId="363"/>
        </pc:sldMkLst>
        <pc:spChg chg="mod">
          <ac:chgData name="Tomáš Bratina" userId="2033f5136aa55253" providerId="LiveId" clId="{70AC3D02-762B-42A9-A6F8-528CED61E437}" dt="2025-12-04T08:56:54.875" v="893" actId="20577"/>
          <ac:spMkLst>
            <pc:docMk/>
            <pc:sldMk cId="1719404203" sldId="363"/>
            <ac:spMk id="10" creationId="{7D8ACEFB-03FA-D635-64E2-6EC3208C6D01}"/>
          </ac:spMkLst>
        </pc:spChg>
      </pc:sldChg>
      <pc:sldChg chg="modSp add mod">
        <pc:chgData name="Tomáš Bratina" userId="2033f5136aa55253" providerId="LiveId" clId="{70AC3D02-762B-42A9-A6F8-528CED61E437}" dt="2025-12-04T08:57:08.301" v="894" actId="20577"/>
        <pc:sldMkLst>
          <pc:docMk/>
          <pc:sldMk cId="758427277" sldId="364"/>
        </pc:sldMkLst>
        <pc:spChg chg="mod">
          <ac:chgData name="Tomáš Bratina" userId="2033f5136aa55253" providerId="LiveId" clId="{70AC3D02-762B-42A9-A6F8-528CED61E437}" dt="2025-12-04T08:57:08.301" v="894" actId="20577"/>
          <ac:spMkLst>
            <pc:docMk/>
            <pc:sldMk cId="758427277" sldId="364"/>
            <ac:spMk id="10" creationId="{F99E99E2-DAF3-9B09-5669-DB0EDE5F9E42}"/>
          </ac:spMkLst>
        </pc:spChg>
      </pc:sldChg>
      <pc:sldMasterChg chg="add addSldLayout">
        <pc:chgData name="Tomáš Bratina" userId="2033f5136aa55253" providerId="LiveId" clId="{70AC3D02-762B-42A9-A6F8-528CED61E437}" dt="2025-12-04T08:55:43.846" v="879" actId="27028"/>
        <pc:sldMasterMkLst>
          <pc:docMk/>
          <pc:sldMasterMk cId="1163724878" sldId="2147483811"/>
        </pc:sldMasterMkLst>
        <pc:sldLayoutChg chg="add">
          <pc:chgData name="Tomáš Bratina" userId="2033f5136aa55253" providerId="LiveId" clId="{70AC3D02-762B-42A9-A6F8-528CED61E437}" dt="2025-12-04T08:55:43.846" v="879" actId="27028"/>
          <pc:sldLayoutMkLst>
            <pc:docMk/>
            <pc:sldMasterMk cId="1163724878" sldId="2147483811"/>
            <pc:sldLayoutMk cId="4027021298" sldId="2147483807"/>
          </pc:sldLayoutMkLst>
        </pc:sldLayoutChg>
      </pc:sldMasterChg>
    </pc:docChg>
  </pc:docChgLst>
  <pc:docChgLst>
    <pc:chgData name="Tomáš Bratina" userId="2033f5136aa55253" providerId="LiveId" clId="{8ECA8620-7B00-4EDA-805E-0BA470DD3A9F}"/>
    <pc:docChg chg="undo custSel addSld modSld sldOrd">
      <pc:chgData name="Tomáš Bratina" userId="2033f5136aa55253" providerId="LiveId" clId="{8ECA8620-7B00-4EDA-805E-0BA470DD3A9F}" dt="2025-12-02T14:00:01.035" v="160"/>
      <pc:docMkLst>
        <pc:docMk/>
      </pc:docMkLst>
      <pc:sldChg chg="modSp mod">
        <pc:chgData name="Tomáš Bratina" userId="2033f5136aa55253" providerId="LiveId" clId="{8ECA8620-7B00-4EDA-805E-0BA470DD3A9F}" dt="2025-12-02T13:47:57.570" v="6" actId="20577"/>
        <pc:sldMkLst>
          <pc:docMk/>
          <pc:sldMk cId="193701528" sldId="256"/>
        </pc:sldMkLst>
        <pc:spChg chg="mod">
          <ac:chgData name="Tomáš Bratina" userId="2033f5136aa55253" providerId="LiveId" clId="{8ECA8620-7B00-4EDA-805E-0BA470DD3A9F}" dt="2025-12-02T13:47:57.570" v="6" actId="20577"/>
          <ac:spMkLst>
            <pc:docMk/>
            <pc:sldMk cId="193701528" sldId="256"/>
            <ac:spMk id="3" creationId="{E872BD15-1E2C-DE75-39BB-7075EE143A83}"/>
          </ac:spMkLst>
        </pc:spChg>
      </pc:sldChg>
      <pc:sldChg chg="modSp mod">
        <pc:chgData name="Tomáš Bratina" userId="2033f5136aa55253" providerId="LiveId" clId="{8ECA8620-7B00-4EDA-805E-0BA470DD3A9F}" dt="2025-12-02T13:48:35.313" v="16" actId="790"/>
        <pc:sldMkLst>
          <pc:docMk/>
          <pc:sldMk cId="169176183" sldId="328"/>
        </pc:sldMkLst>
        <pc:spChg chg="mod">
          <ac:chgData name="Tomáš Bratina" userId="2033f5136aa55253" providerId="LiveId" clId="{8ECA8620-7B00-4EDA-805E-0BA470DD3A9F}" dt="2025-12-02T13:48:31.387" v="15" actId="790"/>
          <ac:spMkLst>
            <pc:docMk/>
            <pc:sldMk cId="169176183" sldId="328"/>
            <ac:spMk id="3" creationId="{6F76A8D2-2967-F291-63BD-96FB65F74FC9}"/>
          </ac:spMkLst>
        </pc:spChg>
        <pc:spChg chg="mod">
          <ac:chgData name="Tomáš Bratina" userId="2033f5136aa55253" providerId="LiveId" clId="{8ECA8620-7B00-4EDA-805E-0BA470DD3A9F}" dt="2025-12-02T13:48:35.313" v="16" actId="790"/>
          <ac:spMkLst>
            <pc:docMk/>
            <pc:sldMk cId="169176183" sldId="328"/>
            <ac:spMk id="4" creationId="{CB2C1567-AB4E-D7AE-5DA6-D983150DC038}"/>
          </ac:spMkLst>
        </pc:spChg>
      </pc:sldChg>
      <pc:sldChg chg="modSp add mod">
        <pc:chgData name="Tomáš Bratina" userId="2033f5136aa55253" providerId="LiveId" clId="{8ECA8620-7B00-4EDA-805E-0BA470DD3A9F}" dt="2025-12-02T13:57:15.484" v="85" actId="20577"/>
        <pc:sldMkLst>
          <pc:docMk/>
          <pc:sldMk cId="451360278" sldId="333"/>
        </pc:sldMkLst>
      </pc:sldChg>
      <pc:sldChg chg="add">
        <pc:chgData name="Tomáš Bratina" userId="2033f5136aa55253" providerId="LiveId" clId="{8ECA8620-7B00-4EDA-805E-0BA470DD3A9F}" dt="2025-12-02T13:53:59.586" v="20"/>
        <pc:sldMkLst>
          <pc:docMk/>
          <pc:sldMk cId="1421440222" sldId="334"/>
        </pc:sldMkLst>
      </pc:sldChg>
      <pc:sldChg chg="addSp delSp modSp new mod modClrScheme chgLayout">
        <pc:chgData name="Tomáš Bratina" userId="2033f5136aa55253" providerId="LiveId" clId="{8ECA8620-7B00-4EDA-805E-0BA470DD3A9F}" dt="2025-12-02T13:56:37.914" v="78" actId="14100"/>
        <pc:sldMkLst>
          <pc:docMk/>
          <pc:sldMk cId="1299959241" sldId="335"/>
        </pc:sldMkLst>
        <pc:spChg chg="mod ord">
          <ac:chgData name="Tomáš Bratina" userId="2033f5136aa55253" providerId="LiveId" clId="{8ECA8620-7B00-4EDA-805E-0BA470DD3A9F}" dt="2025-12-02T13:56:35.044" v="76" actId="14100"/>
          <ac:spMkLst>
            <pc:docMk/>
            <pc:sldMk cId="1299959241" sldId="335"/>
            <ac:spMk id="2" creationId="{27802BE4-E3D0-F489-BFD4-510EB0424033}"/>
          </ac:spMkLst>
        </pc:spChg>
        <pc:spChg chg="add mod ord">
          <ac:chgData name="Tomáš Bratina" userId="2033f5136aa55253" providerId="LiveId" clId="{8ECA8620-7B00-4EDA-805E-0BA470DD3A9F}" dt="2025-12-02T13:56:37.914" v="78" actId="14100"/>
          <ac:spMkLst>
            <pc:docMk/>
            <pc:sldMk cId="1299959241" sldId="335"/>
            <ac:spMk id="4" creationId="{E7A682DE-BAF7-DC13-E92F-A56556D95467}"/>
          </ac:spMkLst>
        </pc:spChg>
      </pc:sldChg>
      <pc:sldChg chg="modSp new mod ord">
        <pc:chgData name="Tomáš Bratina" userId="2033f5136aa55253" providerId="LiveId" clId="{8ECA8620-7B00-4EDA-805E-0BA470DD3A9F}" dt="2025-12-02T13:59:59.652" v="158"/>
        <pc:sldMkLst>
          <pc:docMk/>
          <pc:sldMk cId="931216652" sldId="336"/>
        </pc:sldMkLst>
        <pc:spChg chg="mod">
          <ac:chgData name="Tomáš Bratina" userId="2033f5136aa55253" providerId="LiveId" clId="{8ECA8620-7B00-4EDA-805E-0BA470DD3A9F}" dt="2025-12-02T13:59:25.921" v="129" actId="20577"/>
          <ac:spMkLst>
            <pc:docMk/>
            <pc:sldMk cId="931216652" sldId="336"/>
            <ac:spMk id="2" creationId="{B78C66EB-5822-C26D-133A-3DF6482EEBA4}"/>
          </ac:spMkLst>
        </pc:spChg>
        <pc:spChg chg="mod">
          <ac:chgData name="Tomáš Bratina" userId="2033f5136aa55253" providerId="LiveId" clId="{8ECA8620-7B00-4EDA-805E-0BA470DD3A9F}" dt="2025-12-02T13:59:13.456" v="121" actId="20577"/>
          <ac:spMkLst>
            <pc:docMk/>
            <pc:sldMk cId="931216652" sldId="336"/>
            <ac:spMk id="3" creationId="{9BCEB6AA-E2D3-B427-A1E6-8ECE36FC0810}"/>
          </ac:spMkLst>
        </pc:spChg>
      </pc:sldChg>
      <pc:sldChg chg="add ord">
        <pc:chgData name="Tomáš Bratina" userId="2033f5136aa55253" providerId="LiveId" clId="{8ECA8620-7B00-4EDA-805E-0BA470DD3A9F}" dt="2025-12-02T14:00:01.035" v="160"/>
        <pc:sldMkLst>
          <pc:docMk/>
          <pc:sldMk cId="2378196368" sldId="337"/>
        </pc:sldMkLst>
      </pc:sldChg>
      <pc:sldChg chg="modSp new mod">
        <pc:chgData name="Tomáš Bratina" userId="2033f5136aa55253" providerId="LiveId" clId="{8ECA8620-7B00-4EDA-805E-0BA470DD3A9F}" dt="2025-12-02T13:59:47.910" v="156" actId="5793"/>
        <pc:sldMkLst>
          <pc:docMk/>
          <pc:sldMk cId="4153358899" sldId="338"/>
        </pc:sldMkLst>
        <pc:spChg chg="mod">
          <ac:chgData name="Tomáš Bratina" userId="2033f5136aa55253" providerId="LiveId" clId="{8ECA8620-7B00-4EDA-805E-0BA470DD3A9F}" dt="2025-12-02T13:59:47.910" v="156" actId="5793"/>
          <ac:spMkLst>
            <pc:docMk/>
            <pc:sldMk cId="4153358899" sldId="338"/>
            <ac:spMk id="2" creationId="{04D5B478-F9BA-8B56-907B-0D5BD2E28B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21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2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bbel.com/en/magazine/sorry-in-norwegia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takleven/4694190132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norshipping/9039077901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unfccc/53370681255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verskejazyky.cz/norstina/ucebnice/lekce10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b-Wec32TeyM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f.ntnu.no/now/oral/0203d.htm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FD142C-1427-D909-29EE-C1C68D8D7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872BD15-1E2C-DE75-39BB-7075EE143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04.12.2025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370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8D869-83C0-35F0-F21F-0DF064A8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CDD477-3320-5A82-04A3-CF9C8E9E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Unnskyld</a:t>
            </a:r>
            <a:r>
              <a:rPr lang="nb-NO" b="0" dirty="0"/>
              <a:t>, </a:t>
            </a:r>
            <a:r>
              <a:rPr lang="nb-NO" b="0" dirty="0" err="1"/>
              <a:t>nebo</a:t>
            </a:r>
            <a:r>
              <a:rPr lang="nb-NO" b="0" dirty="0"/>
              <a:t> </a:t>
            </a:r>
            <a:r>
              <a:rPr lang="nb-NO" dirty="0"/>
              <a:t>beklager?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3F82EB5-1F09-53F1-CA5E-E48A717C3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cs-CZ" sz="2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cs-CZ" sz="3200" dirty="0"/>
              <a:t>V norštině existují dva běžné výrazy pro „promiň(</a:t>
            </a:r>
            <a:r>
              <a:rPr lang="cs-CZ" sz="3200" dirty="0" err="1"/>
              <a:t>te</a:t>
            </a:r>
            <a:r>
              <a:rPr lang="cs-CZ" sz="3200" dirty="0"/>
              <a:t>)“ nebo „omlouvám se“: </a:t>
            </a:r>
            <a:r>
              <a:rPr lang="cs-CZ" sz="3200" i="1" dirty="0" err="1">
                <a:solidFill>
                  <a:schemeClr val="accent1"/>
                </a:solidFill>
              </a:rPr>
              <a:t>unnskyld</a:t>
            </a:r>
            <a:r>
              <a:rPr lang="cs-CZ" sz="3200" i="1" dirty="0"/>
              <a:t> </a:t>
            </a:r>
            <a:r>
              <a:rPr lang="cs-CZ" sz="3200" dirty="0"/>
              <a:t>a </a:t>
            </a:r>
            <a:r>
              <a:rPr lang="cs-CZ" sz="3200" i="1" dirty="0" err="1">
                <a:solidFill>
                  <a:schemeClr val="accent1"/>
                </a:solidFill>
              </a:rPr>
              <a:t>beklager</a:t>
            </a:r>
            <a:r>
              <a:rPr lang="cs-CZ" sz="3200" dirty="0"/>
              <a:t>. Jejich použití se však liší podle situace.</a:t>
            </a:r>
          </a:p>
        </p:txBody>
      </p:sp>
    </p:spTree>
    <p:extLst>
      <p:ext uri="{BB962C8B-B14F-4D97-AF65-F5344CB8AC3E}">
        <p14:creationId xmlns:p14="http://schemas.microsoft.com/office/powerpoint/2010/main" val="77566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0D1B54-E11D-E754-3428-2F4F0CFB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Unnskyld</a:t>
            </a:r>
            <a:r>
              <a:rPr lang="nb-NO" b="0" dirty="0"/>
              <a:t>, </a:t>
            </a:r>
            <a:r>
              <a:rPr lang="nb-NO" b="0" dirty="0" err="1"/>
              <a:t>nebo</a:t>
            </a:r>
            <a:r>
              <a:rPr lang="nb-NO" b="0" dirty="0"/>
              <a:t> </a:t>
            </a:r>
            <a:r>
              <a:rPr lang="nb-NO" dirty="0"/>
              <a:t>beklager?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F76A8D2-2967-F291-63BD-96FB65F74F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cs-CZ" sz="2600" b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nb-NO" sz="2600" b="1" dirty="0"/>
              <a:t>Unnskyld</a:t>
            </a:r>
            <a:r>
              <a:rPr lang="sk-SK" sz="2600" dirty="0"/>
              <a:t> </a:t>
            </a:r>
            <a:r>
              <a:rPr lang="cs-CZ" sz="2600" dirty="0"/>
              <a:t>se používá, když chceme někoho zdvořile oslovit nebo požádat o pomoc, např. </a:t>
            </a:r>
            <a:r>
              <a:rPr lang="nb-NO" sz="2600" noProof="0" dirty="0">
                <a:solidFill>
                  <a:schemeClr val="accent1"/>
                </a:solidFill>
              </a:rPr>
              <a:t>„Unnskyld, kan du hjelpe meg?“</a:t>
            </a:r>
            <a:endParaRPr lang="cs-CZ" sz="2600" dirty="0">
              <a:solidFill>
                <a:schemeClr val="accent1"/>
              </a:solidFill>
            </a:endParaRP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CB2C1567-AB4E-D7AE-5DA6-D983150DC0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cs-CZ" sz="2600" b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cs-CZ" sz="2600" b="1" dirty="0" err="1"/>
              <a:t>Beklager</a:t>
            </a:r>
            <a:r>
              <a:rPr lang="cs-CZ" sz="2600" b="1" dirty="0"/>
              <a:t> </a:t>
            </a:r>
            <a:r>
              <a:rPr lang="cs-CZ" sz="2600" dirty="0"/>
              <a:t>se používá, když se chceme omluvit, např. </a:t>
            </a:r>
            <a:r>
              <a:rPr lang="nb-NO" sz="2600" noProof="0" dirty="0">
                <a:solidFill>
                  <a:schemeClr val="accent1"/>
                </a:solidFill>
              </a:rPr>
              <a:t>„Beklager at jeg kommer for sent.“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cs-CZ" sz="2600" dirty="0">
              <a:solidFill>
                <a:schemeClr val="accent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cs-CZ" sz="2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7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6272-F8B1-6CF8-216B-5B3C7641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A21B3A-DF21-0029-6B41-04EF6042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Unnskyld</a:t>
            </a:r>
            <a:r>
              <a:rPr lang="nb-NO" b="0" dirty="0"/>
              <a:t>, </a:t>
            </a:r>
            <a:r>
              <a:rPr lang="nb-NO" b="0" dirty="0" err="1"/>
              <a:t>nebo</a:t>
            </a:r>
            <a:r>
              <a:rPr lang="nb-NO" b="0" dirty="0"/>
              <a:t> </a:t>
            </a:r>
            <a:r>
              <a:rPr lang="nb-NO" dirty="0"/>
              <a:t>beklager?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4FF1462-FD5E-B9B1-57E3-445455C4A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cs-CZ" sz="2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cs-CZ" sz="3200" dirty="0"/>
              <a:t>Existuje však i výjimka. Pokud do někoho omylem vrazíte (nebo se stane něco podobného), můžete použít jak </a:t>
            </a:r>
            <a:r>
              <a:rPr lang="cs-CZ" sz="3200" i="1" dirty="0" err="1">
                <a:solidFill>
                  <a:schemeClr val="accent1"/>
                </a:solidFill>
              </a:rPr>
              <a:t>beklager</a:t>
            </a:r>
            <a:r>
              <a:rPr lang="cs-CZ" sz="3200" dirty="0"/>
              <a:t>, tak </a:t>
            </a:r>
            <a:r>
              <a:rPr lang="cs-CZ" sz="3200" i="1" dirty="0" err="1">
                <a:solidFill>
                  <a:schemeClr val="accent1"/>
                </a:solidFill>
              </a:rPr>
              <a:t>unnskyld</a:t>
            </a:r>
            <a:r>
              <a:rPr lang="cs-CZ" sz="3200" dirty="0"/>
              <a:t>. Více informací </a:t>
            </a:r>
            <a:r>
              <a:rPr lang="cs-CZ" sz="3200" dirty="0">
                <a:hlinkClick r:id="rId2"/>
              </a:rPr>
              <a:t>zde</a:t>
            </a:r>
            <a:r>
              <a:rPr lang="cs-CZ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922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796A-69DF-27D4-E9DE-36CC3A91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74A908-9522-6185-950D-8AF299CE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7295E5-6E8A-518F-EB4E-406CE62BC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</a:t>
            </a:r>
            <a:r>
              <a:rPr lang="nb-NO" sz="2800" dirty="0"/>
              <a:t>+ (ei) krone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</a:t>
            </a:r>
            <a:r>
              <a:rPr lang="nb-NO" sz="2800" dirty="0"/>
              <a:t>+ (ei) kake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</a:t>
            </a:r>
            <a:r>
              <a:rPr lang="nb-NO" sz="2800" dirty="0"/>
              <a:t>+ (en) pose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</a:t>
            </a:r>
            <a:r>
              <a:rPr lang="nb-NO" sz="2800" dirty="0"/>
              <a:t>+ (et) tog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</a:t>
            </a:r>
            <a:r>
              <a:rPr lang="nb-NO" sz="2800" dirty="0"/>
              <a:t>+ (en) sykkel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56998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001A-12B3-CC80-5B19-20FC8F16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01050E-8C6D-EAF3-13AF-6F0C4FCB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C047FC2-3FB7-D6CF-C50E-6DC23E7C3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</a:t>
            </a:r>
            <a:r>
              <a:rPr lang="nb-NO" sz="2800" dirty="0"/>
              <a:t>+ (ei) krone		</a:t>
            </a:r>
            <a:r>
              <a:rPr lang="nb-NO" sz="2800" b="1" dirty="0"/>
              <a:t>tjuesju kroner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</a:t>
            </a:r>
            <a:r>
              <a:rPr lang="nb-NO" sz="2800" dirty="0"/>
              <a:t>+ (ei) kake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</a:t>
            </a:r>
            <a:r>
              <a:rPr lang="nb-NO" sz="2800" dirty="0"/>
              <a:t>+ (en) pose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</a:t>
            </a:r>
            <a:r>
              <a:rPr lang="nb-NO" sz="2800" dirty="0"/>
              <a:t>+ (et) tog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</a:t>
            </a:r>
            <a:r>
              <a:rPr lang="nb-NO" sz="2800" dirty="0"/>
              <a:t>+ (en) sykkel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60996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84ECF-2791-DB83-BD70-131352EF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026F3E-11E8-BD61-D55B-8B2B17A7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302B9D7-B9EE-F8C0-A523-5D42E7558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</a:t>
            </a:r>
            <a:r>
              <a:rPr lang="nb-NO" sz="2800" dirty="0"/>
              <a:t>+ (ei) krone		</a:t>
            </a:r>
            <a:r>
              <a:rPr lang="nb-NO" sz="2800" b="1" dirty="0"/>
              <a:t>tjuesju kroner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</a:t>
            </a:r>
            <a:r>
              <a:rPr lang="nb-NO" sz="2800" dirty="0"/>
              <a:t>+ (ei) kake			</a:t>
            </a:r>
            <a:r>
              <a:rPr lang="nb-NO" sz="2800" b="1" dirty="0"/>
              <a:t>sytten kaker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</a:t>
            </a:r>
            <a:r>
              <a:rPr lang="nb-NO" sz="2800" dirty="0"/>
              <a:t>+ (en) pose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</a:t>
            </a:r>
            <a:r>
              <a:rPr lang="nb-NO" sz="2800" dirty="0"/>
              <a:t>+ (et) tog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</a:t>
            </a:r>
            <a:r>
              <a:rPr lang="nb-NO" sz="2800" dirty="0"/>
              <a:t>+ (en) sykkel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911403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8AB4-A864-AC3B-8DB4-8E24CC4B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D70154-D999-4035-0031-3A4E9BE8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4D0DB7-C456-1072-00A4-88D16C13E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</a:t>
            </a:r>
            <a:r>
              <a:rPr lang="nb-NO" sz="2800" dirty="0"/>
              <a:t>+ (ei) krone		</a:t>
            </a:r>
            <a:r>
              <a:rPr lang="nb-NO" sz="2800" b="1" dirty="0"/>
              <a:t>tjuesju kroner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</a:t>
            </a:r>
            <a:r>
              <a:rPr lang="nb-NO" sz="2800" dirty="0"/>
              <a:t>+ (ei) kake			</a:t>
            </a:r>
            <a:r>
              <a:rPr lang="nb-NO" sz="2800" b="1" dirty="0"/>
              <a:t>sytten kaker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</a:t>
            </a:r>
            <a:r>
              <a:rPr lang="nb-NO" sz="2800" dirty="0"/>
              <a:t>+ (en) pose		</a:t>
            </a:r>
            <a:r>
              <a:rPr lang="nb-NO" sz="2800" b="1" dirty="0"/>
              <a:t>åtti poser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</a:t>
            </a:r>
            <a:r>
              <a:rPr lang="nb-NO" sz="2800" dirty="0"/>
              <a:t>+ (et) tog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</a:t>
            </a:r>
            <a:r>
              <a:rPr lang="nb-NO" sz="2800" dirty="0"/>
              <a:t>+ (en) sykkel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77053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9EC5-668D-EFF9-306C-4520F134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5BCF9C-2F5E-D811-3FBA-90F238DB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B6284F1-3AB7-97E0-A248-3A3DFE3CA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</a:t>
            </a:r>
            <a:r>
              <a:rPr lang="nb-NO" sz="2800" dirty="0"/>
              <a:t>+ (ei) krone		</a:t>
            </a:r>
            <a:r>
              <a:rPr lang="nb-NO" sz="2800" b="1" dirty="0"/>
              <a:t>tjuesju kroner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</a:t>
            </a:r>
            <a:r>
              <a:rPr lang="nb-NO" sz="2800" dirty="0"/>
              <a:t>+ (ei) kake			</a:t>
            </a:r>
            <a:r>
              <a:rPr lang="nb-NO" sz="2800" b="1" dirty="0"/>
              <a:t>sytten kaker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</a:t>
            </a:r>
            <a:r>
              <a:rPr lang="nb-NO" sz="2800" dirty="0"/>
              <a:t>+ (en) pose		</a:t>
            </a:r>
            <a:r>
              <a:rPr lang="nb-NO" sz="2800" b="1" dirty="0"/>
              <a:t>åtti poser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</a:t>
            </a:r>
            <a:r>
              <a:rPr lang="nb-NO" sz="2800" dirty="0"/>
              <a:t>+ (et) tog		</a:t>
            </a:r>
            <a:r>
              <a:rPr lang="nb-NO" sz="2800" b="1" dirty="0"/>
              <a:t>	seksten tog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</a:t>
            </a:r>
            <a:r>
              <a:rPr lang="nb-NO" sz="2800" dirty="0"/>
              <a:t>+ (en) sykkel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228414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314F6-E84D-81F0-97F5-4C0C4226B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560D2A-DE4B-FD2D-FF6B-D42CC773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DBD9A83-94C4-11BB-A092-4BE72F82A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</a:t>
            </a:r>
            <a:r>
              <a:rPr lang="nb-NO" sz="2800" dirty="0"/>
              <a:t>+ (ei) krone		</a:t>
            </a:r>
            <a:r>
              <a:rPr lang="nb-NO" sz="2800" b="1" dirty="0"/>
              <a:t>tjuesju kroner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</a:t>
            </a:r>
            <a:r>
              <a:rPr lang="nb-NO" sz="2800" dirty="0"/>
              <a:t>+ (ei) kake			</a:t>
            </a:r>
            <a:r>
              <a:rPr lang="nb-NO" sz="2800" b="1" dirty="0"/>
              <a:t>sytten kaker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</a:t>
            </a:r>
            <a:r>
              <a:rPr lang="nb-NO" sz="2800" dirty="0"/>
              <a:t>+ (en) pose		</a:t>
            </a:r>
            <a:r>
              <a:rPr lang="nb-NO" sz="2800" b="1" dirty="0"/>
              <a:t>åtti poser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</a:t>
            </a:r>
            <a:r>
              <a:rPr lang="nb-NO" sz="2800" dirty="0"/>
              <a:t>+ (et) tog		</a:t>
            </a:r>
            <a:r>
              <a:rPr lang="nb-NO" sz="2800" b="1" dirty="0"/>
              <a:t>	seksten tog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</a:t>
            </a:r>
            <a:r>
              <a:rPr lang="nb-NO" sz="2800" dirty="0"/>
              <a:t>+ (en) sykkel		</a:t>
            </a:r>
            <a:r>
              <a:rPr lang="nb-NO" sz="2800" b="1" dirty="0"/>
              <a:t>sytti sykler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240872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178F3-F14D-A057-3C3D-ED3F0F15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1B24AF-6E4C-06D4-3B4A-DE152158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CAEE88-C797-97E7-0A66-65CCD478D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3375953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57E8-58B2-5665-A78D-07BBC517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345CF4-D8EB-D232-4E39-8AF89B928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F6B6B93-9406-C188-F150-6BC43E9D3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646959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523C-BAA8-7A78-D699-EACBD1A5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1D3001-404B-20B1-528F-0C81611E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3539871-FD19-ADBE-44B2-A1998B7B0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r>
              <a:rPr lang="nb-NO" sz="2800" dirty="0"/>
              <a:t>			</a:t>
            </a:r>
            <a:r>
              <a:rPr lang="nb-NO" sz="2800" b="1" dirty="0"/>
              <a:t>hundre tsjekkere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  <a:r>
              <a:rPr lang="nb-NO" sz="2800" dirty="0"/>
              <a:t>			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1245922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867E0-9421-8EC3-E579-98DFCE78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0D00F6-1977-79E7-F9EC-BC0163D00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38A4DBC-DD89-F792-F07C-028A8EAF3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r>
              <a:rPr lang="nb-NO" sz="2800" dirty="0"/>
              <a:t>			</a:t>
            </a:r>
            <a:r>
              <a:rPr lang="nb-NO" sz="2800" b="1" dirty="0"/>
              <a:t>hundre tsjekkere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  <a:r>
              <a:rPr lang="nb-NO" sz="2800" dirty="0"/>
              <a:t>			</a:t>
            </a:r>
            <a:r>
              <a:rPr lang="nb-NO" sz="2800" b="1" dirty="0"/>
              <a:t>førtini bøker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3669097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1D0E-F3E0-C9F2-0521-41B0A69D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431BF3-F2A3-B05B-EA09-3E6EA6A7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EB6046C-6446-D1BC-713C-7DBFB5FC7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r>
              <a:rPr lang="nb-NO" sz="2800" dirty="0"/>
              <a:t>			</a:t>
            </a:r>
            <a:r>
              <a:rPr lang="nb-NO" sz="2800" b="1" dirty="0"/>
              <a:t>hundre tsjekkere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  <a:r>
              <a:rPr lang="nb-NO" sz="2800" dirty="0"/>
              <a:t>			</a:t>
            </a:r>
            <a:r>
              <a:rPr lang="nb-NO" sz="2800" b="1" dirty="0"/>
              <a:t>førtini bøker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</a:t>
            </a:r>
            <a:r>
              <a:rPr lang="nb-NO" sz="2800" dirty="0"/>
              <a:t>	</a:t>
            </a:r>
            <a:r>
              <a:rPr lang="nb-NO" sz="2800" b="1" dirty="0"/>
              <a:t>elleve studenter</a:t>
            </a:r>
            <a:r>
              <a:rPr lang="cs-CZ" sz="2800" dirty="0"/>
              <a:t>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1522305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ED40-5FA9-1AA9-0213-2771A7B2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E78A85-A49D-DA0B-8C37-10CEC32D4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7F2F585-0099-2FD9-E066-10437E02C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r>
              <a:rPr lang="nb-NO" sz="2800" dirty="0"/>
              <a:t>			</a:t>
            </a:r>
            <a:r>
              <a:rPr lang="nb-NO" sz="2800" b="1" dirty="0"/>
              <a:t>hundre tsjekkere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  <a:r>
              <a:rPr lang="nb-NO" sz="2800" dirty="0"/>
              <a:t>			</a:t>
            </a:r>
            <a:r>
              <a:rPr lang="nb-NO" sz="2800" b="1" dirty="0"/>
              <a:t>førtini bøker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</a:t>
            </a:r>
            <a:r>
              <a:rPr lang="nb-NO" sz="2800" dirty="0"/>
              <a:t>	</a:t>
            </a:r>
            <a:r>
              <a:rPr lang="nb-NO" sz="2800" b="1" dirty="0"/>
              <a:t>elleve studenter</a:t>
            </a:r>
            <a:r>
              <a:rPr lang="cs-CZ" sz="2800" dirty="0"/>
              <a:t>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r>
              <a:rPr lang="nb-NO" sz="2800" dirty="0"/>
              <a:t>			</a:t>
            </a:r>
            <a:r>
              <a:rPr lang="nb-NO" sz="2800" b="1" dirty="0"/>
              <a:t>tolv feil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1712972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38D297-6F70-BDDB-6079-AECC326E1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nb-NO" sz="4000" b="1" dirty="0"/>
              <a:t>Hvor gammel er du?</a:t>
            </a:r>
          </a:p>
          <a:p>
            <a:pPr marL="0" indent="0" algn="ctr">
              <a:buNone/>
            </a:pPr>
            <a:r>
              <a:rPr lang="cs-CZ" sz="3000" dirty="0"/>
              <a:t>(Kolik ti je let?)</a:t>
            </a:r>
            <a:endParaRPr lang="nb-NO" sz="3000" dirty="0"/>
          </a:p>
          <a:p>
            <a:pPr marL="0" indent="0" algn="ctr">
              <a:buNone/>
            </a:pPr>
            <a:r>
              <a:rPr lang="nb-NO" sz="4000" b="1" dirty="0"/>
              <a:t>Jeg er ... år gammel.</a:t>
            </a:r>
            <a:endParaRPr lang="cs-CZ" sz="4000" b="1" dirty="0"/>
          </a:p>
          <a:p>
            <a:pPr marL="0" indent="0" algn="ctr">
              <a:buNone/>
            </a:pPr>
            <a:r>
              <a:rPr lang="cs-CZ" sz="3000" dirty="0"/>
              <a:t>(Je mi … let.)</a:t>
            </a:r>
          </a:p>
        </p:txBody>
      </p:sp>
    </p:spTree>
    <p:extLst>
      <p:ext uri="{BB962C8B-B14F-4D97-AF65-F5344CB8AC3E}">
        <p14:creationId xmlns:p14="http://schemas.microsoft.com/office/powerpoint/2010/main" val="3373394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 descr="Obsah obrázku osoba, Lidská tvář, oblečení, muž&#10;&#10;Obsah vygenerovaný umělou inteligencí může být nesprávný.">
            <a:extLst>
              <a:ext uri="{FF2B5EF4-FFF2-40B4-BE49-F238E27FC236}">
                <a16:creationId xmlns:a16="http://schemas.microsoft.com/office/drawing/2014/main" id="{2C95A9D9-5594-2EA6-9F4C-387EC2337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212" r="-1" b="21961"/>
          <a:stretch/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40E0FF-B48D-889B-86E3-3A9C5BE0D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17" y="2212848"/>
            <a:ext cx="4361688" cy="40965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nb-NO" sz="4000" b="1" dirty="0"/>
              <a:t>kong Harald</a:t>
            </a:r>
            <a:endParaRPr lang="en-US" sz="4000" b="1" dirty="0"/>
          </a:p>
          <a:p>
            <a:pPr marL="0" indent="0" algn="ctr">
              <a:buNone/>
            </a:pPr>
            <a:r>
              <a:rPr lang="nb-NO" sz="4000" noProof="0" dirty="0"/>
              <a:t>88 år</a:t>
            </a:r>
          </a:p>
        </p:txBody>
      </p:sp>
    </p:spTree>
    <p:extLst>
      <p:ext uri="{BB962C8B-B14F-4D97-AF65-F5344CB8AC3E}">
        <p14:creationId xmlns:p14="http://schemas.microsoft.com/office/powerpoint/2010/main" val="760052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9E18A-ADB1-405D-3CD4-E3AA5D493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ázek 2" descr="Obsah obrázku osoba, oblečení, venku, muž&#10;&#10;Obsah vygenerovaný umělou inteligencí může být nesprávný.">
            <a:extLst>
              <a:ext uri="{FF2B5EF4-FFF2-40B4-BE49-F238E27FC236}">
                <a16:creationId xmlns:a16="http://schemas.microsoft.com/office/drawing/2014/main" id="{9FAEDB53-5C5F-720C-11C9-99CCDDBED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981" r="14985" b="-1"/>
          <a:stretch/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B113B5-C01A-DF8C-085D-16073A332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008" y="2212848"/>
            <a:ext cx="4562697" cy="40965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nb-NO" sz="4000" b="1" dirty="0"/>
              <a:t>kronprins Haakon</a:t>
            </a:r>
            <a:endParaRPr lang="en-US" sz="4000" b="1" dirty="0"/>
          </a:p>
          <a:p>
            <a:pPr marL="0" indent="0" algn="ctr">
              <a:buNone/>
            </a:pPr>
            <a:r>
              <a:rPr lang="nb-NO" sz="4000" noProof="0" dirty="0"/>
              <a:t>52 år</a:t>
            </a:r>
          </a:p>
        </p:txBody>
      </p:sp>
    </p:spTree>
    <p:extLst>
      <p:ext uri="{BB962C8B-B14F-4D97-AF65-F5344CB8AC3E}">
        <p14:creationId xmlns:p14="http://schemas.microsoft.com/office/powerpoint/2010/main" val="283066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E05C2-89FE-A925-5D8E-6857AC8D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63CDDC8-7E0B-0A18-9639-6D890D632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34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911B2A0-00D3-63AC-831E-AEC33C443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7" y="2214282"/>
            <a:ext cx="5916168" cy="40950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nb-NO" sz="4000" b="1" dirty="0"/>
              <a:t>prinsesse</a:t>
            </a:r>
          </a:p>
          <a:p>
            <a:pPr marL="0" indent="0" algn="ctr">
              <a:buNone/>
            </a:pPr>
            <a:r>
              <a:rPr lang="nb-NO" sz="4000" b="1" dirty="0"/>
              <a:t>Ingri</a:t>
            </a:r>
            <a:r>
              <a:rPr lang="sk-SK" sz="4000" b="1" dirty="0"/>
              <a:t>d</a:t>
            </a:r>
            <a:r>
              <a:rPr lang="nb-NO" sz="4000" b="1" dirty="0"/>
              <a:t> Alexandra</a:t>
            </a:r>
            <a:endParaRPr lang="en-US" sz="4000" b="1" dirty="0"/>
          </a:p>
          <a:p>
            <a:pPr marL="0" indent="0" algn="ctr">
              <a:buNone/>
            </a:pPr>
            <a:r>
              <a:rPr lang="nb-NO" sz="4000" noProof="0" dirty="0"/>
              <a:t>21 år</a:t>
            </a:r>
          </a:p>
        </p:txBody>
      </p:sp>
    </p:spTree>
    <p:extLst>
      <p:ext uri="{BB962C8B-B14F-4D97-AF65-F5344CB8AC3E}">
        <p14:creationId xmlns:p14="http://schemas.microsoft.com/office/powerpoint/2010/main" val="1344693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CFD8C-5A9D-CE21-B507-BFEF1E6F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3EEFB76-B684-9A77-14E7-AD5B6E960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484" r="19482" b="-1"/>
          <a:stretch/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D8ACEFB-03FA-D635-64E2-6EC3208C6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17" y="2212848"/>
            <a:ext cx="4361688" cy="40965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nb-NO" sz="4000" b="1" dirty="0"/>
              <a:t>statsminister Jonas Gahr Støre</a:t>
            </a:r>
            <a:endParaRPr lang="en-US" sz="4000" b="1" dirty="0"/>
          </a:p>
          <a:p>
            <a:pPr marL="0" indent="0" algn="ctr">
              <a:buNone/>
            </a:pPr>
            <a:r>
              <a:rPr lang="nb-NO" sz="4000" noProof="0" dirty="0"/>
              <a:t>65 år</a:t>
            </a:r>
          </a:p>
        </p:txBody>
      </p:sp>
    </p:spTree>
    <p:extLst>
      <p:ext uri="{BB962C8B-B14F-4D97-AF65-F5344CB8AC3E}">
        <p14:creationId xmlns:p14="http://schemas.microsoft.com/office/powerpoint/2010/main" val="1719404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77496-7DAC-8128-242B-FD1799128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ázek 6" descr="Obsah obrázku Lidská tvář, oblečení, osoba, portrét&#10;&#10;Obsah vygenerovaný umělou inteligencí může být nesprávný.">
            <a:extLst>
              <a:ext uri="{FF2B5EF4-FFF2-40B4-BE49-F238E27FC236}">
                <a16:creationId xmlns:a16="http://schemas.microsoft.com/office/drawing/2014/main" id="{7D3ACA08-A94B-0B5C-3C84-C60ECD113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6775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99E99E2-DAF3-9B09-5669-DB0EDE5F9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7" y="2214282"/>
            <a:ext cx="5916168" cy="40950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nb-NO" sz="4000" b="1" dirty="0"/>
              <a:t>Jon Fosse</a:t>
            </a:r>
            <a:endParaRPr lang="en-US" sz="4000" b="1" dirty="0"/>
          </a:p>
          <a:p>
            <a:pPr marL="0" indent="0" algn="ctr">
              <a:buNone/>
            </a:pPr>
            <a:r>
              <a:rPr lang="nb-NO" sz="4000" noProof="0"/>
              <a:t>66 </a:t>
            </a:r>
            <a:r>
              <a:rPr lang="nb-NO" sz="4000" noProof="0" dirty="0"/>
              <a:t>år</a:t>
            </a:r>
          </a:p>
        </p:txBody>
      </p:sp>
    </p:spTree>
    <p:extLst>
      <p:ext uri="{BB962C8B-B14F-4D97-AF65-F5344CB8AC3E}">
        <p14:creationId xmlns:p14="http://schemas.microsoft.com/office/powerpoint/2010/main" val="75842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 descr="Obrázok, na ktorom je text, ošatenie, ľudská tvár, osoba&#10;&#10;Automaticky generovaný popis">
            <a:extLst>
              <a:ext uri="{FF2B5EF4-FFF2-40B4-BE49-F238E27FC236}">
                <a16:creationId xmlns:a16="http://schemas.microsoft.com/office/drawing/2014/main" id="{1EF0CCE0-1CCF-8CF2-6AF0-17C8FFD1F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077" y="1143000"/>
            <a:ext cx="7245846" cy="4572000"/>
          </a:xfrm>
        </p:spPr>
      </p:pic>
    </p:spTree>
    <p:extLst>
      <p:ext uri="{BB962C8B-B14F-4D97-AF65-F5344CB8AC3E}">
        <p14:creationId xmlns:p14="http://schemas.microsoft.com/office/powerpoint/2010/main" val="344161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D5B478-F9BA-8B56-907B-0D5BD2E2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Lekce 5 – článek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F7BD7-0BC7-F156-1E95-CE942FD92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nb-NO" sz="3200" b="1" noProof="0" dirty="0"/>
          </a:p>
          <a:p>
            <a:pPr marL="0" indent="0">
              <a:lnSpc>
                <a:spcPct val="150000"/>
              </a:lnSpc>
              <a:buNone/>
            </a:pPr>
            <a:r>
              <a:rPr lang="cs-CZ" sz="3200" b="1" noProof="0" dirty="0"/>
              <a:t>Jul – Vánoce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cs-CZ" sz="3200" noProof="0" dirty="0"/>
              <a:t>Audio </a:t>
            </a:r>
            <a:r>
              <a:rPr lang="cs-CZ" sz="3200" noProof="0" dirty="0">
                <a:hlinkClick r:id="rId2"/>
              </a:rPr>
              <a:t>zde</a:t>
            </a:r>
            <a:r>
              <a:rPr lang="cs-CZ" sz="3200" noProof="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53358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17B63-B25D-DECE-8F23-C72A4175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944E02-2DC1-B860-307C-DC43F9268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10750"/>
          </a:xfrm>
        </p:spPr>
        <p:txBody>
          <a:bodyPr/>
          <a:lstStyle/>
          <a:p>
            <a:r>
              <a:rPr lang="nb-NO" dirty="0"/>
              <a:t>Hva spiser nordmenn til jul?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531BAD-D82D-70EF-5F6B-1FAEB0252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475874"/>
            <a:ext cx="10552176" cy="47054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nb-NO" sz="3200" noProof="0" dirty="0"/>
              <a:t>svineribbe (42 </a:t>
            </a:r>
            <a:r>
              <a:rPr lang="nb-NO" sz="3200" noProof="0" dirty="0">
                <a:latin typeface="Aptos" panose="020B0004020202020204" pitchFamily="34" charset="0"/>
              </a:rPr>
              <a:t>%)</a:t>
            </a:r>
            <a:endParaRPr lang="nb-NO" sz="3200" noProof="0" dirty="0"/>
          </a:p>
          <a:p>
            <a:pPr marL="0" indent="0">
              <a:lnSpc>
                <a:spcPct val="150000"/>
              </a:lnSpc>
              <a:buNone/>
            </a:pPr>
            <a:endParaRPr lang="cs-CZ" sz="3200" noProof="0" dirty="0"/>
          </a:p>
        </p:txBody>
      </p:sp>
      <p:pic>
        <p:nvPicPr>
          <p:cNvPr id="5" name="Obrázok 4" descr="Obrázok, na ktorom je jedlo, Vianoce, zelenina, vnútri&#10;&#10;Obsah vygenerovaný pomocou AI môže byť nesprávny.">
            <a:extLst>
              <a:ext uri="{FF2B5EF4-FFF2-40B4-BE49-F238E27FC236}">
                <a16:creationId xmlns:a16="http://schemas.microsoft.com/office/drawing/2014/main" id="{F0C1637B-54FC-28D3-D08B-A0541E629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312" y="2581344"/>
            <a:ext cx="54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738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ECFA-CB63-E628-0F5B-7A94CD30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4C5FD3-C397-1941-7DF1-7CE5DFEE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10750"/>
          </a:xfrm>
        </p:spPr>
        <p:txBody>
          <a:bodyPr/>
          <a:lstStyle/>
          <a:p>
            <a:r>
              <a:rPr lang="nb-NO" dirty="0"/>
              <a:t>Hva spiser nordmenn til jul?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A76DE3-2BEC-FC8D-8EA7-C9EDA02D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475874"/>
            <a:ext cx="10552176" cy="47054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nb-NO" sz="3200" noProof="0" dirty="0"/>
              <a:t>pinnekjøtt (</a:t>
            </a:r>
            <a:r>
              <a:rPr lang="nb-NO" sz="3200" dirty="0"/>
              <a:t>36</a:t>
            </a:r>
            <a:r>
              <a:rPr lang="nb-NO" sz="3200" noProof="0" dirty="0"/>
              <a:t> </a:t>
            </a:r>
            <a:r>
              <a:rPr lang="nb-NO" sz="3200" noProof="0" dirty="0">
                <a:latin typeface="Aptos" panose="020B0004020202020204" pitchFamily="34" charset="0"/>
              </a:rPr>
              <a:t>%)</a:t>
            </a:r>
            <a:endParaRPr lang="nb-NO" sz="3200" noProof="0" dirty="0"/>
          </a:p>
          <a:p>
            <a:pPr marL="0" indent="0">
              <a:lnSpc>
                <a:spcPct val="150000"/>
              </a:lnSpc>
              <a:buNone/>
            </a:pPr>
            <a:endParaRPr lang="cs-CZ" sz="3200" noProof="0" dirty="0"/>
          </a:p>
        </p:txBody>
      </p:sp>
      <p:pic>
        <p:nvPicPr>
          <p:cNvPr id="6" name="Obrázok 5" descr="Obrázok, na ktorom je jedlo, tanier, kuchyňa, stôl&#10;&#10;Obsah vygenerovaný pomocou AI môže byť nesprávny.">
            <a:extLst>
              <a:ext uri="{FF2B5EF4-FFF2-40B4-BE49-F238E27FC236}">
                <a16:creationId xmlns:a16="http://schemas.microsoft.com/office/drawing/2014/main" id="{F9ECE444-2829-ACDF-A5DC-A88D26B77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878" y="2581345"/>
            <a:ext cx="722424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24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4183E-3A41-ABA3-EA55-DB4B3FC2B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AAF368-E584-F4DB-9E56-A14F8F2D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10750"/>
          </a:xfrm>
        </p:spPr>
        <p:txBody>
          <a:bodyPr/>
          <a:lstStyle/>
          <a:p>
            <a:r>
              <a:rPr lang="nb-NO" dirty="0"/>
              <a:t>Hva spiser nordmenn til jul?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B0DB4A-5DEC-606C-E8DE-E003DCC5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475874"/>
            <a:ext cx="10552176" cy="47054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nb-NO" sz="3200" noProof="0" dirty="0"/>
              <a:t>lutefisk (</a:t>
            </a:r>
            <a:r>
              <a:rPr lang="nb-NO" sz="3200" dirty="0"/>
              <a:t>8</a:t>
            </a:r>
            <a:r>
              <a:rPr lang="nb-NO" sz="3200" noProof="0" dirty="0"/>
              <a:t> </a:t>
            </a:r>
            <a:r>
              <a:rPr lang="nb-NO" sz="3200" noProof="0" dirty="0">
                <a:latin typeface="Aptos" panose="020B0004020202020204" pitchFamily="34" charset="0"/>
              </a:rPr>
              <a:t>%)</a:t>
            </a:r>
            <a:endParaRPr lang="nb-NO" sz="3200" noProof="0" dirty="0"/>
          </a:p>
          <a:p>
            <a:pPr marL="0" indent="0">
              <a:lnSpc>
                <a:spcPct val="150000"/>
              </a:lnSpc>
              <a:buNone/>
            </a:pPr>
            <a:endParaRPr lang="cs-CZ" sz="3200" noProof="0" dirty="0"/>
          </a:p>
        </p:txBody>
      </p:sp>
      <p:pic>
        <p:nvPicPr>
          <p:cNvPr id="6" name="Obrázok 5" descr="Obrázok, na ktorom je jedlo, kuchyňa, tanier, ingrediencia&#10;&#10;Obsah vygenerovaný pomocou AI môže byť nesprávny.">
            <a:extLst>
              <a:ext uri="{FF2B5EF4-FFF2-40B4-BE49-F238E27FC236}">
                <a16:creationId xmlns:a16="http://schemas.microsoft.com/office/drawing/2014/main" id="{D8C29B11-AFFA-7906-5A8E-6E5450FA3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000" y="2586624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84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8C66EB-5822-C26D-133A-3DF6482EE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Lutefisk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BCEB6AA-E2D3-B427-A1E6-8ECE36FC0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nb-NO" sz="3200" dirty="0">
              <a:hlinkClick r:id="rId2"/>
            </a:endParaRPr>
          </a:p>
          <a:p>
            <a:pPr marL="0" indent="0">
              <a:buNone/>
            </a:pPr>
            <a:r>
              <a:rPr lang="cs-CZ" sz="3200" dirty="0">
                <a:hlinkClick r:id="rId2"/>
              </a:rPr>
              <a:t>Video</a:t>
            </a:r>
            <a:r>
              <a:rPr lang="cs-CZ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1216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3490-B535-5CFA-52C2-CB478E4C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157108-2AB8-77CA-0746-D81059D1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Diktát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D5C62B-0E78-D40D-D92D-E3762225F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nb-NO" sz="3200" dirty="0">
              <a:hlinkClick r:id="rId2"/>
            </a:endParaRPr>
          </a:p>
          <a:p>
            <a:pPr marL="0" indent="0">
              <a:buNone/>
            </a:pPr>
            <a:r>
              <a:rPr lang="cs-CZ" sz="3200" dirty="0">
                <a:hlinkClick r:id="rId2"/>
              </a:rPr>
              <a:t>Odkaz</a:t>
            </a:r>
            <a:r>
              <a:rPr lang="cs-CZ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8196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802BE4-E3D0-F489-BFD4-510EB0424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68708"/>
          </a:xfrm>
        </p:spPr>
        <p:txBody>
          <a:bodyPr/>
          <a:lstStyle/>
          <a:p>
            <a:r>
              <a:rPr lang="cs-CZ" dirty="0"/>
              <a:t>Norština vs. dánština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7A682DE-BAF7-DC13-E92F-A56556D95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27123"/>
            <a:ext cx="10552176" cy="4254221"/>
          </a:xfrm>
        </p:spPr>
        <p:txBody>
          <a:bodyPr/>
          <a:lstStyle/>
          <a:p>
            <a:pPr marL="0" indent="0" algn="just">
              <a:buNone/>
            </a:pPr>
            <a:r>
              <a:rPr lang="cs-CZ" dirty="0">
                <a:solidFill>
                  <a:schemeClr val="accent1"/>
                </a:solidFill>
              </a:rPr>
              <a:t>Norsky:</a:t>
            </a:r>
          </a:p>
          <a:p>
            <a:pPr marL="0" indent="0" algn="just">
              <a:buNone/>
            </a:pPr>
            <a:r>
              <a:rPr lang="nb-NO" dirty="0"/>
              <a:t>Alle mennesker er født frie og med samme menneskeverd og menneskerettigheter. De er utstyrt med fornuft og samvittighet og bør handle mot hverandre i brorskapets ånd.</a:t>
            </a:r>
            <a:endParaRPr lang="cs-CZ" dirty="0"/>
          </a:p>
          <a:p>
            <a:pPr marL="0" indent="0" algn="just">
              <a:buNone/>
            </a:pPr>
            <a:r>
              <a:rPr lang="cs-CZ" dirty="0">
                <a:solidFill>
                  <a:schemeClr val="accent1"/>
                </a:solidFill>
              </a:rPr>
              <a:t>Dánsky:</a:t>
            </a:r>
          </a:p>
          <a:p>
            <a:pPr marL="0" indent="0" algn="just">
              <a:buNone/>
            </a:pPr>
            <a:r>
              <a:rPr lang="da-DK" dirty="0"/>
              <a:t>Alle mennesker er født frie og lige i værdighed og rettigheder. De er udstyret med</a:t>
            </a:r>
            <a:r>
              <a:rPr lang="cs-CZ" dirty="0"/>
              <a:t> </a:t>
            </a:r>
            <a:r>
              <a:rPr lang="da-DK" dirty="0"/>
              <a:t>fornuft og samvittighed, og de bør handle mod hverandre i en broderskabets ånd.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99959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E5EA-1F18-3E18-BA8F-3C1B218F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ABB50F1-D279-9F0A-B61E-28D5D09E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787958"/>
          </a:xfrm>
        </p:spPr>
        <p:txBody>
          <a:bodyPr anchor="t">
            <a:noAutofit/>
          </a:bodyPr>
          <a:lstStyle/>
          <a:p>
            <a:r>
              <a:rPr lang="cs-CZ" sz="3700" dirty="0"/>
              <a:t>Co znamenají tato slova v norštině a dánštině?</a:t>
            </a:r>
          </a:p>
        </p:txBody>
      </p:sp>
      <p:graphicFrame>
        <p:nvGraphicFramePr>
          <p:cNvPr id="2" name="Tabuľka 1">
            <a:extLst>
              <a:ext uri="{FF2B5EF4-FFF2-40B4-BE49-F238E27FC236}">
                <a16:creationId xmlns:a16="http://schemas.microsoft.com/office/drawing/2014/main" id="{34EF03CB-8F1A-E2C7-2BCC-6E6516402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944751"/>
              </p:ext>
            </p:extLst>
          </p:nvPr>
        </p:nvGraphicFramePr>
        <p:xfrm>
          <a:off x="1007779" y="1872000"/>
          <a:ext cx="10175241" cy="3394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61317">
                  <a:extLst>
                    <a:ext uri="{9D8B030D-6E8A-4147-A177-3AD203B41FA5}">
                      <a16:colId xmlns:a16="http://schemas.microsoft.com/office/drawing/2014/main" val="214513681"/>
                    </a:ext>
                  </a:extLst>
                </a:gridCol>
                <a:gridCol w="3856962">
                  <a:extLst>
                    <a:ext uri="{9D8B030D-6E8A-4147-A177-3AD203B41FA5}">
                      <a16:colId xmlns:a16="http://schemas.microsoft.com/office/drawing/2014/main" val="2984927801"/>
                    </a:ext>
                  </a:extLst>
                </a:gridCol>
                <a:gridCol w="3856962">
                  <a:extLst>
                    <a:ext uri="{9D8B030D-6E8A-4147-A177-3AD203B41FA5}">
                      <a16:colId xmlns:a16="http://schemas.microsoft.com/office/drawing/2014/main" val="2882537438"/>
                    </a:ext>
                  </a:extLst>
                </a:gridCol>
              </a:tblGrid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b="1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sk-SK" sz="22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b="1" kern="0">
                          <a:solidFill>
                            <a:schemeClr val="tx1"/>
                          </a:solidFill>
                          <a:effectLst/>
                        </a:rPr>
                        <a:t>norština (bokmål)</a:t>
                      </a:r>
                      <a:endParaRPr lang="sk-SK" sz="22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b="1" kern="100">
                          <a:solidFill>
                            <a:schemeClr val="tx1"/>
                          </a:solidFill>
                          <a:effectLst/>
                        </a:rPr>
                        <a:t>dánština</a:t>
                      </a:r>
                      <a:endParaRPr lang="sk-SK" sz="22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584181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 dirty="0">
                          <a:solidFill>
                            <a:schemeClr val="tx1"/>
                          </a:solidFill>
                          <a:effectLst/>
                        </a:rPr>
                        <a:t>frokost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snídaně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oběd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794427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 dirty="0">
                          <a:solidFill>
                            <a:schemeClr val="tx1"/>
                          </a:solidFill>
                          <a:effectLst/>
                        </a:rPr>
                        <a:t>grine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brečet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smát se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668510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 dirty="0">
                          <a:solidFill>
                            <a:schemeClr val="tx1"/>
                          </a:solidFill>
                          <a:effectLst/>
                        </a:rPr>
                        <a:t>killing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kůzle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kotě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76729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 dirty="0">
                          <a:solidFill>
                            <a:schemeClr val="tx1"/>
                          </a:solidFill>
                          <a:effectLst/>
                        </a:rPr>
                        <a:t>rar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200" kern="1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zvláštní</a:t>
                      </a: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hodný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382370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 dirty="0">
                          <a:solidFill>
                            <a:schemeClr val="tx1"/>
                          </a:solidFill>
                          <a:effectLst/>
                        </a:rPr>
                        <a:t>rask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rychlý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baseline="30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zdravý; </a:t>
                      </a:r>
                      <a:r>
                        <a:rPr lang="cs-CZ" sz="2400" kern="100" baseline="30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rychlý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188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651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7B0A0A-F98A-4246-8D74-5859897B0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4D41A3-547A-41D1-96E2-F0E878302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B336B79-4318-8D2F-F65B-8CC80D2A9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5" y="760206"/>
            <a:ext cx="10552355" cy="3973160"/>
          </a:xfrm>
        </p:spPr>
        <p:txBody>
          <a:bodyPr anchor="t">
            <a:normAutofit/>
          </a:bodyPr>
          <a:lstStyle/>
          <a:p>
            <a:r>
              <a:rPr lang="nb-NO" sz="9600" dirty="0"/>
              <a:t>Julekviss</a:t>
            </a:r>
            <a:endParaRPr lang="cs-CZ" sz="9600" dirty="0"/>
          </a:p>
        </p:txBody>
      </p:sp>
    </p:spTree>
    <p:extLst>
      <p:ext uri="{BB962C8B-B14F-4D97-AF65-F5344CB8AC3E}">
        <p14:creationId xmlns:p14="http://schemas.microsoft.com/office/powerpoint/2010/main" val="2289276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16BF92-DC30-5E3B-391E-E074285F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Vánoční strom v Londýně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569BC68-627B-E782-3515-D57D42210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cs-CZ" dirty="0"/>
              <a:t>Od roku 1947 daruje Norsko Londýnu vánoční strom jako poděkování za pomoc Spojeného království ve druhé světové válce. Podle tradice jede starosta </a:t>
            </a:r>
            <a:r>
              <a:rPr lang="cs-CZ" dirty="0" err="1"/>
              <a:t>Westminsteru</a:t>
            </a:r>
            <a:r>
              <a:rPr lang="cs-CZ" dirty="0"/>
              <a:t> do Osla sledovat pokácení stromu, starosta Osla pak zase jede na jeho finální rozsvícení do Londýn</a:t>
            </a:r>
            <a:r>
              <a:rPr lang="nb-NO" dirty="0"/>
              <a:t>a</a:t>
            </a:r>
            <a:r>
              <a:rPr lang="cs-CZ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cs-CZ" dirty="0"/>
              <a:t>V posledních letech však vánoční stromy z Norska budí rozpaky.</a:t>
            </a:r>
          </a:p>
        </p:txBody>
      </p:sp>
    </p:spTree>
    <p:extLst>
      <p:ext uri="{BB962C8B-B14F-4D97-AF65-F5344CB8AC3E}">
        <p14:creationId xmlns:p14="http://schemas.microsoft.com/office/powerpoint/2010/main" val="14325789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C4F4B-E9B0-9CBA-6136-DDF55FBC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CEDF55B-0D10-4377-A610-3ECDC2BEF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18DDB-43B9-476D-AB6F-D86C8CF2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7977" y="0"/>
            <a:ext cx="7154023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16433EF-4F8B-4BF6-5DDD-81CA4CD3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041" y="365124"/>
            <a:ext cx="4661527" cy="15646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Vánoční strom v Londýně</a:t>
            </a:r>
          </a:p>
        </p:txBody>
      </p:sp>
      <p:pic>
        <p:nvPicPr>
          <p:cNvPr id="5" name="Zástupný objekt pre obsah 4" descr="Obrázok, na ktorom je exteriér, nebo, vianočný stromček, oblak&#10;&#10;Automaticky generovaný popis">
            <a:extLst>
              <a:ext uri="{FF2B5EF4-FFF2-40B4-BE49-F238E27FC236}">
                <a16:creationId xmlns:a16="http://schemas.microsoft.com/office/drawing/2014/main" id="{BBFB1893-E5E9-4BFA-0165-E5DB0BF98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9" r="3490"/>
          <a:stretch/>
        </p:blipFill>
        <p:spPr>
          <a:xfrm>
            <a:off x="20" y="10"/>
            <a:ext cx="5067279" cy="6857990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783BB57-C520-B3A0-6140-BA2215E13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236" y="2737821"/>
            <a:ext cx="5710142" cy="3463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cs-CZ" sz="2700" dirty="0"/>
              <a:t> V roce 2021 se dokonce někteří Britové ptali, za náhodou není jejich země s Norskem ve válce.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30127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11">
            <a:extLst>
              <a:ext uri="{FF2B5EF4-FFF2-40B4-BE49-F238E27FC236}">
                <a16:creationId xmlns:a16="http://schemas.microsoft.com/office/drawing/2014/main" id="{5AAF8A0F-020F-4BB8-91E7-93ED7C009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3BAE26B-361F-421F-9397-63FCB9929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300" y="0"/>
            <a:ext cx="40767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AB4C3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81E413F-091D-895A-BCB8-841F3A70D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518" y="753035"/>
            <a:ext cx="3178975" cy="35876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400" b="1" kern="1200" spc="-4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2024</a:t>
            </a:r>
          </a:p>
        </p:txBody>
      </p:sp>
      <p:pic>
        <p:nvPicPr>
          <p:cNvPr id="5" name="Zástupný obsah 4" descr="Obsah obrázku venku, budova, obloha, strom&#10;&#10;Popis byl vytvořen automaticky">
            <a:extLst>
              <a:ext uri="{FF2B5EF4-FFF2-40B4-BE49-F238E27FC236}">
                <a16:creationId xmlns:a16="http://schemas.microsoft.com/office/drawing/2014/main" id="{BE251550-EF48-E678-7EFE-11D2414F9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r="12285" b="-1"/>
          <a:stretch/>
        </p:blipFill>
        <p:spPr>
          <a:xfrm>
            <a:off x="1" y="10"/>
            <a:ext cx="8115299" cy="686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2467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ppt/theme/theme2.xml><?xml version="1.0" encoding="utf-8"?>
<a:theme xmlns:a="http://schemas.openxmlformats.org/drawingml/2006/main" name="VanillaVTI">
  <a:themeElements>
    <a:clrScheme name="AnalogousFromLightSeedLeftStep">
      <a:dk1>
        <a:srgbClr val="000000"/>
      </a:dk1>
      <a:lt1>
        <a:srgbClr val="FFFFFF"/>
      </a:lt1>
      <a:dk2>
        <a:srgbClr val="223A3B"/>
      </a:dk2>
      <a:lt2>
        <a:srgbClr val="E8E5E2"/>
      </a:lt2>
      <a:accent1>
        <a:srgbClr val="57A7EC"/>
      </a:accent1>
      <a:accent2>
        <a:srgbClr val="33B3BA"/>
      </a:accent2>
      <a:accent3>
        <a:srgbClr val="33B585"/>
      </a:accent3>
      <a:accent4>
        <a:srgbClr val="2EB94C"/>
      </a:accent4>
      <a:accent5>
        <a:srgbClr val="4FB934"/>
      </a:accent5>
      <a:accent6>
        <a:srgbClr val="83B03A"/>
      </a:accent6>
      <a:hlink>
        <a:srgbClr val="A07C5D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178</TotalTime>
  <Words>836</Words>
  <Application>Microsoft Office PowerPoint</Application>
  <PresentationFormat>Širokouhlá</PresentationFormat>
  <Paragraphs>147</Paragraphs>
  <Slides>35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2</vt:i4>
      </vt:variant>
      <vt:variant>
        <vt:lpstr>Nadpisy snímok</vt:lpstr>
      </vt:variant>
      <vt:variant>
        <vt:i4>35</vt:i4>
      </vt:variant>
    </vt:vector>
  </HeadingPairs>
  <TitlesOfParts>
    <vt:vector size="42" baseType="lpstr">
      <vt:lpstr>Aptos</vt:lpstr>
      <vt:lpstr>Arial</vt:lpstr>
      <vt:lpstr>Avenir Next LT Pro</vt:lpstr>
      <vt:lpstr>Calibri</vt:lpstr>
      <vt:lpstr>Neue Haas Grotesk Text Pro</vt:lpstr>
      <vt:lpstr>ColorBlockVTI</vt:lpstr>
      <vt:lpstr>VanillaVTI</vt:lpstr>
      <vt:lpstr>Norština pro začátečníky</vt:lpstr>
      <vt:lpstr>Unnskyld, nebo beklager?</vt:lpstr>
      <vt:lpstr>Unnskyld, nebo beklager?</vt:lpstr>
      <vt:lpstr>Unnskyld, nebo beklager?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Lekce 5 – článek </vt:lpstr>
      <vt:lpstr>Hva spiser nordmenn til jul?</vt:lpstr>
      <vt:lpstr>Hva spiser nordmenn til jul?</vt:lpstr>
      <vt:lpstr>Hva spiser nordmenn til jul?</vt:lpstr>
      <vt:lpstr>Lutefisk</vt:lpstr>
      <vt:lpstr>Diktát</vt:lpstr>
      <vt:lpstr>Norština vs. dánština</vt:lpstr>
      <vt:lpstr>Co znamenají tato slova v norštině a dánštině?</vt:lpstr>
      <vt:lpstr>Julekviss</vt:lpstr>
      <vt:lpstr>Vánoční strom v Londýně</vt:lpstr>
      <vt:lpstr>Vánoční strom v Londýně</vt:lpstr>
      <vt:lpstr>2024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2024-11-26T17:35:43Z</dcterms:created>
  <dcterms:modified xsi:type="dcterms:W3CDTF">2025-12-04T08:57:16Z</dcterms:modified>
</cp:coreProperties>
</file>