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418" r:id="rId4"/>
    <p:sldId id="419" r:id="rId5"/>
    <p:sldId id="424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425" r:id="rId19"/>
    <p:sldId id="392" r:id="rId20"/>
    <p:sldId id="393" r:id="rId21"/>
    <p:sldId id="420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7927C-30FD-4215-814F-86DA304A74C3}" v="37" dt="2025-11-06T08:00:42.841"/>
    <p1510:client id="{0BA98449-63C6-4E7D-A5D9-5099532E4A7A}" v="33" dt="2025-11-06T11:54:21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undo custSel addSld delSld modSld sldOrd addMainMaster delMainMaster modMainMaster">
      <pc:chgData name="Tomáš Bratina" userId="2033f5136aa55253" providerId="LiveId" clId="{70AC3D02-762B-42A9-A6F8-528CED61E437}" dt="2025-11-06T08:03:38.258" v="1160"/>
      <pc:docMkLst>
        <pc:docMk/>
      </pc:docMkLst>
      <pc:sldChg chg="modSp add mod">
        <pc:chgData name="Tomáš Bratina" userId="2033f5136aa55253" providerId="LiveId" clId="{70AC3D02-762B-42A9-A6F8-528CED61E437}" dt="2025-10-22T08:05:50.645" v="5" actId="20577"/>
        <pc:sldMkLst>
          <pc:docMk/>
          <pc:sldMk cId="111899844" sldId="256"/>
        </pc:sldMkLst>
        <pc:spChg chg="mod">
          <ac:chgData name="Tomáš Bratina" userId="2033f5136aa55253" providerId="LiveId" clId="{70AC3D02-762B-42A9-A6F8-528CED61E437}" dt="2025-10-22T08:05:50.645" v="5" actId="20577"/>
          <ac:spMkLst>
            <pc:docMk/>
            <pc:sldMk cId="111899844" sldId="256"/>
            <ac:spMk id="3" creationId="{3A8E53EA-7845-48BE-B734-B3831985D13E}"/>
          </ac:spMkLst>
        </pc:spChg>
      </pc:sldChg>
      <pc:sldChg chg="add del">
        <pc:chgData name="Tomáš Bratina" userId="2033f5136aa55253" providerId="LiveId" clId="{70AC3D02-762B-42A9-A6F8-528CED61E437}" dt="2025-10-22T08:06:56.947" v="7" actId="47"/>
        <pc:sldMkLst>
          <pc:docMk/>
          <pc:sldMk cId="2831815819" sldId="25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10252784" sldId="25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1490838" sldId="25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906593193" sldId="26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96991534" sldId="26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250796840" sldId="26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73447071" sldId="26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03987714" sldId="26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52342062" sldId="26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868838194" sldId="26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3404134" sldId="26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08114977" sldId="26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47483794" sldId="26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158032" sldId="27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79978754" sldId="27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986296760" sldId="27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0185924" sldId="27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444219217" sldId="27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0814900" sldId="27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441870619" sldId="27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2116108" sldId="27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3033566" sldId="27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92420938" sldId="27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39915766" sldId="28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73973466" sldId="28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48503092" sldId="28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9319949" sldId="28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01003390" sldId="28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37343835" sldId="28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56761094" sldId="28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22190556" sldId="28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7356041" sldId="28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2459167" sldId="28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865820983" sldId="29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641223919" sldId="29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039305457" sldId="29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76640878" sldId="29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80165706" sldId="29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763836923" sldId="29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07278501" sldId="29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918229840" sldId="29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31922575" sldId="29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39026817" sldId="29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3531829" sldId="30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084194006" sldId="30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9747277" sldId="30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0856097" sldId="30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30066730" sldId="30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4531117" sldId="30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228468" sldId="30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25648442" sldId="30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63922552" sldId="30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7269266" sldId="309"/>
        </pc:sldMkLst>
      </pc:sldChg>
      <pc:sldChg chg="add del">
        <pc:chgData name="Tomáš Bratina" userId="2033f5136aa55253" providerId="LiveId" clId="{70AC3D02-762B-42A9-A6F8-528CED61E437}" dt="2025-10-22T08:09:43.764" v="82" actId="47"/>
        <pc:sldMkLst>
          <pc:docMk/>
          <pc:sldMk cId="1004798979" sldId="310"/>
        </pc:sldMkLst>
      </pc:sldChg>
      <pc:sldChg chg="add del">
        <pc:chgData name="Tomáš Bratina" userId="2033f5136aa55253" providerId="LiveId" clId="{70AC3D02-762B-42A9-A6F8-528CED61E437}" dt="2025-10-22T08:09:43.412" v="81" actId="47"/>
        <pc:sldMkLst>
          <pc:docMk/>
          <pc:sldMk cId="910644712" sldId="311"/>
        </pc:sldMkLst>
      </pc:sldChg>
      <pc:sldChg chg="add del">
        <pc:chgData name="Tomáš Bratina" userId="2033f5136aa55253" providerId="LiveId" clId="{70AC3D02-762B-42A9-A6F8-528CED61E437}" dt="2025-10-22T08:09:43.064" v="80" actId="47"/>
        <pc:sldMkLst>
          <pc:docMk/>
          <pc:sldMk cId="1365574315" sldId="312"/>
        </pc:sldMkLst>
      </pc:sldChg>
      <pc:sldChg chg="add del">
        <pc:chgData name="Tomáš Bratina" userId="2033f5136aa55253" providerId="LiveId" clId="{70AC3D02-762B-42A9-A6F8-528CED61E437}" dt="2025-10-22T08:09:42.769" v="79" actId="47"/>
        <pc:sldMkLst>
          <pc:docMk/>
          <pc:sldMk cId="2270828204" sldId="313"/>
        </pc:sldMkLst>
      </pc:sldChg>
      <pc:sldChg chg="add del">
        <pc:chgData name="Tomáš Bratina" userId="2033f5136aa55253" providerId="LiveId" clId="{70AC3D02-762B-42A9-A6F8-528CED61E437}" dt="2025-10-22T08:09:42.448" v="78" actId="47"/>
        <pc:sldMkLst>
          <pc:docMk/>
          <pc:sldMk cId="2267902493" sldId="314"/>
        </pc:sldMkLst>
      </pc:sldChg>
      <pc:sldChg chg="add del">
        <pc:chgData name="Tomáš Bratina" userId="2033f5136aa55253" providerId="LiveId" clId="{70AC3D02-762B-42A9-A6F8-528CED61E437}" dt="2025-10-22T08:09:42.036" v="77" actId="47"/>
        <pc:sldMkLst>
          <pc:docMk/>
          <pc:sldMk cId="2625557713" sldId="315"/>
        </pc:sldMkLst>
      </pc:sldChg>
      <pc:sldChg chg="add">
        <pc:chgData name="Tomáš Bratina" userId="2033f5136aa55253" providerId="LiveId" clId="{70AC3D02-762B-42A9-A6F8-528CED61E437}" dt="2025-10-22T08:06:54.527" v="6" actId="2890"/>
        <pc:sldMkLst>
          <pc:docMk/>
          <pc:sldMk cId="2762747488" sldId="316"/>
        </pc:sldMkLst>
      </pc:sldChg>
      <pc:sldChg chg="modSp add mod">
        <pc:chgData name="Tomáš Bratina" userId="2033f5136aa55253" providerId="LiveId" clId="{70AC3D02-762B-42A9-A6F8-528CED61E437}" dt="2025-10-22T08:08:20.582" v="58" actId="790"/>
        <pc:sldMkLst>
          <pc:docMk/>
          <pc:sldMk cId="3136833058" sldId="317"/>
        </pc:sldMkLst>
      </pc:sldChg>
      <pc:sldChg chg="modSp add mod">
        <pc:chgData name="Tomáš Bratina" userId="2033f5136aa55253" providerId="LiveId" clId="{70AC3D02-762B-42A9-A6F8-528CED61E437}" dt="2025-10-22T08:08:28.103" v="64" actId="20577"/>
        <pc:sldMkLst>
          <pc:docMk/>
          <pc:sldMk cId="27323418" sldId="318"/>
        </pc:sldMkLst>
      </pc:sldChg>
      <pc:sldChg chg="modSp add mod">
        <pc:chgData name="Tomáš Bratina" userId="2033f5136aa55253" providerId="LiveId" clId="{70AC3D02-762B-42A9-A6F8-528CED61E437}" dt="2025-10-22T08:08:33.582" v="70" actId="20577"/>
        <pc:sldMkLst>
          <pc:docMk/>
          <pc:sldMk cId="2696237827" sldId="319"/>
        </pc:sldMkLst>
      </pc:sldChg>
      <pc:sldChg chg="modSp add mod">
        <pc:chgData name="Tomáš Bratina" userId="2033f5136aa55253" providerId="LiveId" clId="{70AC3D02-762B-42A9-A6F8-528CED61E437}" dt="2025-10-22T08:08:39.092" v="76" actId="20577"/>
        <pc:sldMkLst>
          <pc:docMk/>
          <pc:sldMk cId="3208996927" sldId="320"/>
        </pc:sldMkLst>
      </pc:sldChg>
      <pc:sldChg chg="addSp delSp modSp new mod setBg">
        <pc:chgData name="Tomáš Bratina" userId="2033f5136aa55253" providerId="LiveId" clId="{70AC3D02-762B-42A9-A6F8-528CED61E437}" dt="2025-10-22T08:19:12.275" v="299" actId="20577"/>
        <pc:sldMkLst>
          <pc:docMk/>
          <pc:sldMk cId="252219171" sldId="321"/>
        </pc:sldMkLst>
      </pc:sldChg>
      <pc:sldChg chg="add">
        <pc:chgData name="Tomáš Bratina" userId="2033f5136aa55253" providerId="LiveId" clId="{70AC3D02-762B-42A9-A6F8-528CED61E437}" dt="2025-10-22T08:17:41.943" v="262" actId="2890"/>
        <pc:sldMkLst>
          <pc:docMk/>
          <pc:sldMk cId="2897539513" sldId="322"/>
        </pc:sldMkLst>
      </pc:sldChg>
      <pc:sldChg chg="add">
        <pc:chgData name="Tomáš Bratina" userId="2033f5136aa55253" providerId="LiveId" clId="{70AC3D02-762B-42A9-A6F8-528CED61E437}" dt="2025-10-22T08:17:58.162" v="264" actId="2890"/>
        <pc:sldMkLst>
          <pc:docMk/>
          <pc:sldMk cId="2572412310" sldId="323"/>
        </pc:sldMkLst>
      </pc:sldChg>
      <pc:sldChg chg="add">
        <pc:chgData name="Tomáš Bratina" userId="2033f5136aa55253" providerId="LiveId" clId="{70AC3D02-762B-42A9-A6F8-528CED61E437}" dt="2025-10-22T08:18:02.483" v="266" actId="2890"/>
        <pc:sldMkLst>
          <pc:docMk/>
          <pc:sldMk cId="2671048439" sldId="324"/>
        </pc:sldMkLst>
      </pc:sldChg>
      <pc:sldChg chg="add">
        <pc:chgData name="Tomáš Bratina" userId="2033f5136aa55253" providerId="LiveId" clId="{70AC3D02-762B-42A9-A6F8-528CED61E437}" dt="2025-10-22T08:18:07.862" v="268" actId="2890"/>
        <pc:sldMkLst>
          <pc:docMk/>
          <pc:sldMk cId="1818018101" sldId="325"/>
        </pc:sldMkLst>
      </pc:sldChg>
      <pc:sldChg chg="add">
        <pc:chgData name="Tomáš Bratina" userId="2033f5136aa55253" providerId="LiveId" clId="{70AC3D02-762B-42A9-A6F8-528CED61E437}" dt="2025-10-22T08:18:13.322" v="270" actId="2890"/>
        <pc:sldMkLst>
          <pc:docMk/>
          <pc:sldMk cId="2345862913" sldId="326"/>
        </pc:sldMkLst>
      </pc:sldChg>
      <pc:sldChg chg="add">
        <pc:chgData name="Tomáš Bratina" userId="2033f5136aa55253" providerId="LiveId" clId="{70AC3D02-762B-42A9-A6F8-528CED61E437}" dt="2025-10-22T08:18:16.934" v="272" actId="2890"/>
        <pc:sldMkLst>
          <pc:docMk/>
          <pc:sldMk cId="565767021" sldId="327"/>
        </pc:sldMkLst>
      </pc:sldChg>
      <pc:sldChg chg="add">
        <pc:chgData name="Tomáš Bratina" userId="2033f5136aa55253" providerId="LiveId" clId="{70AC3D02-762B-42A9-A6F8-528CED61E437}" dt="2025-10-22T08:18:20.564" v="274" actId="2890"/>
        <pc:sldMkLst>
          <pc:docMk/>
          <pc:sldMk cId="2612398877" sldId="328"/>
        </pc:sldMkLst>
      </pc:sldChg>
      <pc:sldChg chg="add">
        <pc:chgData name="Tomáš Bratina" userId="2033f5136aa55253" providerId="LiveId" clId="{70AC3D02-762B-42A9-A6F8-528CED61E437}" dt="2025-10-22T08:18:23.912" v="276" actId="2890"/>
        <pc:sldMkLst>
          <pc:docMk/>
          <pc:sldMk cId="2845580606" sldId="329"/>
        </pc:sldMkLst>
      </pc:sldChg>
      <pc:sldChg chg="add">
        <pc:chgData name="Tomáš Bratina" userId="2033f5136aa55253" providerId="LiveId" clId="{70AC3D02-762B-42A9-A6F8-528CED61E437}" dt="2025-10-22T08:18:27.412" v="278" actId="2890"/>
        <pc:sldMkLst>
          <pc:docMk/>
          <pc:sldMk cId="1272052758" sldId="330"/>
        </pc:sldMkLst>
      </pc:sldChg>
      <pc:sldChg chg="add">
        <pc:chgData name="Tomáš Bratina" userId="2033f5136aa55253" providerId="LiveId" clId="{70AC3D02-762B-42A9-A6F8-528CED61E437}" dt="2025-10-22T08:18:31.130" v="280" actId="2890"/>
        <pc:sldMkLst>
          <pc:docMk/>
          <pc:sldMk cId="1828172064" sldId="331"/>
        </pc:sldMkLst>
      </pc:sldChg>
      <pc:sldChg chg="add">
        <pc:chgData name="Tomáš Bratina" userId="2033f5136aa55253" providerId="LiveId" clId="{70AC3D02-762B-42A9-A6F8-528CED61E437}" dt="2025-10-22T08:18:34.594" v="282" actId="2890"/>
        <pc:sldMkLst>
          <pc:docMk/>
          <pc:sldMk cId="1402252120" sldId="332"/>
        </pc:sldMkLst>
      </pc:sldChg>
      <pc:sldChg chg="add">
        <pc:chgData name="Tomáš Bratina" userId="2033f5136aa55253" providerId="LiveId" clId="{70AC3D02-762B-42A9-A6F8-528CED61E437}" dt="2025-10-22T08:18:38.982" v="286" actId="2890"/>
        <pc:sldMkLst>
          <pc:docMk/>
          <pc:sldMk cId="3812138106" sldId="333"/>
        </pc:sldMkLst>
      </pc:sldChg>
      <pc:sldChg chg="add">
        <pc:chgData name="Tomáš Bratina" userId="2033f5136aa55253" providerId="LiveId" clId="{70AC3D02-762B-42A9-A6F8-528CED61E437}" dt="2025-10-22T08:18:42.655" v="288" actId="2890"/>
        <pc:sldMkLst>
          <pc:docMk/>
          <pc:sldMk cId="1869432484" sldId="334"/>
        </pc:sldMkLst>
      </pc:sldChg>
      <pc:sldChg chg="add">
        <pc:chgData name="Tomáš Bratina" userId="2033f5136aa55253" providerId="LiveId" clId="{70AC3D02-762B-42A9-A6F8-528CED61E437}" dt="2025-10-22T08:18:46.472" v="290" actId="2890"/>
        <pc:sldMkLst>
          <pc:docMk/>
          <pc:sldMk cId="740502682" sldId="335"/>
        </pc:sldMkLst>
      </pc:sldChg>
      <pc:sldChg chg="add">
        <pc:chgData name="Tomáš Bratina" userId="2033f5136aa55253" providerId="LiveId" clId="{70AC3D02-762B-42A9-A6F8-528CED61E437}" dt="2025-10-22T08:18:59.832" v="292" actId="2890"/>
        <pc:sldMkLst>
          <pc:docMk/>
          <pc:sldMk cId="1840673163" sldId="336"/>
        </pc:sldMkLst>
      </pc:sldChg>
      <pc:sldChg chg="add">
        <pc:chgData name="Tomáš Bratina" userId="2033f5136aa55253" providerId="LiveId" clId="{70AC3D02-762B-42A9-A6F8-528CED61E437}" dt="2025-10-22T08:19:03.494" v="294" actId="2890"/>
        <pc:sldMkLst>
          <pc:docMk/>
          <pc:sldMk cId="2140016710" sldId="337"/>
        </pc:sldMkLst>
      </pc:sldChg>
      <pc:sldChg chg="add">
        <pc:chgData name="Tomáš Bratina" userId="2033f5136aa55253" providerId="LiveId" clId="{70AC3D02-762B-42A9-A6F8-528CED61E437}" dt="2025-10-22T08:19:07.106" v="296" actId="2890"/>
        <pc:sldMkLst>
          <pc:docMk/>
          <pc:sldMk cId="1779580074" sldId="338"/>
        </pc:sldMkLst>
      </pc:sldChg>
      <pc:sldChg chg="add">
        <pc:chgData name="Tomáš Bratina" userId="2033f5136aa55253" providerId="LiveId" clId="{70AC3D02-762B-42A9-A6F8-528CED61E437}" dt="2025-10-22T08:19:10.345" v="298" actId="2890"/>
        <pc:sldMkLst>
          <pc:docMk/>
          <pc:sldMk cId="2707182013" sldId="339"/>
        </pc:sldMkLst>
      </pc:sldChg>
      <pc:sldChg chg="add ord">
        <pc:chgData name="Tomáš Bratina" userId="2033f5136aa55253" providerId="LiveId" clId="{70AC3D02-762B-42A9-A6F8-528CED61E437}" dt="2025-10-22T08:39:26.613" v="329"/>
        <pc:sldMkLst>
          <pc:docMk/>
          <pc:sldMk cId="906013680" sldId="340"/>
        </pc:sldMkLst>
      </pc:sldChg>
      <pc:sldChg chg="add ord">
        <pc:chgData name="Tomáš Bratina" userId="2033f5136aa55253" providerId="LiveId" clId="{70AC3D02-762B-42A9-A6F8-528CED61E437}" dt="2025-10-22T08:39:31.800" v="331"/>
        <pc:sldMkLst>
          <pc:docMk/>
          <pc:sldMk cId="1760423415" sldId="341"/>
        </pc:sldMkLst>
      </pc:sldChg>
      <pc:sldChg chg="add ord">
        <pc:chgData name="Tomáš Bratina" userId="2033f5136aa55253" providerId="LiveId" clId="{70AC3D02-762B-42A9-A6F8-528CED61E437}" dt="2025-10-22T08:39:36.624" v="333"/>
        <pc:sldMkLst>
          <pc:docMk/>
          <pc:sldMk cId="3409104310" sldId="342"/>
        </pc:sldMkLst>
      </pc:sldChg>
      <pc:sldChg chg="modSp add ord">
        <pc:chgData name="Tomáš Bratina" userId="2033f5136aa55253" providerId="LiveId" clId="{70AC3D02-762B-42A9-A6F8-528CED61E437}" dt="2025-10-22T08:39:45.981" v="337"/>
        <pc:sldMkLst>
          <pc:docMk/>
          <pc:sldMk cId="1477396948" sldId="343"/>
        </pc:sldMkLst>
      </pc:sldChg>
      <pc:sldChg chg="add ord">
        <pc:chgData name="Tomáš Bratina" userId="2033f5136aa55253" providerId="LiveId" clId="{70AC3D02-762B-42A9-A6F8-528CED61E437}" dt="2025-10-22T08:40:02.853" v="339"/>
        <pc:sldMkLst>
          <pc:docMk/>
          <pc:sldMk cId="3864184445" sldId="344"/>
        </pc:sldMkLst>
      </pc:sldChg>
      <pc:sldChg chg="add ord">
        <pc:chgData name="Tomáš Bratina" userId="2033f5136aa55253" providerId="LiveId" clId="{70AC3D02-762B-42A9-A6F8-528CED61E437}" dt="2025-10-22T08:40:07.713" v="341"/>
        <pc:sldMkLst>
          <pc:docMk/>
          <pc:sldMk cId="810974805" sldId="345"/>
        </pc:sldMkLst>
      </pc:sldChg>
      <pc:sldChg chg="add">
        <pc:chgData name="Tomáš Bratina" userId="2033f5136aa55253" providerId="LiveId" clId="{70AC3D02-762B-42A9-A6F8-528CED61E437}" dt="2025-10-22T08:38:36.833" v="313"/>
        <pc:sldMkLst>
          <pc:docMk/>
          <pc:sldMk cId="1520686638" sldId="346"/>
        </pc:sldMkLst>
      </pc:sldChg>
      <pc:sldChg chg="add">
        <pc:chgData name="Tomáš Bratina" userId="2033f5136aa55253" providerId="LiveId" clId="{70AC3D02-762B-42A9-A6F8-528CED61E437}" dt="2025-10-22T08:38:38.367" v="315"/>
        <pc:sldMkLst>
          <pc:docMk/>
          <pc:sldMk cId="2977726619" sldId="347"/>
        </pc:sldMkLst>
      </pc:sldChg>
      <pc:sldChg chg="add">
        <pc:chgData name="Tomáš Bratina" userId="2033f5136aa55253" providerId="LiveId" clId="{70AC3D02-762B-42A9-A6F8-528CED61E437}" dt="2025-10-22T08:38:39.518" v="317"/>
        <pc:sldMkLst>
          <pc:docMk/>
          <pc:sldMk cId="3506716115" sldId="348"/>
        </pc:sldMkLst>
      </pc:sldChg>
      <pc:sldChg chg="add">
        <pc:chgData name="Tomáš Bratina" userId="2033f5136aa55253" providerId="LiveId" clId="{70AC3D02-762B-42A9-A6F8-528CED61E437}" dt="2025-10-22T08:38:40.338" v="319"/>
        <pc:sldMkLst>
          <pc:docMk/>
          <pc:sldMk cId="3585863209" sldId="349"/>
        </pc:sldMkLst>
      </pc:sldChg>
      <pc:sldChg chg="add">
        <pc:chgData name="Tomáš Bratina" userId="2033f5136aa55253" providerId="LiveId" clId="{70AC3D02-762B-42A9-A6F8-528CED61E437}" dt="2025-10-22T08:38:41.962" v="321"/>
        <pc:sldMkLst>
          <pc:docMk/>
          <pc:sldMk cId="4264763596" sldId="350"/>
        </pc:sldMkLst>
      </pc:sldChg>
      <pc:sldChg chg="add">
        <pc:chgData name="Tomáš Bratina" userId="2033f5136aa55253" providerId="LiveId" clId="{70AC3D02-762B-42A9-A6F8-528CED61E437}" dt="2025-10-22T08:38:43.006" v="323"/>
        <pc:sldMkLst>
          <pc:docMk/>
          <pc:sldMk cId="2496507344" sldId="351"/>
        </pc:sldMkLst>
      </pc:sldChg>
      <pc:sldChg chg="add">
        <pc:chgData name="Tomáš Bratina" userId="2033f5136aa55253" providerId="LiveId" clId="{70AC3D02-762B-42A9-A6F8-528CED61E437}" dt="2025-10-22T08:38:44.083" v="325"/>
        <pc:sldMkLst>
          <pc:docMk/>
          <pc:sldMk cId="4238097992" sldId="352"/>
        </pc:sldMkLst>
      </pc:sldChg>
      <pc:sldChg chg="add">
        <pc:chgData name="Tomáš Bratina" userId="2033f5136aa55253" providerId="LiveId" clId="{70AC3D02-762B-42A9-A6F8-528CED61E437}" dt="2025-10-22T08:38:45.432" v="327"/>
        <pc:sldMkLst>
          <pc:docMk/>
          <pc:sldMk cId="3714088063" sldId="353"/>
        </pc:sldMkLst>
      </pc:sldChg>
      <pc:sldChg chg="add">
        <pc:chgData name="Tomáš Bratina" userId="2033f5136aa55253" providerId="LiveId" clId="{70AC3D02-762B-42A9-A6F8-528CED61E437}" dt="2025-10-22T08:42:23.943" v="343"/>
        <pc:sldMkLst>
          <pc:docMk/>
          <pc:sldMk cId="2366321046" sldId="354"/>
        </pc:sldMkLst>
      </pc:sldChg>
      <pc:sldChg chg="modSp mod">
        <pc:chgData name="Tomáš Bratina" userId="2033f5136aa55253" providerId="LiveId" clId="{70AC3D02-762B-42A9-A6F8-528CED61E437}" dt="2025-11-06T07:45:24.813" v="1028" actId="255"/>
        <pc:sldMkLst>
          <pc:docMk/>
          <pc:sldMk cId="1756296003" sldId="385"/>
        </pc:sldMkLst>
        <pc:spChg chg="mod">
          <ac:chgData name="Tomáš Bratina" userId="2033f5136aa55253" providerId="LiveId" clId="{70AC3D02-762B-42A9-A6F8-528CED61E437}" dt="2025-11-06T07:45:24.813" v="1028" actId="255"/>
          <ac:spMkLst>
            <pc:docMk/>
            <pc:sldMk cId="1756296003" sldId="385"/>
            <ac:spMk id="3" creationId="{4E5C3334-678A-D5E1-DDC8-E021C02DC70B}"/>
          </ac:spMkLst>
        </pc:spChg>
      </pc:sldChg>
      <pc:sldChg chg="modSp mod">
        <pc:chgData name="Tomáš Bratina" userId="2033f5136aa55253" providerId="LiveId" clId="{70AC3D02-762B-42A9-A6F8-528CED61E437}" dt="2025-11-06T07:50:25.185" v="1036" actId="1076"/>
        <pc:sldMkLst>
          <pc:docMk/>
          <pc:sldMk cId="74729218" sldId="393"/>
        </pc:sldMkLst>
        <pc:spChg chg="mod">
          <ac:chgData name="Tomáš Bratina" userId="2033f5136aa55253" providerId="LiveId" clId="{70AC3D02-762B-42A9-A6F8-528CED61E437}" dt="2025-11-06T07:50:08.329" v="1033" actId="20577"/>
          <ac:spMkLst>
            <pc:docMk/>
            <pc:sldMk cId="74729218" sldId="393"/>
            <ac:spMk id="17" creationId="{998037AB-0946-2703-AB58-9AD228EE053F}"/>
          </ac:spMkLst>
        </pc:spChg>
        <pc:picChg chg="mod">
          <ac:chgData name="Tomáš Bratina" userId="2033f5136aa55253" providerId="LiveId" clId="{70AC3D02-762B-42A9-A6F8-528CED61E437}" dt="2025-11-06T07:49:56.104" v="1030" actId="1076"/>
          <ac:picMkLst>
            <pc:docMk/>
            <pc:sldMk cId="74729218" sldId="393"/>
            <ac:picMk id="27" creationId="{DDF2024B-2F6E-5755-1EAD-A0EA230B75F4}"/>
          </ac:picMkLst>
        </pc:picChg>
        <pc:picChg chg="mod">
          <ac:chgData name="Tomáš Bratina" userId="2033f5136aa55253" providerId="LiveId" clId="{70AC3D02-762B-42A9-A6F8-528CED61E437}" dt="2025-11-06T07:50:15.852" v="1035" actId="1076"/>
          <ac:picMkLst>
            <pc:docMk/>
            <pc:sldMk cId="74729218" sldId="393"/>
            <ac:picMk id="31" creationId="{BB4EF609-31D4-1D64-5664-15043C796D1F}"/>
          </ac:picMkLst>
        </pc:picChg>
        <pc:picChg chg="mod">
          <ac:chgData name="Tomáš Bratina" userId="2033f5136aa55253" providerId="LiveId" clId="{70AC3D02-762B-42A9-A6F8-528CED61E437}" dt="2025-11-06T07:50:25.185" v="1036" actId="1076"/>
          <ac:picMkLst>
            <pc:docMk/>
            <pc:sldMk cId="74729218" sldId="393"/>
            <ac:picMk id="33" creationId="{50D6EEDA-C144-B4A6-AD27-D3F3221DDFC5}"/>
          </ac:picMkLst>
        </pc:picChg>
      </pc:sldChg>
      <pc:sldChg chg="modSp mod">
        <pc:chgData name="Tomáš Bratina" userId="2033f5136aa55253" providerId="LiveId" clId="{70AC3D02-762B-42A9-A6F8-528CED61E437}" dt="2025-11-06T07:53:10.560" v="1071" actId="20577"/>
        <pc:sldMkLst>
          <pc:docMk/>
          <pc:sldMk cId="3598750815" sldId="394"/>
        </pc:sldMkLst>
        <pc:spChg chg="mod">
          <ac:chgData name="Tomáš Bratina" userId="2033f5136aa55253" providerId="LiveId" clId="{70AC3D02-762B-42A9-A6F8-528CED61E437}" dt="2025-11-06T07:53:10.560" v="1071" actId="20577"/>
          <ac:spMkLst>
            <pc:docMk/>
            <pc:sldMk cId="3598750815" sldId="394"/>
            <ac:spMk id="3" creationId="{115F7549-3F90-24C7-FD0C-09713333CBE2}"/>
          </ac:spMkLst>
        </pc:spChg>
      </pc:sldChg>
      <pc:sldChg chg="modSp mod">
        <pc:chgData name="Tomáš Bratina" userId="2033f5136aa55253" providerId="LiveId" clId="{70AC3D02-762B-42A9-A6F8-528CED61E437}" dt="2025-11-06T07:53:56.548" v="1089" actId="255"/>
        <pc:sldMkLst>
          <pc:docMk/>
          <pc:sldMk cId="4149148637" sldId="395"/>
        </pc:sldMkLst>
        <pc:spChg chg="mod">
          <ac:chgData name="Tomáš Bratina" userId="2033f5136aa55253" providerId="LiveId" clId="{70AC3D02-762B-42A9-A6F8-528CED61E437}" dt="2025-11-06T07:53:56.548" v="1089" actId="255"/>
          <ac:spMkLst>
            <pc:docMk/>
            <pc:sldMk cId="4149148637" sldId="395"/>
            <ac:spMk id="3" creationId="{71BB8547-519C-B0E9-9B1A-A197600E0FB6}"/>
          </ac:spMkLst>
        </pc:spChg>
      </pc:sldChg>
      <pc:sldChg chg="modSp mod">
        <pc:chgData name="Tomáš Bratina" userId="2033f5136aa55253" providerId="LiveId" clId="{70AC3D02-762B-42A9-A6F8-528CED61E437}" dt="2025-11-06T07:54:02.149" v="1092" actId="255"/>
        <pc:sldMkLst>
          <pc:docMk/>
          <pc:sldMk cId="2153398892" sldId="396"/>
        </pc:sldMkLst>
        <pc:spChg chg="mod">
          <ac:chgData name="Tomáš Bratina" userId="2033f5136aa55253" providerId="LiveId" clId="{70AC3D02-762B-42A9-A6F8-528CED61E437}" dt="2025-11-06T07:54:02.149" v="1092" actId="255"/>
          <ac:spMkLst>
            <pc:docMk/>
            <pc:sldMk cId="2153398892" sldId="396"/>
            <ac:spMk id="3" creationId="{E4FA422E-F3E6-684C-B580-8F2D31C18A03}"/>
          </ac:spMkLst>
        </pc:spChg>
      </pc:sldChg>
      <pc:sldChg chg="modSp mod">
        <pc:chgData name="Tomáš Bratina" userId="2033f5136aa55253" providerId="LiveId" clId="{70AC3D02-762B-42A9-A6F8-528CED61E437}" dt="2025-11-06T07:54:08.807" v="1095" actId="255"/>
        <pc:sldMkLst>
          <pc:docMk/>
          <pc:sldMk cId="3854718079" sldId="397"/>
        </pc:sldMkLst>
        <pc:spChg chg="mod">
          <ac:chgData name="Tomáš Bratina" userId="2033f5136aa55253" providerId="LiveId" clId="{70AC3D02-762B-42A9-A6F8-528CED61E437}" dt="2025-11-06T07:54:08.807" v="1095" actId="255"/>
          <ac:spMkLst>
            <pc:docMk/>
            <pc:sldMk cId="3854718079" sldId="397"/>
            <ac:spMk id="3" creationId="{E627B32E-8F55-2B1B-5A76-C80E49374A60}"/>
          </ac:spMkLst>
        </pc:spChg>
      </pc:sldChg>
      <pc:sldChg chg="modSp mod">
        <pc:chgData name="Tomáš Bratina" userId="2033f5136aa55253" providerId="LiveId" clId="{70AC3D02-762B-42A9-A6F8-528CED61E437}" dt="2025-11-06T07:54:14.757" v="1098" actId="255"/>
        <pc:sldMkLst>
          <pc:docMk/>
          <pc:sldMk cId="1931231680" sldId="398"/>
        </pc:sldMkLst>
        <pc:spChg chg="mod">
          <ac:chgData name="Tomáš Bratina" userId="2033f5136aa55253" providerId="LiveId" clId="{70AC3D02-762B-42A9-A6F8-528CED61E437}" dt="2025-11-06T07:54:14.757" v="1098" actId="255"/>
          <ac:spMkLst>
            <pc:docMk/>
            <pc:sldMk cId="1931231680" sldId="398"/>
            <ac:spMk id="3" creationId="{60EC9642-1CE1-4DAB-8E47-71D27FF364F4}"/>
          </ac:spMkLst>
        </pc:spChg>
      </pc:sldChg>
      <pc:sldChg chg="modSp mod">
        <pc:chgData name="Tomáš Bratina" userId="2033f5136aa55253" providerId="LiveId" clId="{70AC3D02-762B-42A9-A6F8-528CED61E437}" dt="2025-11-06T07:54:22.071" v="1101" actId="255"/>
        <pc:sldMkLst>
          <pc:docMk/>
          <pc:sldMk cId="1604068890" sldId="399"/>
        </pc:sldMkLst>
        <pc:spChg chg="mod">
          <ac:chgData name="Tomáš Bratina" userId="2033f5136aa55253" providerId="LiveId" clId="{70AC3D02-762B-42A9-A6F8-528CED61E437}" dt="2025-11-06T07:54:22.071" v="1101" actId="255"/>
          <ac:spMkLst>
            <pc:docMk/>
            <pc:sldMk cId="1604068890" sldId="399"/>
            <ac:spMk id="3" creationId="{0E391EDC-6557-3275-8FAF-B3A7C04161F2}"/>
          </ac:spMkLst>
        </pc:spChg>
      </pc:sldChg>
      <pc:sldChg chg="modSp mod">
        <pc:chgData name="Tomáš Bratina" userId="2033f5136aa55253" providerId="LiveId" clId="{70AC3D02-762B-42A9-A6F8-528CED61E437}" dt="2025-11-06T07:54:57.345" v="1120" actId="255"/>
        <pc:sldMkLst>
          <pc:docMk/>
          <pc:sldMk cId="1228663017" sldId="400"/>
        </pc:sldMkLst>
        <pc:spChg chg="mod">
          <ac:chgData name="Tomáš Bratina" userId="2033f5136aa55253" providerId="LiveId" clId="{70AC3D02-762B-42A9-A6F8-528CED61E437}" dt="2025-11-06T07:54:57.345" v="1120" actId="255"/>
          <ac:spMkLst>
            <pc:docMk/>
            <pc:sldMk cId="1228663017" sldId="400"/>
            <ac:spMk id="3" creationId="{AF178411-E622-C130-8B3D-1D3BFEDA6AAE}"/>
          </ac:spMkLst>
        </pc:spChg>
      </pc:sldChg>
      <pc:sldChg chg="modSp mod">
        <pc:chgData name="Tomáš Bratina" userId="2033f5136aa55253" providerId="LiveId" clId="{70AC3D02-762B-42A9-A6F8-528CED61E437}" dt="2025-11-06T07:55:05.354" v="1125" actId="255"/>
        <pc:sldMkLst>
          <pc:docMk/>
          <pc:sldMk cId="2135516437" sldId="401"/>
        </pc:sldMkLst>
        <pc:spChg chg="mod">
          <ac:chgData name="Tomáš Bratina" userId="2033f5136aa55253" providerId="LiveId" clId="{70AC3D02-762B-42A9-A6F8-528CED61E437}" dt="2025-11-06T07:55:05.354" v="1125" actId="255"/>
          <ac:spMkLst>
            <pc:docMk/>
            <pc:sldMk cId="2135516437" sldId="401"/>
            <ac:spMk id="3" creationId="{6181B9FA-85B5-D429-8F32-A4A183BD906F}"/>
          </ac:spMkLst>
        </pc:spChg>
      </pc:sldChg>
      <pc:sldChg chg="modSp mod">
        <pc:chgData name="Tomáš Bratina" userId="2033f5136aa55253" providerId="LiveId" clId="{70AC3D02-762B-42A9-A6F8-528CED61E437}" dt="2025-11-06T07:55:13.064" v="1130" actId="255"/>
        <pc:sldMkLst>
          <pc:docMk/>
          <pc:sldMk cId="3373335514" sldId="402"/>
        </pc:sldMkLst>
        <pc:spChg chg="mod">
          <ac:chgData name="Tomáš Bratina" userId="2033f5136aa55253" providerId="LiveId" clId="{70AC3D02-762B-42A9-A6F8-528CED61E437}" dt="2025-11-06T07:55:13.064" v="1130" actId="255"/>
          <ac:spMkLst>
            <pc:docMk/>
            <pc:sldMk cId="3373335514" sldId="402"/>
            <ac:spMk id="3" creationId="{D483376C-D25D-8DE6-FF98-58F8F5103383}"/>
          </ac:spMkLst>
        </pc:spChg>
      </pc:sldChg>
      <pc:sldChg chg="modSp mod">
        <pc:chgData name="Tomáš Bratina" userId="2033f5136aa55253" providerId="LiveId" clId="{70AC3D02-762B-42A9-A6F8-528CED61E437}" dt="2025-11-06T07:55:19.504" v="1135" actId="255"/>
        <pc:sldMkLst>
          <pc:docMk/>
          <pc:sldMk cId="1107076924" sldId="403"/>
        </pc:sldMkLst>
        <pc:spChg chg="mod">
          <ac:chgData name="Tomáš Bratina" userId="2033f5136aa55253" providerId="LiveId" clId="{70AC3D02-762B-42A9-A6F8-528CED61E437}" dt="2025-11-06T07:55:19.504" v="1135" actId="255"/>
          <ac:spMkLst>
            <pc:docMk/>
            <pc:sldMk cId="1107076924" sldId="403"/>
            <ac:spMk id="3" creationId="{A4C8BFF7-438A-DA52-EB8D-20F09606D798}"/>
          </ac:spMkLst>
        </pc:spChg>
      </pc:sldChg>
      <pc:sldChg chg="modSp new mod">
        <pc:chgData name="Tomáš Bratina" userId="2033f5136aa55253" providerId="LiveId" clId="{70AC3D02-762B-42A9-A6F8-528CED61E437}" dt="2025-11-06T07:34:00.263" v="979" actId="123"/>
        <pc:sldMkLst>
          <pc:docMk/>
          <pc:sldMk cId="2227187310" sldId="418"/>
        </pc:sldMkLst>
        <pc:spChg chg="mod">
          <ac:chgData name="Tomáš Bratina" userId="2033f5136aa55253" providerId="LiveId" clId="{70AC3D02-762B-42A9-A6F8-528CED61E437}" dt="2025-11-06T07:27:45.255" v="462" actId="20577"/>
          <ac:spMkLst>
            <pc:docMk/>
            <pc:sldMk cId="2227187310" sldId="418"/>
            <ac:spMk id="2" creationId="{4E644AF7-0286-30FB-A37A-35EB6EE278C5}"/>
          </ac:spMkLst>
        </pc:spChg>
        <pc:spChg chg="mod">
          <ac:chgData name="Tomáš Bratina" userId="2033f5136aa55253" providerId="LiveId" clId="{70AC3D02-762B-42A9-A6F8-528CED61E437}" dt="2025-11-06T07:34:00.263" v="979" actId="123"/>
          <ac:spMkLst>
            <pc:docMk/>
            <pc:sldMk cId="2227187310" sldId="418"/>
            <ac:spMk id="3" creationId="{B09F8564-49BE-EF02-8845-2893E1AB76B9}"/>
          </ac:spMkLst>
        </pc:spChg>
      </pc:sldChg>
      <pc:sldChg chg="modSp add mod">
        <pc:chgData name="Tomáš Bratina" userId="2033f5136aa55253" providerId="LiveId" clId="{70AC3D02-762B-42A9-A6F8-528CED61E437}" dt="2025-11-06T07:37:39.948" v="999" actId="27636"/>
        <pc:sldMkLst>
          <pc:docMk/>
          <pc:sldMk cId="3214898820" sldId="419"/>
        </pc:sldMkLst>
        <pc:spChg chg="mod">
          <ac:chgData name="Tomáš Bratina" userId="2033f5136aa55253" providerId="LiveId" clId="{70AC3D02-762B-42A9-A6F8-528CED61E437}" dt="2025-11-06T07:37:39.948" v="999" actId="27636"/>
          <ac:spMkLst>
            <pc:docMk/>
            <pc:sldMk cId="3214898820" sldId="419"/>
            <ac:spMk id="3" creationId="{9413FF78-5806-9F75-5D25-932F8BEAD1DF}"/>
          </ac:spMkLst>
        </pc:spChg>
      </pc:sldChg>
      <pc:sldChg chg="modSp add mod modClrScheme chgLayout">
        <pc:chgData name="Tomáš Bratina" userId="2033f5136aa55253" providerId="LiveId" clId="{70AC3D02-762B-42A9-A6F8-528CED61E437}" dt="2025-11-06T07:51:44.294" v="1042" actId="113"/>
        <pc:sldMkLst>
          <pc:docMk/>
          <pc:sldMk cId="2366321046" sldId="420"/>
        </pc:sldMkLst>
        <pc:spChg chg="mod ord">
          <ac:chgData name="Tomáš Bratina" userId="2033f5136aa55253" providerId="LiveId" clId="{70AC3D02-762B-42A9-A6F8-528CED61E437}" dt="2025-11-06T07:51:44.294" v="1042" actId="113"/>
          <ac:spMkLst>
            <pc:docMk/>
            <pc:sldMk cId="2366321046" sldId="420"/>
            <ac:spMk id="4" creationId="{5F9812BB-588C-B549-B3CA-C9F2F82E3713}"/>
          </ac:spMkLst>
        </pc:spChg>
        <pc:spChg chg="mod ord">
          <ac:chgData name="Tomáš Bratina" userId="2033f5136aa55253" providerId="LiveId" clId="{70AC3D02-762B-42A9-A6F8-528CED61E437}" dt="2025-11-06T07:51:35.185" v="1040" actId="700"/>
          <ac:spMkLst>
            <pc:docMk/>
            <pc:sldMk cId="2366321046" sldId="420"/>
            <ac:spMk id="5" creationId="{77E7BA7C-6F87-BF12-C248-F245ACB4C335}"/>
          </ac:spMkLst>
        </pc:spChg>
      </pc:sldChg>
      <pc:sldChg chg="modSp new mod">
        <pc:chgData name="Tomáš Bratina" userId="2033f5136aa55253" providerId="LiveId" clId="{70AC3D02-762B-42A9-A6F8-528CED61E437}" dt="2025-11-06T08:01:05.457" v="1156" actId="113"/>
        <pc:sldMkLst>
          <pc:docMk/>
          <pc:sldMk cId="1274091983" sldId="421"/>
        </pc:sldMkLst>
        <pc:spChg chg="mod">
          <ac:chgData name="Tomáš Bratina" userId="2033f5136aa55253" providerId="LiveId" clId="{70AC3D02-762B-42A9-A6F8-528CED61E437}" dt="2025-11-06T08:00:49.701" v="1153" actId="790"/>
          <ac:spMkLst>
            <pc:docMk/>
            <pc:sldMk cId="1274091983" sldId="421"/>
            <ac:spMk id="2" creationId="{9C3CF527-F7BD-DA38-35E7-59D30D0A906B}"/>
          </ac:spMkLst>
        </pc:spChg>
        <pc:spChg chg="mod">
          <ac:chgData name="Tomáš Bratina" userId="2033f5136aa55253" providerId="LiveId" clId="{70AC3D02-762B-42A9-A6F8-528CED61E437}" dt="2025-11-06T08:01:05.457" v="1156" actId="113"/>
          <ac:spMkLst>
            <pc:docMk/>
            <pc:sldMk cId="1274091983" sldId="421"/>
            <ac:spMk id="3" creationId="{DADC69FD-6EE9-3A78-E358-D5615F427FE6}"/>
          </ac:spMkLst>
        </pc:spChg>
      </pc:sldChg>
      <pc:sldChg chg="add">
        <pc:chgData name="Tomáš Bratina" userId="2033f5136aa55253" providerId="LiveId" clId="{70AC3D02-762B-42A9-A6F8-528CED61E437}" dt="2025-11-06T08:03:36.507" v="1158"/>
        <pc:sldMkLst>
          <pc:docMk/>
          <pc:sldMk cId="2983748113" sldId="422"/>
        </pc:sldMkLst>
      </pc:sldChg>
      <pc:sldChg chg="add">
        <pc:chgData name="Tomáš Bratina" userId="2033f5136aa55253" providerId="LiveId" clId="{70AC3D02-762B-42A9-A6F8-528CED61E437}" dt="2025-11-06T08:03:38.258" v="1160"/>
        <pc:sldMkLst>
          <pc:docMk/>
          <pc:sldMk cId="3736502595" sldId="423"/>
        </pc:sldMkLst>
      </pc:sldChg>
      <pc:sldMasterChg chg="add addSldLayout modSldLayout">
        <pc:chgData name="Tomáš Bratina" userId="2033f5136aa55253" providerId="LiveId" clId="{70AC3D02-762B-42A9-A6F8-528CED61E437}" dt="2025-10-22T08:38:28.671" v="300" actId="27028"/>
        <pc:sldMasterMkLst>
          <pc:docMk/>
          <pc:sldMasterMk cId="3899840436" sldId="2147483648"/>
        </pc:sldMasterMkLst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706224309" sldId="2147483649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643672537" sldId="2147483650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99930165" sldId="2147483651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578407353" sldId="2147483652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589216583" sldId="2147483653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73759147" sldId="2147483654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067047111" sldId="2147483655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271998428" sldId="2147483656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09362860" sldId="2147483658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209807713" sldId="2147483659"/>
          </pc:sldLayoutMkLst>
        </pc:sldLayoutChg>
        <pc:sldLayoutChg chg="add replId">
          <pc:chgData name="Tomáš Bratina" userId="2033f5136aa55253" providerId="LiveId" clId="{70AC3D02-762B-42A9-A6F8-528CED61E437}" dt="2025-10-22T08:38:28.671" v="300" actId="27028"/>
          <pc:sldLayoutMkLst>
            <pc:docMk/>
            <pc:sldMasterMk cId="3899840436" sldId="2147483648"/>
            <pc:sldLayoutMk cId="4190906578" sldId="2147483685"/>
          </pc:sldLayoutMkLst>
        </pc:sldLayoutChg>
      </pc:sldMasterChg>
      <pc:sldMasterChg chg="add del addSldLayout delSldLayout">
        <pc:chgData name="Tomáš Bratina" userId="2033f5136aa55253" providerId="LiveId" clId="{70AC3D02-762B-42A9-A6F8-528CED61E437}" dt="2025-11-06T07:51:35.185" v="1040" actId="700"/>
        <pc:sldMasterMkLst>
          <pc:docMk/>
          <pc:sldMasterMk cId="0" sldId="2147483657"/>
        </pc:sldMasterMkLst>
        <pc:sldLayoutChg chg="add del">
          <pc:chgData name="Tomáš Bratina" userId="2033f5136aa55253" providerId="LiveId" clId="{70AC3D02-762B-42A9-A6F8-528CED61E437}" dt="2025-11-06T07:51:35.185" v="1040" actId="700"/>
          <pc:sldLayoutMkLst>
            <pc:docMk/>
            <pc:sldMasterMk cId="0" sldId="2147483657"/>
            <pc:sldLayoutMk cId="1691229579" sldId="2147483684"/>
          </pc:sldLayoutMkLst>
        </pc:sldLayoutChg>
      </pc:sldMasterChg>
      <pc:sldMasterChg chg="replId modSldLayout">
        <pc:chgData name="Tomáš Bratina" userId="2033f5136aa55253" providerId="LiveId" clId="{70AC3D02-762B-42A9-A6F8-528CED61E437}" dt="2025-10-22T08:05:41.602" v="0" actId="27028"/>
        <pc:sldMasterMkLst>
          <pc:docMk/>
          <pc:sldMasterMk cId="2267133483" sldId="2147483660"/>
        </pc:sldMasterMkLst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456157871" sldId="2147483661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0103755" sldId="2147483662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377838712" sldId="2147483663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607499052" sldId="2147483664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08061444" sldId="2147483665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593449413" sldId="2147483666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777934243" sldId="2147483667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4200289686" sldId="2147483668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932066818" sldId="2147483669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74134869" sldId="2147483670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666879479" sldId="2147483671"/>
          </pc:sldLayoutMkLst>
        </pc:sldLayoutChg>
      </pc:sldMasterChg>
    </pc:docChg>
  </pc:docChgLst>
  <pc:docChgLst>
    <pc:chgData name="Tomáš Bratina" userId="2033f5136aa55253" providerId="LiveId" clId="{8ECA8620-7B00-4EDA-805E-0BA470DD3A9F}"/>
    <pc:docChg chg="undo custSel addSld delSld modSld sldOrd delMainMaster">
      <pc:chgData name="Tomáš Bratina" userId="2033f5136aa55253" providerId="LiveId" clId="{8ECA8620-7B00-4EDA-805E-0BA470DD3A9F}" dt="2025-11-06T14:47:52.267" v="590" actId="47"/>
      <pc:docMkLst>
        <pc:docMk/>
      </pc:docMkLst>
      <pc:sldChg chg="modSp mod">
        <pc:chgData name="Tomáš Bratina" userId="2033f5136aa55253" providerId="LiveId" clId="{8ECA8620-7B00-4EDA-805E-0BA470DD3A9F}" dt="2025-11-05T09:22:41.277" v="308" actId="20577"/>
        <pc:sldMkLst>
          <pc:docMk/>
          <pc:sldMk cId="111899844" sldId="256"/>
        </pc:sldMkLst>
        <pc:spChg chg="mod">
          <ac:chgData name="Tomáš Bratina" userId="2033f5136aa55253" providerId="LiveId" clId="{8ECA8620-7B00-4EDA-805E-0BA470DD3A9F}" dt="2025-11-05T09:22:41.277" v="308" actId="20577"/>
          <ac:spMkLst>
            <pc:docMk/>
            <pc:sldMk cId="111899844" sldId="256"/>
            <ac:spMk id="3" creationId="{3A8E53EA-7845-48BE-B734-B3831985D13E}"/>
          </ac:spMkLst>
        </pc:spChg>
      </pc:sldChg>
      <pc:sldChg chg="del">
        <pc:chgData name="Tomáš Bratina" userId="2033f5136aa55253" providerId="LiveId" clId="{8ECA8620-7B00-4EDA-805E-0BA470DD3A9F}" dt="2025-10-29T10:50:09.180" v="32" actId="47"/>
        <pc:sldMkLst>
          <pc:docMk/>
          <pc:sldMk cId="1310252784" sldId="258"/>
        </pc:sldMkLst>
      </pc:sldChg>
      <pc:sldChg chg="del">
        <pc:chgData name="Tomáš Bratina" userId="2033f5136aa55253" providerId="LiveId" clId="{8ECA8620-7B00-4EDA-805E-0BA470DD3A9F}" dt="2025-10-29T10:50:09.203" v="33" actId="47"/>
        <pc:sldMkLst>
          <pc:docMk/>
          <pc:sldMk cId="4141490838" sldId="259"/>
        </pc:sldMkLst>
      </pc:sldChg>
      <pc:sldChg chg="del">
        <pc:chgData name="Tomáš Bratina" userId="2033f5136aa55253" providerId="LiveId" clId="{8ECA8620-7B00-4EDA-805E-0BA470DD3A9F}" dt="2025-10-29T10:50:09.235" v="34" actId="47"/>
        <pc:sldMkLst>
          <pc:docMk/>
          <pc:sldMk cId="3906593193" sldId="260"/>
        </pc:sldMkLst>
      </pc:sldChg>
      <pc:sldChg chg="del">
        <pc:chgData name="Tomáš Bratina" userId="2033f5136aa55253" providerId="LiveId" clId="{8ECA8620-7B00-4EDA-805E-0BA470DD3A9F}" dt="2025-10-29T10:50:09.274" v="35" actId="47"/>
        <pc:sldMkLst>
          <pc:docMk/>
          <pc:sldMk cId="996991534" sldId="261"/>
        </pc:sldMkLst>
      </pc:sldChg>
      <pc:sldChg chg="del">
        <pc:chgData name="Tomáš Bratina" userId="2033f5136aa55253" providerId="LiveId" clId="{8ECA8620-7B00-4EDA-805E-0BA470DD3A9F}" dt="2025-10-29T10:50:09.675" v="36" actId="47"/>
        <pc:sldMkLst>
          <pc:docMk/>
          <pc:sldMk cId="4250796840" sldId="262"/>
        </pc:sldMkLst>
      </pc:sldChg>
      <pc:sldChg chg="del">
        <pc:chgData name="Tomáš Bratina" userId="2033f5136aa55253" providerId="LiveId" clId="{8ECA8620-7B00-4EDA-805E-0BA470DD3A9F}" dt="2025-10-29T10:50:10.173" v="37" actId="47"/>
        <pc:sldMkLst>
          <pc:docMk/>
          <pc:sldMk cId="1673447071" sldId="263"/>
        </pc:sldMkLst>
      </pc:sldChg>
      <pc:sldChg chg="del">
        <pc:chgData name="Tomáš Bratina" userId="2033f5136aa55253" providerId="LiveId" clId="{8ECA8620-7B00-4EDA-805E-0BA470DD3A9F}" dt="2025-10-29T10:50:11.183" v="46" actId="47"/>
        <pc:sldMkLst>
          <pc:docMk/>
          <pc:sldMk cId="1603987714" sldId="264"/>
        </pc:sldMkLst>
      </pc:sldChg>
      <pc:sldChg chg="del">
        <pc:chgData name="Tomáš Bratina" userId="2033f5136aa55253" providerId="LiveId" clId="{8ECA8620-7B00-4EDA-805E-0BA470DD3A9F}" dt="2025-10-29T10:50:11.366" v="47" actId="47"/>
        <pc:sldMkLst>
          <pc:docMk/>
          <pc:sldMk cId="4052342062" sldId="265"/>
        </pc:sldMkLst>
      </pc:sldChg>
      <pc:sldChg chg="del">
        <pc:chgData name="Tomáš Bratina" userId="2033f5136aa55253" providerId="LiveId" clId="{8ECA8620-7B00-4EDA-805E-0BA470DD3A9F}" dt="2025-10-29T10:50:11.562" v="48" actId="47"/>
        <pc:sldMkLst>
          <pc:docMk/>
          <pc:sldMk cId="868838194" sldId="266"/>
        </pc:sldMkLst>
      </pc:sldChg>
      <pc:sldChg chg="del">
        <pc:chgData name="Tomáš Bratina" userId="2033f5136aa55253" providerId="LiveId" clId="{8ECA8620-7B00-4EDA-805E-0BA470DD3A9F}" dt="2025-10-29T10:50:11.761" v="49" actId="47"/>
        <pc:sldMkLst>
          <pc:docMk/>
          <pc:sldMk cId="4103404134" sldId="267"/>
        </pc:sldMkLst>
      </pc:sldChg>
      <pc:sldChg chg="del">
        <pc:chgData name="Tomáš Bratina" userId="2033f5136aa55253" providerId="LiveId" clId="{8ECA8620-7B00-4EDA-805E-0BA470DD3A9F}" dt="2025-10-29T10:50:11.936" v="50" actId="47"/>
        <pc:sldMkLst>
          <pc:docMk/>
          <pc:sldMk cId="2608114977" sldId="268"/>
        </pc:sldMkLst>
      </pc:sldChg>
      <pc:sldChg chg="del">
        <pc:chgData name="Tomáš Bratina" userId="2033f5136aa55253" providerId="LiveId" clId="{8ECA8620-7B00-4EDA-805E-0BA470DD3A9F}" dt="2025-10-29T10:50:12.546" v="51" actId="47"/>
        <pc:sldMkLst>
          <pc:docMk/>
          <pc:sldMk cId="1347483794" sldId="269"/>
        </pc:sldMkLst>
      </pc:sldChg>
      <pc:sldChg chg="del">
        <pc:chgData name="Tomáš Bratina" userId="2033f5136aa55253" providerId="LiveId" clId="{8ECA8620-7B00-4EDA-805E-0BA470DD3A9F}" dt="2025-10-29T10:50:12.717" v="52" actId="47"/>
        <pc:sldMkLst>
          <pc:docMk/>
          <pc:sldMk cId="1241158032" sldId="270"/>
        </pc:sldMkLst>
      </pc:sldChg>
      <pc:sldChg chg="del">
        <pc:chgData name="Tomáš Bratina" userId="2033f5136aa55253" providerId="LiveId" clId="{8ECA8620-7B00-4EDA-805E-0BA470DD3A9F}" dt="2025-10-29T10:50:12.863" v="53" actId="47"/>
        <pc:sldMkLst>
          <pc:docMk/>
          <pc:sldMk cId="2679978754" sldId="271"/>
        </pc:sldMkLst>
      </pc:sldChg>
      <pc:sldChg chg="del">
        <pc:chgData name="Tomáš Bratina" userId="2033f5136aa55253" providerId="LiveId" clId="{8ECA8620-7B00-4EDA-805E-0BA470DD3A9F}" dt="2025-10-29T10:50:13.034" v="54" actId="47"/>
        <pc:sldMkLst>
          <pc:docMk/>
          <pc:sldMk cId="2986296760" sldId="272"/>
        </pc:sldMkLst>
      </pc:sldChg>
      <pc:sldChg chg="del">
        <pc:chgData name="Tomáš Bratina" userId="2033f5136aa55253" providerId="LiveId" clId="{8ECA8620-7B00-4EDA-805E-0BA470DD3A9F}" dt="2025-10-29T10:50:13.192" v="55" actId="47"/>
        <pc:sldMkLst>
          <pc:docMk/>
          <pc:sldMk cId="1120185924" sldId="273"/>
        </pc:sldMkLst>
      </pc:sldChg>
      <pc:sldChg chg="del">
        <pc:chgData name="Tomáš Bratina" userId="2033f5136aa55253" providerId="LiveId" clId="{8ECA8620-7B00-4EDA-805E-0BA470DD3A9F}" dt="2025-10-29T10:50:13.351" v="56" actId="47"/>
        <pc:sldMkLst>
          <pc:docMk/>
          <pc:sldMk cId="1444219217" sldId="274"/>
        </pc:sldMkLst>
      </pc:sldChg>
      <pc:sldChg chg="del">
        <pc:chgData name="Tomáš Bratina" userId="2033f5136aa55253" providerId="LiveId" clId="{8ECA8620-7B00-4EDA-805E-0BA470DD3A9F}" dt="2025-10-29T10:50:13.546" v="57" actId="47"/>
        <pc:sldMkLst>
          <pc:docMk/>
          <pc:sldMk cId="1550814900" sldId="275"/>
        </pc:sldMkLst>
      </pc:sldChg>
      <pc:sldChg chg="del">
        <pc:chgData name="Tomáš Bratina" userId="2033f5136aa55253" providerId="LiveId" clId="{8ECA8620-7B00-4EDA-805E-0BA470DD3A9F}" dt="2025-10-29T10:50:14.309" v="58" actId="47"/>
        <pc:sldMkLst>
          <pc:docMk/>
          <pc:sldMk cId="2441870619" sldId="276"/>
        </pc:sldMkLst>
      </pc:sldChg>
      <pc:sldChg chg="modSp add del mod">
        <pc:chgData name="Tomáš Bratina" userId="2033f5136aa55253" providerId="LiveId" clId="{8ECA8620-7B00-4EDA-805E-0BA470DD3A9F}" dt="2025-11-05T09:22:43.005" v="309" actId="47"/>
        <pc:sldMkLst>
          <pc:docMk/>
          <pc:sldMk cId="342116108" sldId="277"/>
        </pc:sldMkLst>
      </pc:sldChg>
      <pc:sldChg chg="modSp del mod">
        <pc:chgData name="Tomáš Bratina" userId="2033f5136aa55253" providerId="LiveId" clId="{8ECA8620-7B00-4EDA-805E-0BA470DD3A9F}" dt="2025-11-05T09:22:43.232" v="310" actId="47"/>
        <pc:sldMkLst>
          <pc:docMk/>
          <pc:sldMk cId="73033566" sldId="278"/>
        </pc:sldMkLst>
      </pc:sldChg>
      <pc:sldChg chg="modSp del mod">
        <pc:chgData name="Tomáš Bratina" userId="2033f5136aa55253" providerId="LiveId" clId="{8ECA8620-7B00-4EDA-805E-0BA470DD3A9F}" dt="2025-11-05T09:22:43.442" v="311" actId="47"/>
        <pc:sldMkLst>
          <pc:docMk/>
          <pc:sldMk cId="3292420938" sldId="279"/>
        </pc:sldMkLst>
      </pc:sldChg>
      <pc:sldChg chg="modSp del mod">
        <pc:chgData name="Tomáš Bratina" userId="2033f5136aa55253" providerId="LiveId" clId="{8ECA8620-7B00-4EDA-805E-0BA470DD3A9F}" dt="2025-11-05T09:22:43.593" v="312" actId="47"/>
        <pc:sldMkLst>
          <pc:docMk/>
          <pc:sldMk cId="3039915766" sldId="280"/>
        </pc:sldMkLst>
      </pc:sldChg>
      <pc:sldChg chg="modSp del mod">
        <pc:chgData name="Tomáš Bratina" userId="2033f5136aa55253" providerId="LiveId" clId="{8ECA8620-7B00-4EDA-805E-0BA470DD3A9F}" dt="2025-11-05T09:22:44.095" v="313" actId="47"/>
        <pc:sldMkLst>
          <pc:docMk/>
          <pc:sldMk cId="1173973466" sldId="281"/>
        </pc:sldMkLst>
      </pc:sldChg>
      <pc:sldChg chg="modSp del mod">
        <pc:chgData name="Tomáš Bratina" userId="2033f5136aa55253" providerId="LiveId" clId="{8ECA8620-7B00-4EDA-805E-0BA470DD3A9F}" dt="2025-11-05T09:22:44.127" v="314" actId="47"/>
        <pc:sldMkLst>
          <pc:docMk/>
          <pc:sldMk cId="3248503092" sldId="282"/>
        </pc:sldMkLst>
      </pc:sldChg>
      <pc:sldChg chg="modSp del mod">
        <pc:chgData name="Tomáš Bratina" userId="2033f5136aa55253" providerId="LiveId" clId="{8ECA8620-7B00-4EDA-805E-0BA470DD3A9F}" dt="2025-11-05T09:22:44.164" v="315" actId="47"/>
        <pc:sldMkLst>
          <pc:docMk/>
          <pc:sldMk cId="119319949" sldId="283"/>
        </pc:sldMkLst>
      </pc:sldChg>
      <pc:sldChg chg="modSp del mod">
        <pc:chgData name="Tomáš Bratina" userId="2033f5136aa55253" providerId="LiveId" clId="{8ECA8620-7B00-4EDA-805E-0BA470DD3A9F}" dt="2025-11-05T09:22:44.196" v="316" actId="47"/>
        <pc:sldMkLst>
          <pc:docMk/>
          <pc:sldMk cId="4001003390" sldId="284"/>
        </pc:sldMkLst>
      </pc:sldChg>
      <pc:sldChg chg="modSp del mod">
        <pc:chgData name="Tomáš Bratina" userId="2033f5136aa55253" providerId="LiveId" clId="{8ECA8620-7B00-4EDA-805E-0BA470DD3A9F}" dt="2025-11-05T09:22:44.236" v="317" actId="47"/>
        <pc:sldMkLst>
          <pc:docMk/>
          <pc:sldMk cId="4137343835" sldId="285"/>
        </pc:sldMkLst>
      </pc:sldChg>
      <pc:sldChg chg="modSp del mod">
        <pc:chgData name="Tomáš Bratina" userId="2033f5136aa55253" providerId="LiveId" clId="{8ECA8620-7B00-4EDA-805E-0BA470DD3A9F}" dt="2025-11-05T09:22:44.249" v="318" actId="47"/>
        <pc:sldMkLst>
          <pc:docMk/>
          <pc:sldMk cId="2156761094" sldId="286"/>
        </pc:sldMkLst>
      </pc:sldChg>
      <pc:sldChg chg="modSp del mod">
        <pc:chgData name="Tomáš Bratina" userId="2033f5136aa55253" providerId="LiveId" clId="{8ECA8620-7B00-4EDA-805E-0BA470DD3A9F}" dt="2025-11-05T09:22:44.286" v="319" actId="47"/>
        <pc:sldMkLst>
          <pc:docMk/>
          <pc:sldMk cId="3022190556" sldId="287"/>
        </pc:sldMkLst>
      </pc:sldChg>
      <pc:sldChg chg="modSp del mod">
        <pc:chgData name="Tomáš Bratina" userId="2033f5136aa55253" providerId="LiveId" clId="{8ECA8620-7B00-4EDA-805E-0BA470DD3A9F}" dt="2025-11-05T09:22:44.329" v="320" actId="47"/>
        <pc:sldMkLst>
          <pc:docMk/>
          <pc:sldMk cId="37356041" sldId="288"/>
        </pc:sldMkLst>
      </pc:sldChg>
      <pc:sldChg chg="modSp del mod">
        <pc:chgData name="Tomáš Bratina" userId="2033f5136aa55253" providerId="LiveId" clId="{8ECA8620-7B00-4EDA-805E-0BA470DD3A9F}" dt="2025-11-05T09:22:44.369" v="321" actId="47"/>
        <pc:sldMkLst>
          <pc:docMk/>
          <pc:sldMk cId="262459167" sldId="289"/>
        </pc:sldMkLst>
      </pc:sldChg>
      <pc:sldChg chg="modSp del mod">
        <pc:chgData name="Tomáš Bratina" userId="2033f5136aa55253" providerId="LiveId" clId="{8ECA8620-7B00-4EDA-805E-0BA470DD3A9F}" dt="2025-11-05T09:22:44.381" v="322" actId="47"/>
        <pc:sldMkLst>
          <pc:docMk/>
          <pc:sldMk cId="1865820983" sldId="290"/>
        </pc:sldMkLst>
      </pc:sldChg>
      <pc:sldChg chg="modSp del mod">
        <pc:chgData name="Tomáš Bratina" userId="2033f5136aa55253" providerId="LiveId" clId="{8ECA8620-7B00-4EDA-805E-0BA470DD3A9F}" dt="2025-11-05T09:22:44.429" v="323" actId="47"/>
        <pc:sldMkLst>
          <pc:docMk/>
          <pc:sldMk cId="641223919" sldId="291"/>
        </pc:sldMkLst>
      </pc:sldChg>
      <pc:sldChg chg="modSp del mod">
        <pc:chgData name="Tomáš Bratina" userId="2033f5136aa55253" providerId="LiveId" clId="{8ECA8620-7B00-4EDA-805E-0BA470DD3A9F}" dt="2025-11-05T09:22:44.451" v="324" actId="47"/>
        <pc:sldMkLst>
          <pc:docMk/>
          <pc:sldMk cId="1039305457" sldId="292"/>
        </pc:sldMkLst>
      </pc:sldChg>
      <pc:sldChg chg="modSp del mod">
        <pc:chgData name="Tomáš Bratina" userId="2033f5136aa55253" providerId="LiveId" clId="{8ECA8620-7B00-4EDA-805E-0BA470DD3A9F}" dt="2025-11-05T09:22:44.649" v="325" actId="47"/>
        <pc:sldMkLst>
          <pc:docMk/>
          <pc:sldMk cId="1576640878" sldId="293"/>
        </pc:sldMkLst>
      </pc:sldChg>
      <pc:sldChg chg="modSp del mod">
        <pc:chgData name="Tomáš Bratina" userId="2033f5136aa55253" providerId="LiveId" clId="{8ECA8620-7B00-4EDA-805E-0BA470DD3A9F}" dt="2025-11-05T09:22:45.143" v="326" actId="47"/>
        <pc:sldMkLst>
          <pc:docMk/>
          <pc:sldMk cId="980165706" sldId="294"/>
        </pc:sldMkLst>
      </pc:sldChg>
      <pc:sldChg chg="modSp del mod">
        <pc:chgData name="Tomáš Bratina" userId="2033f5136aa55253" providerId="LiveId" clId="{8ECA8620-7B00-4EDA-805E-0BA470DD3A9F}" dt="2025-11-05T09:22:45.175" v="327" actId="47"/>
        <pc:sldMkLst>
          <pc:docMk/>
          <pc:sldMk cId="2763836923" sldId="295"/>
        </pc:sldMkLst>
      </pc:sldChg>
      <pc:sldChg chg="modSp del mod">
        <pc:chgData name="Tomáš Bratina" userId="2033f5136aa55253" providerId="LiveId" clId="{8ECA8620-7B00-4EDA-805E-0BA470DD3A9F}" dt="2025-11-05T09:22:45.212" v="328" actId="47"/>
        <pc:sldMkLst>
          <pc:docMk/>
          <pc:sldMk cId="1207278501" sldId="296"/>
        </pc:sldMkLst>
      </pc:sldChg>
      <pc:sldChg chg="modSp del mod">
        <pc:chgData name="Tomáš Bratina" userId="2033f5136aa55253" providerId="LiveId" clId="{8ECA8620-7B00-4EDA-805E-0BA470DD3A9F}" dt="2025-11-05T09:22:45.234" v="329" actId="47"/>
        <pc:sldMkLst>
          <pc:docMk/>
          <pc:sldMk cId="1918229840" sldId="297"/>
        </pc:sldMkLst>
      </pc:sldChg>
      <pc:sldChg chg="modSp del mod">
        <pc:chgData name="Tomáš Bratina" userId="2033f5136aa55253" providerId="LiveId" clId="{8ECA8620-7B00-4EDA-805E-0BA470DD3A9F}" dt="2025-11-05T09:22:45.281" v="330" actId="47"/>
        <pc:sldMkLst>
          <pc:docMk/>
          <pc:sldMk cId="2131922575" sldId="298"/>
        </pc:sldMkLst>
      </pc:sldChg>
      <pc:sldChg chg="modSp del mod">
        <pc:chgData name="Tomáš Bratina" userId="2033f5136aa55253" providerId="LiveId" clId="{8ECA8620-7B00-4EDA-805E-0BA470DD3A9F}" dt="2025-11-05T09:22:45.309" v="331" actId="47"/>
        <pc:sldMkLst>
          <pc:docMk/>
          <pc:sldMk cId="3439026817" sldId="299"/>
        </pc:sldMkLst>
      </pc:sldChg>
      <pc:sldChg chg="modSp del mod">
        <pc:chgData name="Tomáš Bratina" userId="2033f5136aa55253" providerId="LiveId" clId="{8ECA8620-7B00-4EDA-805E-0BA470DD3A9F}" dt="2025-11-05T09:22:45.332" v="332" actId="47"/>
        <pc:sldMkLst>
          <pc:docMk/>
          <pc:sldMk cId="1123531829" sldId="300"/>
        </pc:sldMkLst>
      </pc:sldChg>
      <pc:sldChg chg="modSp del mod">
        <pc:chgData name="Tomáš Bratina" userId="2033f5136aa55253" providerId="LiveId" clId="{8ECA8620-7B00-4EDA-805E-0BA470DD3A9F}" dt="2025-11-05T09:22:45.362" v="333" actId="47"/>
        <pc:sldMkLst>
          <pc:docMk/>
          <pc:sldMk cId="2084194006" sldId="301"/>
        </pc:sldMkLst>
      </pc:sldChg>
      <pc:sldChg chg="modSp del mod">
        <pc:chgData name="Tomáš Bratina" userId="2033f5136aa55253" providerId="LiveId" clId="{8ECA8620-7B00-4EDA-805E-0BA470DD3A9F}" dt="2025-11-05T09:22:45.562" v="334" actId="47"/>
        <pc:sldMkLst>
          <pc:docMk/>
          <pc:sldMk cId="1559747277" sldId="302"/>
        </pc:sldMkLst>
      </pc:sldChg>
      <pc:sldChg chg="modSp del mod">
        <pc:chgData name="Tomáš Bratina" userId="2033f5136aa55253" providerId="LiveId" clId="{8ECA8620-7B00-4EDA-805E-0BA470DD3A9F}" dt="2025-11-05T09:22:45.918" v="335" actId="47"/>
        <pc:sldMkLst>
          <pc:docMk/>
          <pc:sldMk cId="4140856097" sldId="303"/>
        </pc:sldMkLst>
      </pc:sldChg>
      <pc:sldChg chg="modSp del mod">
        <pc:chgData name="Tomáš Bratina" userId="2033f5136aa55253" providerId="LiveId" clId="{8ECA8620-7B00-4EDA-805E-0BA470DD3A9F}" dt="2025-11-05T09:22:46.178" v="336" actId="47"/>
        <pc:sldMkLst>
          <pc:docMk/>
          <pc:sldMk cId="1530066730" sldId="304"/>
        </pc:sldMkLst>
      </pc:sldChg>
      <pc:sldChg chg="modSp del mod">
        <pc:chgData name="Tomáš Bratina" userId="2033f5136aa55253" providerId="LiveId" clId="{8ECA8620-7B00-4EDA-805E-0BA470DD3A9F}" dt="2025-11-05T09:22:46.341" v="337" actId="47"/>
        <pc:sldMkLst>
          <pc:docMk/>
          <pc:sldMk cId="74531117" sldId="305"/>
        </pc:sldMkLst>
      </pc:sldChg>
      <pc:sldChg chg="modSp del mod">
        <pc:chgData name="Tomáš Bratina" userId="2033f5136aa55253" providerId="LiveId" clId="{8ECA8620-7B00-4EDA-805E-0BA470DD3A9F}" dt="2025-11-05T09:22:46.533" v="338" actId="47"/>
        <pc:sldMkLst>
          <pc:docMk/>
          <pc:sldMk cId="1241228468" sldId="306"/>
        </pc:sldMkLst>
      </pc:sldChg>
      <pc:sldChg chg="modSp del mod">
        <pc:chgData name="Tomáš Bratina" userId="2033f5136aa55253" providerId="LiveId" clId="{8ECA8620-7B00-4EDA-805E-0BA470DD3A9F}" dt="2025-11-05T09:22:46.704" v="339" actId="47"/>
        <pc:sldMkLst>
          <pc:docMk/>
          <pc:sldMk cId="4125648442" sldId="307"/>
        </pc:sldMkLst>
      </pc:sldChg>
      <pc:sldChg chg="modSp del mod">
        <pc:chgData name="Tomáš Bratina" userId="2033f5136aa55253" providerId="LiveId" clId="{8ECA8620-7B00-4EDA-805E-0BA470DD3A9F}" dt="2025-11-05T09:22:47.149" v="340" actId="47"/>
        <pc:sldMkLst>
          <pc:docMk/>
          <pc:sldMk cId="3063922552" sldId="308"/>
        </pc:sldMkLst>
      </pc:sldChg>
      <pc:sldChg chg="modSp del mod">
        <pc:chgData name="Tomáš Bratina" userId="2033f5136aa55253" providerId="LiveId" clId="{8ECA8620-7B00-4EDA-805E-0BA470DD3A9F}" dt="2025-11-05T09:22:47.519" v="341" actId="47"/>
        <pc:sldMkLst>
          <pc:docMk/>
          <pc:sldMk cId="4107269266" sldId="309"/>
        </pc:sldMkLst>
      </pc:sldChg>
      <pc:sldChg chg="del">
        <pc:chgData name="Tomáš Bratina" userId="2033f5136aa55253" providerId="LiveId" clId="{8ECA8620-7B00-4EDA-805E-0BA470DD3A9F}" dt="2025-10-29T10:50:08.956" v="25" actId="47"/>
        <pc:sldMkLst>
          <pc:docMk/>
          <pc:sldMk cId="2762747488" sldId="316"/>
        </pc:sldMkLst>
      </pc:sldChg>
      <pc:sldChg chg="del">
        <pc:chgData name="Tomáš Bratina" userId="2033f5136aa55253" providerId="LiveId" clId="{8ECA8620-7B00-4EDA-805E-0BA470DD3A9F}" dt="2025-10-29T10:50:06.827" v="2" actId="47"/>
        <pc:sldMkLst>
          <pc:docMk/>
          <pc:sldMk cId="3136833058" sldId="317"/>
        </pc:sldMkLst>
      </pc:sldChg>
      <pc:sldChg chg="del">
        <pc:chgData name="Tomáš Bratina" userId="2033f5136aa55253" providerId="LiveId" clId="{8ECA8620-7B00-4EDA-805E-0BA470DD3A9F}" dt="2025-10-29T10:50:07.070" v="3" actId="47"/>
        <pc:sldMkLst>
          <pc:docMk/>
          <pc:sldMk cId="27323418" sldId="318"/>
        </pc:sldMkLst>
      </pc:sldChg>
      <pc:sldChg chg="del">
        <pc:chgData name="Tomáš Bratina" userId="2033f5136aa55253" providerId="LiveId" clId="{8ECA8620-7B00-4EDA-805E-0BA470DD3A9F}" dt="2025-10-29T10:50:07.245" v="4" actId="47"/>
        <pc:sldMkLst>
          <pc:docMk/>
          <pc:sldMk cId="2696237827" sldId="319"/>
        </pc:sldMkLst>
      </pc:sldChg>
      <pc:sldChg chg="del">
        <pc:chgData name="Tomáš Bratina" userId="2033f5136aa55253" providerId="LiveId" clId="{8ECA8620-7B00-4EDA-805E-0BA470DD3A9F}" dt="2025-10-29T10:50:07.440" v="5" actId="47"/>
        <pc:sldMkLst>
          <pc:docMk/>
          <pc:sldMk cId="3208996927" sldId="320"/>
        </pc:sldMkLst>
      </pc:sldChg>
      <pc:sldChg chg="del">
        <pc:chgData name="Tomáš Bratina" userId="2033f5136aa55253" providerId="LiveId" clId="{8ECA8620-7B00-4EDA-805E-0BA470DD3A9F}" dt="2025-10-29T10:50:07.604" v="6" actId="47"/>
        <pc:sldMkLst>
          <pc:docMk/>
          <pc:sldMk cId="252219171" sldId="321"/>
        </pc:sldMkLst>
      </pc:sldChg>
      <pc:sldChg chg="del">
        <pc:chgData name="Tomáš Bratina" userId="2033f5136aa55253" providerId="LiveId" clId="{8ECA8620-7B00-4EDA-805E-0BA470DD3A9F}" dt="2025-10-29T10:50:08.928" v="24" actId="47"/>
        <pc:sldMkLst>
          <pc:docMk/>
          <pc:sldMk cId="2897539513" sldId="322"/>
        </pc:sldMkLst>
      </pc:sldChg>
      <pc:sldChg chg="del">
        <pc:chgData name="Tomáš Bratina" userId="2033f5136aa55253" providerId="LiveId" clId="{8ECA8620-7B00-4EDA-805E-0BA470DD3A9F}" dt="2025-10-29T10:50:08.886" v="23" actId="47"/>
        <pc:sldMkLst>
          <pc:docMk/>
          <pc:sldMk cId="2572412310" sldId="323"/>
        </pc:sldMkLst>
      </pc:sldChg>
      <pc:sldChg chg="del">
        <pc:chgData name="Tomáš Bratina" userId="2033f5136aa55253" providerId="LiveId" clId="{8ECA8620-7B00-4EDA-805E-0BA470DD3A9F}" dt="2025-10-29T10:50:08.854" v="22" actId="47"/>
        <pc:sldMkLst>
          <pc:docMk/>
          <pc:sldMk cId="2671048439" sldId="324"/>
        </pc:sldMkLst>
      </pc:sldChg>
      <pc:sldChg chg="del">
        <pc:chgData name="Tomáš Bratina" userId="2033f5136aa55253" providerId="LiveId" clId="{8ECA8620-7B00-4EDA-805E-0BA470DD3A9F}" dt="2025-10-29T10:50:08.822" v="21" actId="47"/>
        <pc:sldMkLst>
          <pc:docMk/>
          <pc:sldMk cId="1818018101" sldId="325"/>
        </pc:sldMkLst>
      </pc:sldChg>
      <pc:sldChg chg="del">
        <pc:chgData name="Tomáš Bratina" userId="2033f5136aa55253" providerId="LiveId" clId="{8ECA8620-7B00-4EDA-805E-0BA470DD3A9F}" dt="2025-10-29T10:50:08.790" v="20" actId="47"/>
        <pc:sldMkLst>
          <pc:docMk/>
          <pc:sldMk cId="2345862913" sldId="326"/>
        </pc:sldMkLst>
      </pc:sldChg>
      <pc:sldChg chg="del">
        <pc:chgData name="Tomáš Bratina" userId="2033f5136aa55253" providerId="LiveId" clId="{8ECA8620-7B00-4EDA-805E-0BA470DD3A9F}" dt="2025-10-29T10:50:08.759" v="19" actId="47"/>
        <pc:sldMkLst>
          <pc:docMk/>
          <pc:sldMk cId="565767021" sldId="327"/>
        </pc:sldMkLst>
      </pc:sldChg>
      <pc:sldChg chg="del">
        <pc:chgData name="Tomáš Bratina" userId="2033f5136aa55253" providerId="LiveId" clId="{8ECA8620-7B00-4EDA-805E-0BA470DD3A9F}" dt="2025-10-29T10:50:08.729" v="18" actId="47"/>
        <pc:sldMkLst>
          <pc:docMk/>
          <pc:sldMk cId="2612398877" sldId="328"/>
        </pc:sldMkLst>
      </pc:sldChg>
      <pc:sldChg chg="del">
        <pc:chgData name="Tomáš Bratina" userId="2033f5136aa55253" providerId="LiveId" clId="{8ECA8620-7B00-4EDA-805E-0BA470DD3A9F}" dt="2025-10-29T10:50:08.696" v="17" actId="47"/>
        <pc:sldMkLst>
          <pc:docMk/>
          <pc:sldMk cId="2845580606" sldId="329"/>
        </pc:sldMkLst>
      </pc:sldChg>
      <pc:sldChg chg="del">
        <pc:chgData name="Tomáš Bratina" userId="2033f5136aa55253" providerId="LiveId" clId="{8ECA8620-7B00-4EDA-805E-0BA470DD3A9F}" dt="2025-10-29T10:50:08.664" v="16" actId="47"/>
        <pc:sldMkLst>
          <pc:docMk/>
          <pc:sldMk cId="1272052758" sldId="330"/>
        </pc:sldMkLst>
      </pc:sldChg>
      <pc:sldChg chg="del">
        <pc:chgData name="Tomáš Bratina" userId="2033f5136aa55253" providerId="LiveId" clId="{8ECA8620-7B00-4EDA-805E-0BA470DD3A9F}" dt="2025-10-29T10:50:08.632" v="15" actId="47"/>
        <pc:sldMkLst>
          <pc:docMk/>
          <pc:sldMk cId="1828172064" sldId="331"/>
        </pc:sldMkLst>
      </pc:sldChg>
      <pc:sldChg chg="del">
        <pc:chgData name="Tomáš Bratina" userId="2033f5136aa55253" providerId="LiveId" clId="{8ECA8620-7B00-4EDA-805E-0BA470DD3A9F}" dt="2025-10-29T10:50:08.601" v="14" actId="47"/>
        <pc:sldMkLst>
          <pc:docMk/>
          <pc:sldMk cId="1402252120" sldId="332"/>
        </pc:sldMkLst>
      </pc:sldChg>
      <pc:sldChg chg="del">
        <pc:chgData name="Tomáš Bratina" userId="2033f5136aa55253" providerId="LiveId" clId="{8ECA8620-7B00-4EDA-805E-0BA470DD3A9F}" dt="2025-10-29T10:50:08.569" v="13" actId="47"/>
        <pc:sldMkLst>
          <pc:docMk/>
          <pc:sldMk cId="3812138106" sldId="333"/>
        </pc:sldMkLst>
      </pc:sldChg>
      <pc:sldChg chg="del">
        <pc:chgData name="Tomáš Bratina" userId="2033f5136aa55253" providerId="LiveId" clId="{8ECA8620-7B00-4EDA-805E-0BA470DD3A9F}" dt="2025-10-29T10:50:08.537" v="12" actId="47"/>
        <pc:sldMkLst>
          <pc:docMk/>
          <pc:sldMk cId="1869432484" sldId="334"/>
        </pc:sldMkLst>
      </pc:sldChg>
      <pc:sldChg chg="del">
        <pc:chgData name="Tomáš Bratina" userId="2033f5136aa55253" providerId="LiveId" clId="{8ECA8620-7B00-4EDA-805E-0BA470DD3A9F}" dt="2025-10-29T10:50:08.489" v="11" actId="47"/>
        <pc:sldMkLst>
          <pc:docMk/>
          <pc:sldMk cId="740502682" sldId="335"/>
        </pc:sldMkLst>
      </pc:sldChg>
      <pc:sldChg chg="del">
        <pc:chgData name="Tomáš Bratina" userId="2033f5136aa55253" providerId="LiveId" clId="{8ECA8620-7B00-4EDA-805E-0BA470DD3A9F}" dt="2025-10-29T10:50:08.458" v="10" actId="47"/>
        <pc:sldMkLst>
          <pc:docMk/>
          <pc:sldMk cId="1840673163" sldId="336"/>
        </pc:sldMkLst>
      </pc:sldChg>
      <pc:sldChg chg="del">
        <pc:chgData name="Tomáš Bratina" userId="2033f5136aa55253" providerId="LiveId" clId="{8ECA8620-7B00-4EDA-805E-0BA470DD3A9F}" dt="2025-10-29T10:50:08.434" v="9" actId="47"/>
        <pc:sldMkLst>
          <pc:docMk/>
          <pc:sldMk cId="2140016710" sldId="337"/>
        </pc:sldMkLst>
      </pc:sldChg>
      <pc:sldChg chg="del">
        <pc:chgData name="Tomáš Bratina" userId="2033f5136aa55253" providerId="LiveId" clId="{8ECA8620-7B00-4EDA-805E-0BA470DD3A9F}" dt="2025-10-29T10:50:07.949" v="8" actId="47"/>
        <pc:sldMkLst>
          <pc:docMk/>
          <pc:sldMk cId="1779580074" sldId="338"/>
        </pc:sldMkLst>
      </pc:sldChg>
      <pc:sldChg chg="del">
        <pc:chgData name="Tomáš Bratina" userId="2033f5136aa55253" providerId="LiveId" clId="{8ECA8620-7B00-4EDA-805E-0BA470DD3A9F}" dt="2025-10-29T10:50:07.779" v="7" actId="47"/>
        <pc:sldMkLst>
          <pc:docMk/>
          <pc:sldMk cId="2707182013" sldId="339"/>
        </pc:sldMkLst>
      </pc:sldChg>
      <pc:sldChg chg="del">
        <pc:chgData name="Tomáš Bratina" userId="2033f5136aa55253" providerId="LiveId" clId="{8ECA8620-7B00-4EDA-805E-0BA470DD3A9F}" dt="2025-10-29T10:50:08.989" v="26" actId="47"/>
        <pc:sldMkLst>
          <pc:docMk/>
          <pc:sldMk cId="906013680" sldId="340"/>
        </pc:sldMkLst>
      </pc:sldChg>
      <pc:sldChg chg="del">
        <pc:chgData name="Tomáš Bratina" userId="2033f5136aa55253" providerId="LiveId" clId="{8ECA8620-7B00-4EDA-805E-0BA470DD3A9F}" dt="2025-10-29T10:50:09.013" v="27" actId="47"/>
        <pc:sldMkLst>
          <pc:docMk/>
          <pc:sldMk cId="1760423415" sldId="341"/>
        </pc:sldMkLst>
      </pc:sldChg>
      <pc:sldChg chg="del">
        <pc:chgData name="Tomáš Bratina" userId="2033f5136aa55253" providerId="LiveId" clId="{8ECA8620-7B00-4EDA-805E-0BA470DD3A9F}" dt="2025-10-29T10:50:09.057" v="28" actId="47"/>
        <pc:sldMkLst>
          <pc:docMk/>
          <pc:sldMk cId="3409104310" sldId="342"/>
        </pc:sldMkLst>
      </pc:sldChg>
      <pc:sldChg chg="del">
        <pc:chgData name="Tomáš Bratina" userId="2033f5136aa55253" providerId="LiveId" clId="{8ECA8620-7B00-4EDA-805E-0BA470DD3A9F}" dt="2025-10-29T10:50:09.078" v="29" actId="47"/>
        <pc:sldMkLst>
          <pc:docMk/>
          <pc:sldMk cId="1477396948" sldId="343"/>
        </pc:sldMkLst>
      </pc:sldChg>
      <pc:sldChg chg="del">
        <pc:chgData name="Tomáš Bratina" userId="2033f5136aa55253" providerId="LiveId" clId="{8ECA8620-7B00-4EDA-805E-0BA470DD3A9F}" dt="2025-10-29T10:50:09.115" v="30" actId="47"/>
        <pc:sldMkLst>
          <pc:docMk/>
          <pc:sldMk cId="3864184445" sldId="344"/>
        </pc:sldMkLst>
      </pc:sldChg>
      <pc:sldChg chg="del">
        <pc:chgData name="Tomáš Bratina" userId="2033f5136aa55253" providerId="LiveId" clId="{8ECA8620-7B00-4EDA-805E-0BA470DD3A9F}" dt="2025-10-29T10:50:09.150" v="31" actId="47"/>
        <pc:sldMkLst>
          <pc:docMk/>
          <pc:sldMk cId="810974805" sldId="345"/>
        </pc:sldMkLst>
      </pc:sldChg>
      <pc:sldChg chg="del">
        <pc:chgData name="Tomáš Bratina" userId="2033f5136aa55253" providerId="LiveId" clId="{8ECA8620-7B00-4EDA-805E-0BA470DD3A9F}" dt="2025-10-29T10:50:10.192" v="38" actId="47"/>
        <pc:sldMkLst>
          <pc:docMk/>
          <pc:sldMk cId="1520686638" sldId="346"/>
        </pc:sldMkLst>
      </pc:sldChg>
      <pc:sldChg chg="del">
        <pc:chgData name="Tomáš Bratina" userId="2033f5136aa55253" providerId="LiveId" clId="{8ECA8620-7B00-4EDA-805E-0BA470DD3A9F}" dt="2025-10-29T10:50:10.230" v="39" actId="47"/>
        <pc:sldMkLst>
          <pc:docMk/>
          <pc:sldMk cId="2977726619" sldId="347"/>
        </pc:sldMkLst>
      </pc:sldChg>
      <pc:sldChg chg="del">
        <pc:chgData name="Tomáš Bratina" userId="2033f5136aa55253" providerId="LiveId" clId="{8ECA8620-7B00-4EDA-805E-0BA470DD3A9F}" dt="2025-10-29T10:50:10.255" v="40" actId="47"/>
        <pc:sldMkLst>
          <pc:docMk/>
          <pc:sldMk cId="3506716115" sldId="348"/>
        </pc:sldMkLst>
      </pc:sldChg>
      <pc:sldChg chg="del">
        <pc:chgData name="Tomáš Bratina" userId="2033f5136aa55253" providerId="LiveId" clId="{8ECA8620-7B00-4EDA-805E-0BA470DD3A9F}" dt="2025-10-29T10:50:10.288" v="41" actId="47"/>
        <pc:sldMkLst>
          <pc:docMk/>
          <pc:sldMk cId="3585863209" sldId="349"/>
        </pc:sldMkLst>
      </pc:sldChg>
      <pc:sldChg chg="del">
        <pc:chgData name="Tomáš Bratina" userId="2033f5136aa55253" providerId="LiveId" clId="{8ECA8620-7B00-4EDA-805E-0BA470DD3A9F}" dt="2025-10-29T10:50:10.318" v="42" actId="47"/>
        <pc:sldMkLst>
          <pc:docMk/>
          <pc:sldMk cId="4264763596" sldId="350"/>
        </pc:sldMkLst>
      </pc:sldChg>
      <pc:sldChg chg="del">
        <pc:chgData name="Tomáš Bratina" userId="2033f5136aa55253" providerId="LiveId" clId="{8ECA8620-7B00-4EDA-805E-0BA470DD3A9F}" dt="2025-10-29T10:50:10.350" v="43" actId="47"/>
        <pc:sldMkLst>
          <pc:docMk/>
          <pc:sldMk cId="2496507344" sldId="351"/>
        </pc:sldMkLst>
      </pc:sldChg>
      <pc:sldChg chg="del">
        <pc:chgData name="Tomáš Bratina" userId="2033f5136aa55253" providerId="LiveId" clId="{8ECA8620-7B00-4EDA-805E-0BA470DD3A9F}" dt="2025-10-29T10:50:10.782" v="44" actId="47"/>
        <pc:sldMkLst>
          <pc:docMk/>
          <pc:sldMk cId="4238097992" sldId="352"/>
        </pc:sldMkLst>
      </pc:sldChg>
      <pc:sldChg chg="del">
        <pc:chgData name="Tomáš Bratina" userId="2033f5136aa55253" providerId="LiveId" clId="{8ECA8620-7B00-4EDA-805E-0BA470DD3A9F}" dt="2025-10-29T10:50:10.986" v="45" actId="47"/>
        <pc:sldMkLst>
          <pc:docMk/>
          <pc:sldMk cId="3714088063" sldId="353"/>
        </pc:sldMkLst>
      </pc:sldChg>
      <pc:sldChg chg="del">
        <pc:chgData name="Tomáš Bratina" userId="2033f5136aa55253" providerId="LiveId" clId="{8ECA8620-7B00-4EDA-805E-0BA470DD3A9F}" dt="2025-11-05T09:22:48.032" v="342" actId="47"/>
        <pc:sldMkLst>
          <pc:docMk/>
          <pc:sldMk cId="2366321046" sldId="354"/>
        </pc:sldMkLst>
      </pc:sldChg>
      <pc:sldChg chg="add del">
        <pc:chgData name="Tomáš Bratina" userId="2033f5136aa55253" providerId="LiveId" clId="{8ECA8620-7B00-4EDA-805E-0BA470DD3A9F}" dt="2025-11-05T09:22:48.427" v="343" actId="47"/>
        <pc:sldMkLst>
          <pc:docMk/>
          <pc:sldMk cId="2154256060" sldId="355"/>
        </pc:sldMkLst>
      </pc:sldChg>
      <pc:sldChg chg="add del">
        <pc:chgData name="Tomáš Bratina" userId="2033f5136aa55253" providerId="LiveId" clId="{8ECA8620-7B00-4EDA-805E-0BA470DD3A9F}" dt="2025-11-05T09:22:48.685" v="344" actId="47"/>
        <pc:sldMkLst>
          <pc:docMk/>
          <pc:sldMk cId="2385899298" sldId="356"/>
        </pc:sldMkLst>
      </pc:sldChg>
      <pc:sldChg chg="add del">
        <pc:chgData name="Tomáš Bratina" userId="2033f5136aa55253" providerId="LiveId" clId="{8ECA8620-7B00-4EDA-805E-0BA470DD3A9F}" dt="2025-11-05T09:22:48.919" v="345" actId="47"/>
        <pc:sldMkLst>
          <pc:docMk/>
          <pc:sldMk cId="587140701" sldId="357"/>
        </pc:sldMkLst>
      </pc:sldChg>
      <pc:sldChg chg="add del">
        <pc:chgData name="Tomáš Bratina" userId="2033f5136aa55253" providerId="LiveId" clId="{8ECA8620-7B00-4EDA-805E-0BA470DD3A9F}" dt="2025-11-05T09:22:49.092" v="346" actId="47"/>
        <pc:sldMkLst>
          <pc:docMk/>
          <pc:sldMk cId="4020638685" sldId="358"/>
        </pc:sldMkLst>
      </pc:sldChg>
      <pc:sldChg chg="add del">
        <pc:chgData name="Tomáš Bratina" userId="2033f5136aa55253" providerId="LiveId" clId="{8ECA8620-7B00-4EDA-805E-0BA470DD3A9F}" dt="2025-11-05T09:22:49.259" v="347" actId="47"/>
        <pc:sldMkLst>
          <pc:docMk/>
          <pc:sldMk cId="792133148" sldId="359"/>
        </pc:sldMkLst>
      </pc:sldChg>
      <pc:sldChg chg="add del">
        <pc:chgData name="Tomáš Bratina" userId="2033f5136aa55253" providerId="LiveId" clId="{8ECA8620-7B00-4EDA-805E-0BA470DD3A9F}" dt="2025-11-05T09:22:49.430" v="348" actId="47"/>
        <pc:sldMkLst>
          <pc:docMk/>
          <pc:sldMk cId="2789122102" sldId="360"/>
        </pc:sldMkLst>
      </pc:sldChg>
      <pc:sldChg chg="add del">
        <pc:chgData name="Tomáš Bratina" userId="2033f5136aa55253" providerId="LiveId" clId="{8ECA8620-7B00-4EDA-805E-0BA470DD3A9F}" dt="2025-11-05T09:22:49.679" v="349" actId="47"/>
        <pc:sldMkLst>
          <pc:docMk/>
          <pc:sldMk cId="1714356476" sldId="361"/>
        </pc:sldMkLst>
      </pc:sldChg>
      <pc:sldChg chg="add del">
        <pc:chgData name="Tomáš Bratina" userId="2033f5136aa55253" providerId="LiveId" clId="{8ECA8620-7B00-4EDA-805E-0BA470DD3A9F}" dt="2025-11-05T09:22:49.929" v="350" actId="47"/>
        <pc:sldMkLst>
          <pc:docMk/>
          <pc:sldMk cId="342341052" sldId="362"/>
        </pc:sldMkLst>
      </pc:sldChg>
      <pc:sldChg chg="add del">
        <pc:chgData name="Tomáš Bratina" userId="2033f5136aa55253" providerId="LiveId" clId="{8ECA8620-7B00-4EDA-805E-0BA470DD3A9F}" dt="2025-11-05T09:22:50.133" v="351" actId="47"/>
        <pc:sldMkLst>
          <pc:docMk/>
          <pc:sldMk cId="3417843699" sldId="363"/>
        </pc:sldMkLst>
      </pc:sldChg>
      <pc:sldChg chg="add del">
        <pc:chgData name="Tomáš Bratina" userId="2033f5136aa55253" providerId="LiveId" clId="{8ECA8620-7B00-4EDA-805E-0BA470DD3A9F}" dt="2025-11-05T09:22:50.839" v="352" actId="47"/>
        <pc:sldMkLst>
          <pc:docMk/>
          <pc:sldMk cId="2622897794" sldId="364"/>
        </pc:sldMkLst>
      </pc:sldChg>
      <pc:sldChg chg="add del">
        <pc:chgData name="Tomáš Bratina" userId="2033f5136aa55253" providerId="LiveId" clId="{8ECA8620-7B00-4EDA-805E-0BA470DD3A9F}" dt="2025-11-05T09:22:51.491" v="353" actId="47"/>
        <pc:sldMkLst>
          <pc:docMk/>
          <pc:sldMk cId="531840567" sldId="365"/>
        </pc:sldMkLst>
      </pc:sldChg>
      <pc:sldChg chg="add del">
        <pc:chgData name="Tomáš Bratina" userId="2033f5136aa55253" providerId="LiveId" clId="{8ECA8620-7B00-4EDA-805E-0BA470DD3A9F}" dt="2025-11-05T09:22:51.873" v="354" actId="47"/>
        <pc:sldMkLst>
          <pc:docMk/>
          <pc:sldMk cId="3404444061" sldId="366"/>
        </pc:sldMkLst>
      </pc:sldChg>
      <pc:sldChg chg="add del">
        <pc:chgData name="Tomáš Bratina" userId="2033f5136aa55253" providerId="LiveId" clId="{8ECA8620-7B00-4EDA-805E-0BA470DD3A9F}" dt="2025-11-05T09:22:52.161" v="355" actId="47"/>
        <pc:sldMkLst>
          <pc:docMk/>
          <pc:sldMk cId="3436384479" sldId="367"/>
        </pc:sldMkLst>
      </pc:sldChg>
      <pc:sldChg chg="add del">
        <pc:chgData name="Tomáš Bratina" userId="2033f5136aa55253" providerId="LiveId" clId="{8ECA8620-7B00-4EDA-805E-0BA470DD3A9F}" dt="2025-11-05T09:22:52.391" v="356" actId="47"/>
        <pc:sldMkLst>
          <pc:docMk/>
          <pc:sldMk cId="1699256174" sldId="368"/>
        </pc:sldMkLst>
      </pc:sldChg>
      <pc:sldChg chg="add del">
        <pc:chgData name="Tomáš Bratina" userId="2033f5136aa55253" providerId="LiveId" clId="{8ECA8620-7B00-4EDA-805E-0BA470DD3A9F}" dt="2025-11-05T09:22:52.639" v="357" actId="47"/>
        <pc:sldMkLst>
          <pc:docMk/>
          <pc:sldMk cId="1428288772" sldId="369"/>
        </pc:sldMkLst>
      </pc:sldChg>
      <pc:sldChg chg="modSp add del mod">
        <pc:chgData name="Tomáš Bratina" userId="2033f5136aa55253" providerId="LiveId" clId="{8ECA8620-7B00-4EDA-805E-0BA470DD3A9F}" dt="2025-11-05T09:22:52.891" v="358" actId="47"/>
        <pc:sldMkLst>
          <pc:docMk/>
          <pc:sldMk cId="2695725939" sldId="370"/>
        </pc:sldMkLst>
      </pc:sldChg>
      <pc:sldChg chg="modSp add del mod">
        <pc:chgData name="Tomáš Bratina" userId="2033f5136aa55253" providerId="LiveId" clId="{8ECA8620-7B00-4EDA-805E-0BA470DD3A9F}" dt="2025-11-05T09:22:53.230" v="359" actId="47"/>
        <pc:sldMkLst>
          <pc:docMk/>
          <pc:sldMk cId="1650516538" sldId="371"/>
        </pc:sldMkLst>
      </pc:sldChg>
      <pc:sldChg chg="modSp add del mod">
        <pc:chgData name="Tomáš Bratina" userId="2033f5136aa55253" providerId="LiveId" clId="{8ECA8620-7B00-4EDA-805E-0BA470DD3A9F}" dt="2025-11-05T09:22:53.422" v="360" actId="47"/>
        <pc:sldMkLst>
          <pc:docMk/>
          <pc:sldMk cId="3210761766" sldId="372"/>
        </pc:sldMkLst>
      </pc:sldChg>
      <pc:sldChg chg="modSp add del mod">
        <pc:chgData name="Tomáš Bratina" userId="2033f5136aa55253" providerId="LiveId" clId="{8ECA8620-7B00-4EDA-805E-0BA470DD3A9F}" dt="2025-11-05T09:22:53.612" v="361" actId="47"/>
        <pc:sldMkLst>
          <pc:docMk/>
          <pc:sldMk cId="1946642627" sldId="373"/>
        </pc:sldMkLst>
      </pc:sldChg>
      <pc:sldChg chg="modSp add del mod">
        <pc:chgData name="Tomáš Bratina" userId="2033f5136aa55253" providerId="LiveId" clId="{8ECA8620-7B00-4EDA-805E-0BA470DD3A9F}" dt="2025-11-05T09:22:53.797" v="362" actId="47"/>
        <pc:sldMkLst>
          <pc:docMk/>
          <pc:sldMk cId="2142885668" sldId="374"/>
        </pc:sldMkLst>
      </pc:sldChg>
      <pc:sldChg chg="modSp add del mod">
        <pc:chgData name="Tomáš Bratina" userId="2033f5136aa55253" providerId="LiveId" clId="{8ECA8620-7B00-4EDA-805E-0BA470DD3A9F}" dt="2025-10-30T11:11:42.866" v="214" actId="47"/>
        <pc:sldMkLst>
          <pc:docMk/>
          <pc:sldMk cId="2168903086" sldId="375"/>
        </pc:sldMkLst>
      </pc:sldChg>
      <pc:sldChg chg="modSp add del mod">
        <pc:chgData name="Tomáš Bratina" userId="2033f5136aa55253" providerId="LiveId" clId="{8ECA8620-7B00-4EDA-805E-0BA470DD3A9F}" dt="2025-11-05T09:22:54.243" v="363" actId="47"/>
        <pc:sldMkLst>
          <pc:docMk/>
          <pc:sldMk cId="2332078473" sldId="376"/>
        </pc:sldMkLst>
      </pc:sldChg>
      <pc:sldChg chg="add del">
        <pc:chgData name="Tomáš Bratina" userId="2033f5136aa55253" providerId="LiveId" clId="{8ECA8620-7B00-4EDA-805E-0BA470DD3A9F}" dt="2025-11-05T09:22:54.826" v="364" actId="47"/>
        <pc:sldMkLst>
          <pc:docMk/>
          <pc:sldMk cId="2764786614" sldId="377"/>
        </pc:sldMkLst>
      </pc:sldChg>
      <pc:sldChg chg="add del">
        <pc:chgData name="Tomáš Bratina" userId="2033f5136aa55253" providerId="LiveId" clId="{8ECA8620-7B00-4EDA-805E-0BA470DD3A9F}" dt="2025-11-05T09:22:55.224" v="365" actId="47"/>
        <pc:sldMkLst>
          <pc:docMk/>
          <pc:sldMk cId="2122564938" sldId="378"/>
        </pc:sldMkLst>
      </pc:sldChg>
      <pc:sldChg chg="add del">
        <pc:chgData name="Tomáš Bratina" userId="2033f5136aa55253" providerId="LiveId" clId="{8ECA8620-7B00-4EDA-805E-0BA470DD3A9F}" dt="2025-11-05T09:22:55.900" v="366" actId="47"/>
        <pc:sldMkLst>
          <pc:docMk/>
          <pc:sldMk cId="4100198731" sldId="379"/>
        </pc:sldMkLst>
      </pc:sldChg>
      <pc:sldChg chg="modSp add mod">
        <pc:chgData name="Tomáš Bratina" userId="2033f5136aa55253" providerId="LiveId" clId="{8ECA8620-7B00-4EDA-805E-0BA470DD3A9F}" dt="2025-10-29T10:59:25.514" v="157" actId="20577"/>
        <pc:sldMkLst>
          <pc:docMk/>
          <pc:sldMk cId="1879916562" sldId="380"/>
        </pc:sldMkLst>
        <pc:spChg chg="mod">
          <ac:chgData name="Tomáš Bratina" userId="2033f5136aa55253" providerId="LiveId" clId="{8ECA8620-7B00-4EDA-805E-0BA470DD3A9F}" dt="2025-10-29T10:59:25.514" v="157" actId="20577"/>
          <ac:spMkLst>
            <pc:docMk/>
            <pc:sldMk cId="1879916562" sldId="380"/>
            <ac:spMk id="2" creationId="{16B40883-CD98-F5AB-CBA3-B6C4789330E4}"/>
          </ac:spMkLst>
        </pc:spChg>
      </pc:sldChg>
      <pc:sldChg chg="modSp add mod">
        <pc:chgData name="Tomáš Bratina" userId="2033f5136aa55253" providerId="LiveId" clId="{8ECA8620-7B00-4EDA-805E-0BA470DD3A9F}" dt="2025-10-29T11:00:48.958" v="189" actId="20577"/>
        <pc:sldMkLst>
          <pc:docMk/>
          <pc:sldMk cId="1887000958" sldId="381"/>
        </pc:sldMkLst>
        <pc:spChg chg="mod">
          <ac:chgData name="Tomáš Bratina" userId="2033f5136aa55253" providerId="LiveId" clId="{8ECA8620-7B00-4EDA-805E-0BA470DD3A9F}" dt="2025-10-29T11:00:48.958" v="189" actId="20577"/>
          <ac:spMkLst>
            <pc:docMk/>
            <pc:sldMk cId="1887000958" sldId="381"/>
            <ac:spMk id="2" creationId="{4E558101-1183-2C83-7CF0-424F6F6FB647}"/>
          </ac:spMkLst>
        </pc:spChg>
      </pc:sldChg>
      <pc:sldChg chg="modSp add mod">
        <pc:chgData name="Tomáš Bratina" userId="2033f5136aa55253" providerId="LiveId" clId="{8ECA8620-7B00-4EDA-805E-0BA470DD3A9F}" dt="2025-10-29T11:00:50.680" v="190" actId="20577"/>
        <pc:sldMkLst>
          <pc:docMk/>
          <pc:sldMk cId="2239563847" sldId="382"/>
        </pc:sldMkLst>
        <pc:spChg chg="mod">
          <ac:chgData name="Tomáš Bratina" userId="2033f5136aa55253" providerId="LiveId" clId="{8ECA8620-7B00-4EDA-805E-0BA470DD3A9F}" dt="2025-10-29T11:00:50.680" v="190" actId="20577"/>
          <ac:spMkLst>
            <pc:docMk/>
            <pc:sldMk cId="2239563847" sldId="382"/>
            <ac:spMk id="2" creationId="{17B6C35E-EEF3-90C7-EAA4-EB8440520E5A}"/>
          </ac:spMkLst>
        </pc:spChg>
      </pc:sldChg>
      <pc:sldChg chg="modSp add mod">
        <pc:chgData name="Tomáš Bratina" userId="2033f5136aa55253" providerId="LiveId" clId="{8ECA8620-7B00-4EDA-805E-0BA470DD3A9F}" dt="2025-10-29T11:00:52.885" v="191" actId="20577"/>
        <pc:sldMkLst>
          <pc:docMk/>
          <pc:sldMk cId="50640201" sldId="383"/>
        </pc:sldMkLst>
        <pc:spChg chg="mod">
          <ac:chgData name="Tomáš Bratina" userId="2033f5136aa55253" providerId="LiveId" clId="{8ECA8620-7B00-4EDA-805E-0BA470DD3A9F}" dt="2025-10-29T11:00:52.885" v="191" actId="20577"/>
          <ac:spMkLst>
            <pc:docMk/>
            <pc:sldMk cId="50640201" sldId="383"/>
            <ac:spMk id="2" creationId="{4F0A9C9C-99F1-3907-6195-3DF4EB5175AA}"/>
          </ac:spMkLst>
        </pc:spChg>
      </pc:sldChg>
      <pc:sldChg chg="modSp add mod">
        <pc:chgData name="Tomáš Bratina" userId="2033f5136aa55253" providerId="LiveId" clId="{8ECA8620-7B00-4EDA-805E-0BA470DD3A9F}" dt="2025-10-29T11:00:54.254" v="192" actId="20577"/>
        <pc:sldMkLst>
          <pc:docMk/>
          <pc:sldMk cId="3775039247" sldId="384"/>
        </pc:sldMkLst>
        <pc:spChg chg="mod">
          <ac:chgData name="Tomáš Bratina" userId="2033f5136aa55253" providerId="LiveId" clId="{8ECA8620-7B00-4EDA-805E-0BA470DD3A9F}" dt="2025-10-29T11:00:54.254" v="192" actId="20577"/>
          <ac:spMkLst>
            <pc:docMk/>
            <pc:sldMk cId="3775039247" sldId="384"/>
            <ac:spMk id="2" creationId="{CF1437D1-6A84-0D29-B6CC-4D47C838D732}"/>
          </ac:spMkLst>
        </pc:spChg>
      </pc:sldChg>
      <pc:sldChg chg="modSp add mod">
        <pc:chgData name="Tomáš Bratina" userId="2033f5136aa55253" providerId="LiveId" clId="{8ECA8620-7B00-4EDA-805E-0BA470DD3A9F}" dt="2025-10-29T11:00:55.718" v="193" actId="20577"/>
        <pc:sldMkLst>
          <pc:docMk/>
          <pc:sldMk cId="1756296003" sldId="385"/>
        </pc:sldMkLst>
        <pc:spChg chg="mod">
          <ac:chgData name="Tomáš Bratina" userId="2033f5136aa55253" providerId="LiveId" clId="{8ECA8620-7B00-4EDA-805E-0BA470DD3A9F}" dt="2025-10-29T11:00:55.718" v="193" actId="20577"/>
          <ac:spMkLst>
            <pc:docMk/>
            <pc:sldMk cId="1756296003" sldId="385"/>
            <ac:spMk id="2" creationId="{16CAEFAC-F93E-5B3A-D516-2AA7D93BF59E}"/>
          </ac:spMkLst>
        </pc:spChg>
      </pc:sldChg>
      <pc:sldChg chg="modSp add mod">
        <pc:chgData name="Tomáš Bratina" userId="2033f5136aa55253" providerId="LiveId" clId="{8ECA8620-7B00-4EDA-805E-0BA470DD3A9F}" dt="2025-10-29T11:00:58.680" v="194" actId="20577"/>
        <pc:sldMkLst>
          <pc:docMk/>
          <pc:sldMk cId="508760306" sldId="386"/>
        </pc:sldMkLst>
        <pc:spChg chg="mod">
          <ac:chgData name="Tomáš Bratina" userId="2033f5136aa55253" providerId="LiveId" clId="{8ECA8620-7B00-4EDA-805E-0BA470DD3A9F}" dt="2025-10-29T11:00:58.680" v="194" actId="20577"/>
          <ac:spMkLst>
            <pc:docMk/>
            <pc:sldMk cId="508760306" sldId="386"/>
            <ac:spMk id="2" creationId="{3BCD1432-A66B-2AA6-5511-AD738E934A2B}"/>
          </ac:spMkLst>
        </pc:spChg>
      </pc:sldChg>
      <pc:sldChg chg="modSp add mod">
        <pc:chgData name="Tomáš Bratina" userId="2033f5136aa55253" providerId="LiveId" clId="{8ECA8620-7B00-4EDA-805E-0BA470DD3A9F}" dt="2025-10-29T11:01:01" v="195" actId="20577"/>
        <pc:sldMkLst>
          <pc:docMk/>
          <pc:sldMk cId="1376488982" sldId="387"/>
        </pc:sldMkLst>
        <pc:spChg chg="mod">
          <ac:chgData name="Tomáš Bratina" userId="2033f5136aa55253" providerId="LiveId" clId="{8ECA8620-7B00-4EDA-805E-0BA470DD3A9F}" dt="2025-10-29T11:01:01" v="195" actId="20577"/>
          <ac:spMkLst>
            <pc:docMk/>
            <pc:sldMk cId="1376488982" sldId="387"/>
            <ac:spMk id="2" creationId="{FF368FC4-2307-5DC1-E281-3031FDB44C37}"/>
          </ac:spMkLst>
        </pc:spChg>
      </pc:sldChg>
      <pc:sldChg chg="modSp add mod">
        <pc:chgData name="Tomáš Bratina" userId="2033f5136aa55253" providerId="LiveId" clId="{8ECA8620-7B00-4EDA-805E-0BA470DD3A9F}" dt="2025-10-29T11:01:03.186" v="196" actId="20577"/>
        <pc:sldMkLst>
          <pc:docMk/>
          <pc:sldMk cId="4201240228" sldId="388"/>
        </pc:sldMkLst>
        <pc:spChg chg="mod">
          <ac:chgData name="Tomáš Bratina" userId="2033f5136aa55253" providerId="LiveId" clId="{8ECA8620-7B00-4EDA-805E-0BA470DD3A9F}" dt="2025-10-29T11:01:03.186" v="196" actId="20577"/>
          <ac:spMkLst>
            <pc:docMk/>
            <pc:sldMk cId="4201240228" sldId="388"/>
            <ac:spMk id="2" creationId="{C48968C3-47AB-5188-E458-7FDBF60FD76E}"/>
          </ac:spMkLst>
        </pc:spChg>
      </pc:sldChg>
      <pc:sldChg chg="modSp add mod">
        <pc:chgData name="Tomáš Bratina" userId="2033f5136aa55253" providerId="LiveId" clId="{8ECA8620-7B00-4EDA-805E-0BA470DD3A9F}" dt="2025-10-29T11:01:05.362" v="197" actId="20577"/>
        <pc:sldMkLst>
          <pc:docMk/>
          <pc:sldMk cId="508206111" sldId="389"/>
        </pc:sldMkLst>
        <pc:spChg chg="mod">
          <ac:chgData name="Tomáš Bratina" userId="2033f5136aa55253" providerId="LiveId" clId="{8ECA8620-7B00-4EDA-805E-0BA470DD3A9F}" dt="2025-10-29T11:01:05.362" v="197" actId="20577"/>
          <ac:spMkLst>
            <pc:docMk/>
            <pc:sldMk cId="508206111" sldId="389"/>
            <ac:spMk id="2" creationId="{5A1DD8D3-5E38-5A53-CA07-D10AF0DD4BD1}"/>
          </ac:spMkLst>
        </pc:spChg>
      </pc:sldChg>
      <pc:sldChg chg="modSp add mod">
        <pc:chgData name="Tomáš Bratina" userId="2033f5136aa55253" providerId="LiveId" clId="{8ECA8620-7B00-4EDA-805E-0BA470DD3A9F}" dt="2025-10-29T11:01:07.013" v="198" actId="20577"/>
        <pc:sldMkLst>
          <pc:docMk/>
          <pc:sldMk cId="553197378" sldId="390"/>
        </pc:sldMkLst>
        <pc:spChg chg="mod">
          <ac:chgData name="Tomáš Bratina" userId="2033f5136aa55253" providerId="LiveId" clId="{8ECA8620-7B00-4EDA-805E-0BA470DD3A9F}" dt="2025-10-29T11:01:07.013" v="198" actId="20577"/>
          <ac:spMkLst>
            <pc:docMk/>
            <pc:sldMk cId="553197378" sldId="390"/>
            <ac:spMk id="2" creationId="{14C6ED1F-243C-157F-FC02-D07610EF7781}"/>
          </ac:spMkLst>
        </pc:spChg>
      </pc:sldChg>
      <pc:sldChg chg="modSp add mod">
        <pc:chgData name="Tomáš Bratina" userId="2033f5136aa55253" providerId="LiveId" clId="{8ECA8620-7B00-4EDA-805E-0BA470DD3A9F}" dt="2025-10-29T11:01:08.715" v="199" actId="20577"/>
        <pc:sldMkLst>
          <pc:docMk/>
          <pc:sldMk cId="3347557516" sldId="391"/>
        </pc:sldMkLst>
        <pc:spChg chg="mod">
          <ac:chgData name="Tomáš Bratina" userId="2033f5136aa55253" providerId="LiveId" clId="{8ECA8620-7B00-4EDA-805E-0BA470DD3A9F}" dt="2025-10-29T11:01:08.715" v="199" actId="20577"/>
          <ac:spMkLst>
            <pc:docMk/>
            <pc:sldMk cId="3347557516" sldId="391"/>
            <ac:spMk id="2" creationId="{413525EF-4682-4DA1-FD21-B1DD3F2AEB03}"/>
          </ac:spMkLst>
        </pc:spChg>
      </pc:sldChg>
      <pc:sldChg chg="add ord">
        <pc:chgData name="Tomáš Bratina" userId="2033f5136aa55253" providerId="LiveId" clId="{8ECA8620-7B00-4EDA-805E-0BA470DD3A9F}" dt="2025-11-05T09:27:06.577" v="423"/>
        <pc:sldMkLst>
          <pc:docMk/>
          <pc:sldMk cId="361075454" sldId="392"/>
        </pc:sldMkLst>
      </pc:sldChg>
      <pc:sldChg chg="modSp add mod ord">
        <pc:chgData name="Tomáš Bratina" userId="2033f5136aa55253" providerId="LiveId" clId="{8ECA8620-7B00-4EDA-805E-0BA470DD3A9F}" dt="2025-11-05T09:27:11.348" v="425"/>
        <pc:sldMkLst>
          <pc:docMk/>
          <pc:sldMk cId="74729218" sldId="393"/>
        </pc:sldMkLst>
        <pc:spChg chg="mod">
          <ac:chgData name="Tomáš Bratina" userId="2033f5136aa55253" providerId="LiveId" clId="{8ECA8620-7B00-4EDA-805E-0BA470DD3A9F}" dt="2025-10-30T11:26:42.488" v="293" actId="20577"/>
          <ac:spMkLst>
            <pc:docMk/>
            <pc:sldMk cId="74729218" sldId="393"/>
            <ac:spMk id="2" creationId="{4B667215-2756-1BD4-D5CD-B71E7080BD37}"/>
          </ac:spMkLst>
        </pc:spChg>
      </pc:sldChg>
      <pc:sldChg chg="modSp new del mod">
        <pc:chgData name="Tomáš Bratina" userId="2033f5136aa55253" providerId="LiveId" clId="{8ECA8620-7B00-4EDA-805E-0BA470DD3A9F}" dt="2025-11-05T09:22:56.284" v="367" actId="47"/>
        <pc:sldMkLst>
          <pc:docMk/>
          <pc:sldMk cId="1122867899" sldId="394"/>
        </pc:sldMkLst>
      </pc:sldChg>
      <pc:sldChg chg="modSp add">
        <pc:chgData name="Tomáš Bratina" userId="2033f5136aa55253" providerId="LiveId" clId="{8ECA8620-7B00-4EDA-805E-0BA470DD3A9F}" dt="2025-11-05T09:27:29.944" v="426"/>
        <pc:sldMkLst>
          <pc:docMk/>
          <pc:sldMk cId="3598750815" sldId="394"/>
        </pc:sldMkLst>
        <pc:spChg chg="mod">
          <ac:chgData name="Tomáš Bratina" userId="2033f5136aa55253" providerId="LiveId" clId="{8ECA8620-7B00-4EDA-805E-0BA470DD3A9F}" dt="2025-11-05T09:27:29.944" v="426"/>
          <ac:spMkLst>
            <pc:docMk/>
            <pc:sldMk cId="3598750815" sldId="394"/>
            <ac:spMk id="2" creationId="{429D4A0A-7075-3CD6-8F98-832BBE082ED8}"/>
          </ac:spMkLst>
        </pc:spChg>
      </pc:sldChg>
      <pc:sldChg chg="add del">
        <pc:chgData name="Tomáš Bratina" userId="2033f5136aa55253" providerId="LiveId" clId="{8ECA8620-7B00-4EDA-805E-0BA470DD3A9F}" dt="2025-11-05T09:23:04.659" v="368" actId="47"/>
        <pc:sldMkLst>
          <pc:docMk/>
          <pc:sldMk cId="1004798979" sldId="395"/>
        </pc:sldMkLst>
      </pc:sldChg>
      <pc:sldChg chg="modSp add">
        <pc:chgData name="Tomáš Bratina" userId="2033f5136aa55253" providerId="LiveId" clId="{8ECA8620-7B00-4EDA-805E-0BA470DD3A9F}" dt="2025-11-05T09:27:50.648" v="428"/>
        <pc:sldMkLst>
          <pc:docMk/>
          <pc:sldMk cId="4149148637" sldId="395"/>
        </pc:sldMkLst>
        <pc:spChg chg="mod">
          <ac:chgData name="Tomáš Bratina" userId="2033f5136aa55253" providerId="LiveId" clId="{8ECA8620-7B00-4EDA-805E-0BA470DD3A9F}" dt="2025-11-05T09:27:50.648" v="428"/>
          <ac:spMkLst>
            <pc:docMk/>
            <pc:sldMk cId="4149148637" sldId="395"/>
            <ac:spMk id="2" creationId="{F0AF4D4A-BCFE-3B2C-895B-6D888296C0A2}"/>
          </ac:spMkLst>
        </pc:spChg>
      </pc:sldChg>
      <pc:sldChg chg="add del">
        <pc:chgData name="Tomáš Bratina" userId="2033f5136aa55253" providerId="LiveId" clId="{8ECA8620-7B00-4EDA-805E-0BA470DD3A9F}" dt="2025-11-05T09:23:04.864" v="369" actId="47"/>
        <pc:sldMkLst>
          <pc:docMk/>
          <pc:sldMk cId="910644712" sldId="396"/>
        </pc:sldMkLst>
      </pc:sldChg>
      <pc:sldChg chg="modSp add">
        <pc:chgData name="Tomáš Bratina" userId="2033f5136aa55253" providerId="LiveId" clId="{8ECA8620-7B00-4EDA-805E-0BA470DD3A9F}" dt="2025-11-05T09:27:52.712" v="429"/>
        <pc:sldMkLst>
          <pc:docMk/>
          <pc:sldMk cId="2153398892" sldId="396"/>
        </pc:sldMkLst>
        <pc:spChg chg="mod">
          <ac:chgData name="Tomáš Bratina" userId="2033f5136aa55253" providerId="LiveId" clId="{8ECA8620-7B00-4EDA-805E-0BA470DD3A9F}" dt="2025-11-05T09:27:52.712" v="429"/>
          <ac:spMkLst>
            <pc:docMk/>
            <pc:sldMk cId="2153398892" sldId="396"/>
            <ac:spMk id="2" creationId="{F1C4C023-7EBF-3C04-B5B9-6D3B49B71B40}"/>
          </ac:spMkLst>
        </pc:spChg>
      </pc:sldChg>
      <pc:sldChg chg="add del">
        <pc:chgData name="Tomáš Bratina" userId="2033f5136aa55253" providerId="LiveId" clId="{8ECA8620-7B00-4EDA-805E-0BA470DD3A9F}" dt="2025-11-05T09:23:05.021" v="370" actId="47"/>
        <pc:sldMkLst>
          <pc:docMk/>
          <pc:sldMk cId="1365574315" sldId="397"/>
        </pc:sldMkLst>
      </pc:sldChg>
      <pc:sldChg chg="modSp add">
        <pc:chgData name="Tomáš Bratina" userId="2033f5136aa55253" providerId="LiveId" clId="{8ECA8620-7B00-4EDA-805E-0BA470DD3A9F}" dt="2025-11-05T09:27:56.069" v="430"/>
        <pc:sldMkLst>
          <pc:docMk/>
          <pc:sldMk cId="3854718079" sldId="397"/>
        </pc:sldMkLst>
        <pc:spChg chg="mod">
          <ac:chgData name="Tomáš Bratina" userId="2033f5136aa55253" providerId="LiveId" clId="{8ECA8620-7B00-4EDA-805E-0BA470DD3A9F}" dt="2025-11-05T09:27:56.069" v="430"/>
          <ac:spMkLst>
            <pc:docMk/>
            <pc:sldMk cId="3854718079" sldId="397"/>
            <ac:spMk id="2" creationId="{BDEBA003-D283-6C9C-89D3-B2C8306CE23B}"/>
          </ac:spMkLst>
        </pc:spChg>
      </pc:sldChg>
      <pc:sldChg chg="modSp add">
        <pc:chgData name="Tomáš Bratina" userId="2033f5136aa55253" providerId="LiveId" clId="{8ECA8620-7B00-4EDA-805E-0BA470DD3A9F}" dt="2025-11-05T09:27:57.968" v="431"/>
        <pc:sldMkLst>
          <pc:docMk/>
          <pc:sldMk cId="1931231680" sldId="398"/>
        </pc:sldMkLst>
        <pc:spChg chg="mod">
          <ac:chgData name="Tomáš Bratina" userId="2033f5136aa55253" providerId="LiveId" clId="{8ECA8620-7B00-4EDA-805E-0BA470DD3A9F}" dt="2025-11-05T09:27:57.968" v="431"/>
          <ac:spMkLst>
            <pc:docMk/>
            <pc:sldMk cId="1931231680" sldId="398"/>
            <ac:spMk id="2" creationId="{98722972-BA9D-075F-06BB-1B64E1120AC2}"/>
          </ac:spMkLst>
        </pc:spChg>
      </pc:sldChg>
      <pc:sldChg chg="add del">
        <pc:chgData name="Tomáš Bratina" userId="2033f5136aa55253" providerId="LiveId" clId="{8ECA8620-7B00-4EDA-805E-0BA470DD3A9F}" dt="2025-11-05T09:23:05.191" v="371" actId="47"/>
        <pc:sldMkLst>
          <pc:docMk/>
          <pc:sldMk cId="2270828204" sldId="398"/>
        </pc:sldMkLst>
      </pc:sldChg>
      <pc:sldChg chg="modSp add">
        <pc:chgData name="Tomáš Bratina" userId="2033f5136aa55253" providerId="LiveId" clId="{8ECA8620-7B00-4EDA-805E-0BA470DD3A9F}" dt="2025-11-05T09:28:00.090" v="432"/>
        <pc:sldMkLst>
          <pc:docMk/>
          <pc:sldMk cId="1604068890" sldId="399"/>
        </pc:sldMkLst>
        <pc:spChg chg="mod">
          <ac:chgData name="Tomáš Bratina" userId="2033f5136aa55253" providerId="LiveId" clId="{8ECA8620-7B00-4EDA-805E-0BA470DD3A9F}" dt="2025-11-05T09:28:00.090" v="432"/>
          <ac:spMkLst>
            <pc:docMk/>
            <pc:sldMk cId="1604068890" sldId="399"/>
            <ac:spMk id="2" creationId="{E306F6B5-7116-8445-5EA8-3A3BFA9CCEF4}"/>
          </ac:spMkLst>
        </pc:spChg>
      </pc:sldChg>
      <pc:sldChg chg="add del">
        <pc:chgData name="Tomáš Bratina" userId="2033f5136aa55253" providerId="LiveId" clId="{8ECA8620-7B00-4EDA-805E-0BA470DD3A9F}" dt="2025-11-05T09:23:05.339" v="372" actId="47"/>
        <pc:sldMkLst>
          <pc:docMk/>
          <pc:sldMk cId="2267902493" sldId="399"/>
        </pc:sldMkLst>
      </pc:sldChg>
      <pc:sldChg chg="modSp add">
        <pc:chgData name="Tomáš Bratina" userId="2033f5136aa55253" providerId="LiveId" clId="{8ECA8620-7B00-4EDA-805E-0BA470DD3A9F}" dt="2025-11-05T09:28:01.952" v="433"/>
        <pc:sldMkLst>
          <pc:docMk/>
          <pc:sldMk cId="1228663017" sldId="400"/>
        </pc:sldMkLst>
        <pc:spChg chg="mod">
          <ac:chgData name="Tomáš Bratina" userId="2033f5136aa55253" providerId="LiveId" clId="{8ECA8620-7B00-4EDA-805E-0BA470DD3A9F}" dt="2025-11-05T09:28:01.952" v="433"/>
          <ac:spMkLst>
            <pc:docMk/>
            <pc:sldMk cId="1228663017" sldId="400"/>
            <ac:spMk id="2" creationId="{5B5EA07F-10E0-7EA3-C785-89A9638CC8B7}"/>
          </ac:spMkLst>
        </pc:spChg>
      </pc:sldChg>
      <pc:sldChg chg="add del">
        <pc:chgData name="Tomáš Bratina" userId="2033f5136aa55253" providerId="LiveId" clId="{8ECA8620-7B00-4EDA-805E-0BA470DD3A9F}" dt="2025-11-05T09:23:06.152" v="373" actId="47"/>
        <pc:sldMkLst>
          <pc:docMk/>
          <pc:sldMk cId="2625557713" sldId="400"/>
        </pc:sldMkLst>
      </pc:sldChg>
      <pc:sldChg chg="modSp add">
        <pc:chgData name="Tomáš Bratina" userId="2033f5136aa55253" providerId="LiveId" clId="{8ECA8620-7B00-4EDA-805E-0BA470DD3A9F}" dt="2025-11-05T09:28:05.870" v="434"/>
        <pc:sldMkLst>
          <pc:docMk/>
          <pc:sldMk cId="2135516437" sldId="401"/>
        </pc:sldMkLst>
        <pc:spChg chg="mod">
          <ac:chgData name="Tomáš Bratina" userId="2033f5136aa55253" providerId="LiveId" clId="{8ECA8620-7B00-4EDA-805E-0BA470DD3A9F}" dt="2025-11-05T09:28:05.870" v="434"/>
          <ac:spMkLst>
            <pc:docMk/>
            <pc:sldMk cId="2135516437" sldId="401"/>
            <ac:spMk id="2" creationId="{45694E6B-873F-44AE-0389-FAB6E53687ED}"/>
          </ac:spMkLst>
        </pc:spChg>
      </pc:sldChg>
      <pc:sldChg chg="modSp add">
        <pc:chgData name="Tomáš Bratina" userId="2033f5136aa55253" providerId="LiveId" clId="{8ECA8620-7B00-4EDA-805E-0BA470DD3A9F}" dt="2025-11-05T09:28:08.080" v="435"/>
        <pc:sldMkLst>
          <pc:docMk/>
          <pc:sldMk cId="3373335514" sldId="402"/>
        </pc:sldMkLst>
        <pc:spChg chg="mod">
          <ac:chgData name="Tomáš Bratina" userId="2033f5136aa55253" providerId="LiveId" clId="{8ECA8620-7B00-4EDA-805E-0BA470DD3A9F}" dt="2025-11-05T09:28:08.080" v="435"/>
          <ac:spMkLst>
            <pc:docMk/>
            <pc:sldMk cId="3373335514" sldId="402"/>
            <ac:spMk id="2" creationId="{E1C03189-6DB7-67B6-F1E1-89BD53E872BB}"/>
          </ac:spMkLst>
        </pc:spChg>
      </pc:sldChg>
      <pc:sldChg chg="modSp add">
        <pc:chgData name="Tomáš Bratina" userId="2033f5136aa55253" providerId="LiveId" clId="{8ECA8620-7B00-4EDA-805E-0BA470DD3A9F}" dt="2025-11-05T09:28:11.426" v="437"/>
        <pc:sldMkLst>
          <pc:docMk/>
          <pc:sldMk cId="1107076924" sldId="403"/>
        </pc:sldMkLst>
        <pc:spChg chg="mod">
          <ac:chgData name="Tomáš Bratina" userId="2033f5136aa55253" providerId="LiveId" clId="{8ECA8620-7B00-4EDA-805E-0BA470DD3A9F}" dt="2025-11-05T09:28:11.426" v="437"/>
          <ac:spMkLst>
            <pc:docMk/>
            <pc:sldMk cId="1107076924" sldId="403"/>
            <ac:spMk id="2" creationId="{5DEE1913-BA30-EA07-FEA4-BC8FB7569D48}"/>
          </ac:spMkLst>
        </pc:spChg>
      </pc:sldChg>
      <pc:sldChg chg="modSp add">
        <pc:chgData name="Tomáš Bratina" userId="2033f5136aa55253" providerId="LiveId" clId="{8ECA8620-7B00-4EDA-805E-0BA470DD3A9F}" dt="2025-11-05T09:28:13.892" v="438"/>
        <pc:sldMkLst>
          <pc:docMk/>
          <pc:sldMk cId="2528169086" sldId="404"/>
        </pc:sldMkLst>
        <pc:spChg chg="mod">
          <ac:chgData name="Tomáš Bratina" userId="2033f5136aa55253" providerId="LiveId" clId="{8ECA8620-7B00-4EDA-805E-0BA470DD3A9F}" dt="2025-11-05T09:28:13.892" v="438"/>
          <ac:spMkLst>
            <pc:docMk/>
            <pc:sldMk cId="2528169086" sldId="404"/>
            <ac:spMk id="2" creationId="{51D2BEB1-B460-643C-3E77-DB306AB7F977}"/>
          </ac:spMkLst>
        </pc:spChg>
      </pc:sldChg>
      <pc:sldChg chg="modSp add">
        <pc:chgData name="Tomáš Bratina" userId="2033f5136aa55253" providerId="LiveId" clId="{8ECA8620-7B00-4EDA-805E-0BA470DD3A9F}" dt="2025-11-05T09:28:15.824" v="439"/>
        <pc:sldMkLst>
          <pc:docMk/>
          <pc:sldMk cId="1762033064" sldId="405"/>
        </pc:sldMkLst>
        <pc:spChg chg="mod">
          <ac:chgData name="Tomáš Bratina" userId="2033f5136aa55253" providerId="LiveId" clId="{8ECA8620-7B00-4EDA-805E-0BA470DD3A9F}" dt="2025-11-05T09:28:15.824" v="439"/>
          <ac:spMkLst>
            <pc:docMk/>
            <pc:sldMk cId="1762033064" sldId="405"/>
            <ac:spMk id="2" creationId="{C4FE65DD-9A21-6557-939A-24EC33D6FA2A}"/>
          </ac:spMkLst>
        </pc:spChg>
      </pc:sldChg>
      <pc:sldChg chg="modSp add del">
        <pc:chgData name="Tomáš Bratina" userId="2033f5136aa55253" providerId="LiveId" clId="{8ECA8620-7B00-4EDA-805E-0BA470DD3A9F}" dt="2025-11-06T14:47:49.056" v="576" actId="47"/>
        <pc:sldMkLst>
          <pc:docMk/>
          <pc:sldMk cId="801779217" sldId="406"/>
        </pc:sldMkLst>
        <pc:spChg chg="mod">
          <ac:chgData name="Tomáš Bratina" userId="2033f5136aa55253" providerId="LiveId" clId="{8ECA8620-7B00-4EDA-805E-0BA470DD3A9F}" dt="2025-11-05T09:28:20.100" v="440"/>
          <ac:spMkLst>
            <pc:docMk/>
            <pc:sldMk cId="801779217" sldId="406"/>
            <ac:spMk id="2" creationId="{AE001AAB-3F04-B4AC-FCE4-F1C1A915E639}"/>
          </ac:spMkLst>
        </pc:spChg>
      </pc:sldChg>
      <pc:sldChg chg="modSp add del">
        <pc:chgData name="Tomáš Bratina" userId="2033f5136aa55253" providerId="LiveId" clId="{8ECA8620-7B00-4EDA-805E-0BA470DD3A9F}" dt="2025-11-06T14:47:49.554" v="577" actId="47"/>
        <pc:sldMkLst>
          <pc:docMk/>
          <pc:sldMk cId="4193285136" sldId="407"/>
        </pc:sldMkLst>
        <pc:spChg chg="mod">
          <ac:chgData name="Tomáš Bratina" userId="2033f5136aa55253" providerId="LiveId" clId="{8ECA8620-7B00-4EDA-805E-0BA470DD3A9F}" dt="2025-11-05T09:28:21.909" v="441"/>
          <ac:spMkLst>
            <pc:docMk/>
            <pc:sldMk cId="4193285136" sldId="407"/>
            <ac:spMk id="2" creationId="{31778942-A832-0225-0558-E8F9216FA462}"/>
          </ac:spMkLst>
        </pc:spChg>
      </pc:sldChg>
      <pc:sldChg chg="modSp add del">
        <pc:chgData name="Tomáš Bratina" userId="2033f5136aa55253" providerId="LiveId" clId="{8ECA8620-7B00-4EDA-805E-0BA470DD3A9F}" dt="2025-11-06T14:47:49.577" v="578" actId="47"/>
        <pc:sldMkLst>
          <pc:docMk/>
          <pc:sldMk cId="2603255662" sldId="408"/>
        </pc:sldMkLst>
        <pc:spChg chg="mod">
          <ac:chgData name="Tomáš Bratina" userId="2033f5136aa55253" providerId="LiveId" clId="{8ECA8620-7B00-4EDA-805E-0BA470DD3A9F}" dt="2025-11-05T09:28:23.805" v="442"/>
          <ac:spMkLst>
            <pc:docMk/>
            <pc:sldMk cId="2603255662" sldId="408"/>
            <ac:spMk id="2" creationId="{0CB2E559-BC29-373C-8DFD-B3B9EA970B8B}"/>
          </ac:spMkLst>
        </pc:spChg>
      </pc:sldChg>
      <pc:sldChg chg="modSp add del">
        <pc:chgData name="Tomáš Bratina" userId="2033f5136aa55253" providerId="LiveId" clId="{8ECA8620-7B00-4EDA-805E-0BA470DD3A9F}" dt="2025-11-06T14:47:49.606" v="579" actId="47"/>
        <pc:sldMkLst>
          <pc:docMk/>
          <pc:sldMk cId="220657280" sldId="409"/>
        </pc:sldMkLst>
        <pc:spChg chg="mod">
          <ac:chgData name="Tomáš Bratina" userId="2033f5136aa55253" providerId="LiveId" clId="{8ECA8620-7B00-4EDA-805E-0BA470DD3A9F}" dt="2025-11-05T09:28:26.257" v="443"/>
          <ac:spMkLst>
            <pc:docMk/>
            <pc:sldMk cId="220657280" sldId="409"/>
            <ac:spMk id="2" creationId="{B4807F2E-C390-458E-08C5-0030DCF69992}"/>
          </ac:spMkLst>
        </pc:spChg>
      </pc:sldChg>
      <pc:sldChg chg="modSp add del">
        <pc:chgData name="Tomáš Bratina" userId="2033f5136aa55253" providerId="LiveId" clId="{8ECA8620-7B00-4EDA-805E-0BA470DD3A9F}" dt="2025-11-06T14:47:49.652" v="580" actId="47"/>
        <pc:sldMkLst>
          <pc:docMk/>
          <pc:sldMk cId="4132427894" sldId="410"/>
        </pc:sldMkLst>
        <pc:spChg chg="mod">
          <ac:chgData name="Tomáš Bratina" userId="2033f5136aa55253" providerId="LiveId" clId="{8ECA8620-7B00-4EDA-805E-0BA470DD3A9F}" dt="2025-11-05T09:28:27.957" v="444"/>
          <ac:spMkLst>
            <pc:docMk/>
            <pc:sldMk cId="4132427894" sldId="410"/>
            <ac:spMk id="2" creationId="{F0BB0AF7-C1C9-65F3-6B93-096FB7DD8858}"/>
          </ac:spMkLst>
        </pc:spChg>
      </pc:sldChg>
      <pc:sldChg chg="modSp add del">
        <pc:chgData name="Tomáš Bratina" userId="2033f5136aa55253" providerId="LiveId" clId="{8ECA8620-7B00-4EDA-805E-0BA470DD3A9F}" dt="2025-11-06T14:47:49.688" v="581" actId="47"/>
        <pc:sldMkLst>
          <pc:docMk/>
          <pc:sldMk cId="1633710659" sldId="411"/>
        </pc:sldMkLst>
        <pc:spChg chg="mod">
          <ac:chgData name="Tomáš Bratina" userId="2033f5136aa55253" providerId="LiveId" clId="{8ECA8620-7B00-4EDA-805E-0BA470DD3A9F}" dt="2025-11-05T09:28:30.294" v="445"/>
          <ac:spMkLst>
            <pc:docMk/>
            <pc:sldMk cId="1633710659" sldId="411"/>
            <ac:spMk id="2" creationId="{29879482-2E8B-3EB4-7C38-DB0752BA68CD}"/>
          </ac:spMkLst>
        </pc:spChg>
      </pc:sldChg>
      <pc:sldChg chg="modSp add del">
        <pc:chgData name="Tomáš Bratina" userId="2033f5136aa55253" providerId="LiveId" clId="{8ECA8620-7B00-4EDA-805E-0BA470DD3A9F}" dt="2025-11-06T14:47:49.924" v="582" actId="47"/>
        <pc:sldMkLst>
          <pc:docMk/>
          <pc:sldMk cId="790049398" sldId="412"/>
        </pc:sldMkLst>
        <pc:spChg chg="mod">
          <ac:chgData name="Tomáš Bratina" userId="2033f5136aa55253" providerId="LiveId" clId="{8ECA8620-7B00-4EDA-805E-0BA470DD3A9F}" dt="2025-11-05T09:28:31.837" v="446"/>
          <ac:spMkLst>
            <pc:docMk/>
            <pc:sldMk cId="790049398" sldId="412"/>
            <ac:spMk id="2" creationId="{A67BC9A3-9E06-24F6-3F55-962773F0D8EA}"/>
          </ac:spMkLst>
        </pc:spChg>
      </pc:sldChg>
      <pc:sldChg chg="modSp add del">
        <pc:chgData name="Tomáš Bratina" userId="2033f5136aa55253" providerId="LiveId" clId="{8ECA8620-7B00-4EDA-805E-0BA470DD3A9F}" dt="2025-11-06T14:47:50.101" v="583" actId="47"/>
        <pc:sldMkLst>
          <pc:docMk/>
          <pc:sldMk cId="815632171" sldId="413"/>
        </pc:sldMkLst>
        <pc:spChg chg="mod">
          <ac:chgData name="Tomáš Bratina" userId="2033f5136aa55253" providerId="LiveId" clId="{8ECA8620-7B00-4EDA-805E-0BA470DD3A9F}" dt="2025-11-05T09:28:33.414" v="447"/>
          <ac:spMkLst>
            <pc:docMk/>
            <pc:sldMk cId="815632171" sldId="413"/>
            <ac:spMk id="2" creationId="{3DB01811-EA6C-8FE3-2015-87FDCB211131}"/>
          </ac:spMkLst>
        </pc:spChg>
      </pc:sldChg>
      <pc:sldChg chg="modSp add del">
        <pc:chgData name="Tomáš Bratina" userId="2033f5136aa55253" providerId="LiveId" clId="{8ECA8620-7B00-4EDA-805E-0BA470DD3A9F}" dt="2025-11-06T14:47:50.225" v="584" actId="47"/>
        <pc:sldMkLst>
          <pc:docMk/>
          <pc:sldMk cId="3011023957" sldId="414"/>
        </pc:sldMkLst>
        <pc:spChg chg="mod">
          <ac:chgData name="Tomáš Bratina" userId="2033f5136aa55253" providerId="LiveId" clId="{8ECA8620-7B00-4EDA-805E-0BA470DD3A9F}" dt="2025-11-05T09:28:35.344" v="448"/>
          <ac:spMkLst>
            <pc:docMk/>
            <pc:sldMk cId="3011023957" sldId="414"/>
            <ac:spMk id="2" creationId="{C01ADF7B-9833-3733-EB1B-1B8FADABAC61}"/>
          </ac:spMkLst>
        </pc:spChg>
      </pc:sldChg>
      <pc:sldChg chg="modSp add del">
        <pc:chgData name="Tomáš Bratina" userId="2033f5136aa55253" providerId="LiveId" clId="{8ECA8620-7B00-4EDA-805E-0BA470DD3A9F}" dt="2025-11-06T14:47:50.351" v="585" actId="47"/>
        <pc:sldMkLst>
          <pc:docMk/>
          <pc:sldMk cId="4203410530" sldId="415"/>
        </pc:sldMkLst>
        <pc:spChg chg="mod">
          <ac:chgData name="Tomáš Bratina" userId="2033f5136aa55253" providerId="LiveId" clId="{8ECA8620-7B00-4EDA-805E-0BA470DD3A9F}" dt="2025-11-05T09:28:37.670" v="449"/>
          <ac:spMkLst>
            <pc:docMk/>
            <pc:sldMk cId="4203410530" sldId="415"/>
            <ac:spMk id="2" creationId="{D9FA2BCB-A9FD-87E9-DFA2-2010D2F8452E}"/>
          </ac:spMkLst>
        </pc:spChg>
      </pc:sldChg>
      <pc:sldChg chg="modSp add del">
        <pc:chgData name="Tomáš Bratina" userId="2033f5136aa55253" providerId="LiveId" clId="{8ECA8620-7B00-4EDA-805E-0BA470DD3A9F}" dt="2025-11-06T14:47:50.498" v="586" actId="47"/>
        <pc:sldMkLst>
          <pc:docMk/>
          <pc:sldMk cId="3434314591" sldId="416"/>
        </pc:sldMkLst>
        <pc:spChg chg="mod">
          <ac:chgData name="Tomáš Bratina" userId="2033f5136aa55253" providerId="LiveId" clId="{8ECA8620-7B00-4EDA-805E-0BA470DD3A9F}" dt="2025-11-05T09:28:39.850" v="450"/>
          <ac:spMkLst>
            <pc:docMk/>
            <pc:sldMk cId="3434314591" sldId="416"/>
            <ac:spMk id="2" creationId="{3EC48301-CD4E-8368-6511-CA0464FEA4C8}"/>
          </ac:spMkLst>
        </pc:spChg>
      </pc:sldChg>
      <pc:sldChg chg="modSp add del">
        <pc:chgData name="Tomáš Bratina" userId="2033f5136aa55253" providerId="LiveId" clId="{8ECA8620-7B00-4EDA-805E-0BA470DD3A9F}" dt="2025-11-06T14:47:50.643" v="587" actId="47"/>
        <pc:sldMkLst>
          <pc:docMk/>
          <pc:sldMk cId="1117102639" sldId="417"/>
        </pc:sldMkLst>
        <pc:spChg chg="mod">
          <ac:chgData name="Tomáš Bratina" userId="2033f5136aa55253" providerId="LiveId" clId="{8ECA8620-7B00-4EDA-805E-0BA470DD3A9F}" dt="2025-11-05T09:28:41.547" v="451"/>
          <ac:spMkLst>
            <pc:docMk/>
            <pc:sldMk cId="1117102639" sldId="417"/>
            <ac:spMk id="2" creationId="{F6609F82-158F-BADF-4290-BFE1012E42B1}"/>
          </ac:spMkLst>
        </pc:spChg>
      </pc:sldChg>
      <pc:sldChg chg="modSp mod">
        <pc:chgData name="Tomáš Bratina" userId="2033f5136aa55253" providerId="LiveId" clId="{8ECA8620-7B00-4EDA-805E-0BA470DD3A9F}" dt="2025-11-06T11:38:07.325" v="452" actId="790"/>
        <pc:sldMkLst>
          <pc:docMk/>
          <pc:sldMk cId="2227187310" sldId="418"/>
        </pc:sldMkLst>
        <pc:spChg chg="mod">
          <ac:chgData name="Tomáš Bratina" userId="2033f5136aa55253" providerId="LiveId" clId="{8ECA8620-7B00-4EDA-805E-0BA470DD3A9F}" dt="2025-11-06T11:38:07.325" v="452" actId="790"/>
          <ac:spMkLst>
            <pc:docMk/>
            <pc:sldMk cId="2227187310" sldId="418"/>
            <ac:spMk id="3" creationId="{B09F8564-49BE-EF02-8845-2893E1AB76B9}"/>
          </ac:spMkLst>
        </pc:spChg>
      </pc:sldChg>
      <pc:sldChg chg="modSp mod">
        <pc:chgData name="Tomáš Bratina" userId="2033f5136aa55253" providerId="LiveId" clId="{8ECA8620-7B00-4EDA-805E-0BA470DD3A9F}" dt="2025-11-06T11:40:00.043" v="482" actId="20577"/>
        <pc:sldMkLst>
          <pc:docMk/>
          <pc:sldMk cId="3214898820" sldId="419"/>
        </pc:sldMkLst>
        <pc:spChg chg="mod">
          <ac:chgData name="Tomáš Bratina" userId="2033f5136aa55253" providerId="LiveId" clId="{8ECA8620-7B00-4EDA-805E-0BA470DD3A9F}" dt="2025-11-06T11:40:00.043" v="482" actId="20577"/>
          <ac:spMkLst>
            <pc:docMk/>
            <pc:sldMk cId="3214898820" sldId="419"/>
            <ac:spMk id="3" creationId="{9413FF78-5806-9F75-5D25-932F8BEAD1DF}"/>
          </ac:spMkLst>
        </pc:spChg>
      </pc:sldChg>
      <pc:sldChg chg="del">
        <pc:chgData name="Tomáš Bratina" userId="2033f5136aa55253" providerId="LiveId" clId="{8ECA8620-7B00-4EDA-805E-0BA470DD3A9F}" dt="2025-11-06T14:47:51.411" v="588" actId="47"/>
        <pc:sldMkLst>
          <pc:docMk/>
          <pc:sldMk cId="1274091983" sldId="421"/>
        </pc:sldMkLst>
      </pc:sldChg>
      <pc:sldChg chg="del">
        <pc:chgData name="Tomáš Bratina" userId="2033f5136aa55253" providerId="LiveId" clId="{8ECA8620-7B00-4EDA-805E-0BA470DD3A9F}" dt="2025-11-06T14:47:51.940" v="589" actId="47"/>
        <pc:sldMkLst>
          <pc:docMk/>
          <pc:sldMk cId="2983748113" sldId="422"/>
        </pc:sldMkLst>
      </pc:sldChg>
      <pc:sldChg chg="del">
        <pc:chgData name="Tomáš Bratina" userId="2033f5136aa55253" providerId="LiveId" clId="{8ECA8620-7B00-4EDA-805E-0BA470DD3A9F}" dt="2025-11-06T14:47:52.267" v="590" actId="47"/>
        <pc:sldMkLst>
          <pc:docMk/>
          <pc:sldMk cId="3736502595" sldId="423"/>
        </pc:sldMkLst>
      </pc:sldChg>
      <pc:sldChg chg="addSp delSp modSp new mod">
        <pc:chgData name="Tomáš Bratina" userId="2033f5136aa55253" providerId="LiveId" clId="{8ECA8620-7B00-4EDA-805E-0BA470DD3A9F}" dt="2025-11-06T11:53:27.091" v="532" actId="790"/>
        <pc:sldMkLst>
          <pc:docMk/>
          <pc:sldMk cId="3815231365" sldId="424"/>
        </pc:sldMkLst>
        <pc:spChg chg="mod">
          <ac:chgData name="Tomáš Bratina" userId="2033f5136aa55253" providerId="LiveId" clId="{8ECA8620-7B00-4EDA-805E-0BA470DD3A9F}" dt="2025-11-06T11:53:13.353" v="530" actId="27636"/>
          <ac:spMkLst>
            <pc:docMk/>
            <pc:sldMk cId="3815231365" sldId="424"/>
            <ac:spMk id="2" creationId="{1C2DA61B-96B3-CA5C-6724-7B095EA1D417}"/>
          </ac:spMkLst>
        </pc:spChg>
        <pc:spChg chg="del mod">
          <ac:chgData name="Tomáš Bratina" userId="2033f5136aa55253" providerId="LiveId" clId="{8ECA8620-7B00-4EDA-805E-0BA470DD3A9F}" dt="2025-11-06T11:50:19.076" v="487"/>
          <ac:spMkLst>
            <pc:docMk/>
            <pc:sldMk cId="3815231365" sldId="424"/>
            <ac:spMk id="3" creationId="{83749795-DDB7-93E2-5208-ABF279391567}"/>
          </ac:spMkLst>
        </pc:spChg>
        <pc:graphicFrameChg chg="add mod modGraphic">
          <ac:chgData name="Tomáš Bratina" userId="2033f5136aa55253" providerId="LiveId" clId="{8ECA8620-7B00-4EDA-805E-0BA470DD3A9F}" dt="2025-11-06T11:53:27.091" v="532" actId="790"/>
          <ac:graphicFrameMkLst>
            <pc:docMk/>
            <pc:sldMk cId="3815231365" sldId="424"/>
            <ac:graphicFrameMk id="4" creationId="{3F3B3789-E1E5-F001-221C-B3DD57A2AE4B}"/>
          </ac:graphicFrameMkLst>
        </pc:graphicFrameChg>
      </pc:sldChg>
      <pc:sldChg chg="modSp new mod">
        <pc:chgData name="Tomáš Bratina" userId="2033f5136aa55253" providerId="LiveId" clId="{8ECA8620-7B00-4EDA-805E-0BA470DD3A9F}" dt="2025-11-06T11:54:10.938" v="575" actId="20577"/>
        <pc:sldMkLst>
          <pc:docMk/>
          <pc:sldMk cId="1327314536" sldId="425"/>
        </pc:sldMkLst>
        <pc:spChg chg="mod">
          <ac:chgData name="Tomáš Bratina" userId="2033f5136aa55253" providerId="LiveId" clId="{8ECA8620-7B00-4EDA-805E-0BA470DD3A9F}" dt="2025-11-06T11:53:43.987" v="534"/>
          <ac:spMkLst>
            <pc:docMk/>
            <pc:sldMk cId="1327314536" sldId="425"/>
            <ac:spMk id="2" creationId="{738707DA-36FC-03BA-65C5-595290CFB1F0}"/>
          </ac:spMkLst>
        </pc:spChg>
        <pc:spChg chg="mod">
          <ac:chgData name="Tomáš Bratina" userId="2033f5136aa55253" providerId="LiveId" clId="{8ECA8620-7B00-4EDA-805E-0BA470DD3A9F}" dt="2025-11-06T11:54:10.938" v="575" actId="20577"/>
          <ac:spMkLst>
            <pc:docMk/>
            <pc:sldMk cId="1327314536" sldId="425"/>
            <ac:spMk id="3" creationId="{3FE3A1F2-4694-C8BC-66EB-941CE8D336B7}"/>
          </ac:spMkLst>
        </pc:spChg>
      </pc:sldChg>
      <pc:sldMasterChg chg="del delSldLayout">
        <pc:chgData name="Tomáš Bratina" userId="2033f5136aa55253" providerId="LiveId" clId="{8ECA8620-7B00-4EDA-805E-0BA470DD3A9F}" dt="2025-11-05T09:22:48.032" v="342" actId="47"/>
        <pc:sldMasterMkLst>
          <pc:docMk/>
          <pc:sldMasterMk cId="0" sldId="2147483657"/>
        </pc:sldMasterMkLst>
        <pc:sldLayoutChg chg="del">
          <pc:chgData name="Tomáš Bratina" userId="2033f5136aa55253" providerId="LiveId" clId="{8ECA8620-7B00-4EDA-805E-0BA470DD3A9F}" dt="2025-11-05T09:22:48.032" v="342" actId="47"/>
          <pc:sldLayoutMkLst>
            <pc:docMk/>
            <pc:sldMasterMk cId="0" sldId="2147483657"/>
            <pc:sldLayoutMk cId="1691229579" sldId="214748368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69AB42-A97A-AE56-7046-438B4691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6CE42F6-BE4E-95AA-67D3-849AFE336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1AA7B95-26DD-8521-88CF-FC7A66C8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8071BC4-B91A-C462-3BC0-4A6D41D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B028D47-9A19-E6C5-F737-866714BD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615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FA7B95-9334-8C91-2FF9-4C91A7F2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B64F65-6C70-291F-C9C7-73E14C05E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850E4FE-8CB3-7B81-59B8-EF1EA62E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4557224-2800-8F40-34BA-56AFF920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6C6EBBB-1201-E54D-8874-D80EE187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0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D206E-9A25-D9B8-FE32-79E9B201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C9E1F81-E5C9-6BFB-D678-7A9244A5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EBC9FDE-F61A-51B0-42F9-6A762AB9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A2723BB-336D-E655-66C7-DB73E68F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67DD359-1D5D-6DF5-CDA5-50C1D974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783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07150D-C85D-23F3-F47D-DBF3947F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9679DB-4335-E64E-0DA6-86E4E9C96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D5941BF-5FE1-F6C0-D1F2-BC8BDE68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6181C42-8C2B-DB6A-0ADF-1B39AD14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A55AB38-9282-08E2-9828-E22D5A3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00851EE-6A8F-6CB2-9C49-85FF31A3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074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0F4A54-1680-AA53-AFAE-E9A11627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8249892-BBD2-3660-0941-DBE4F9E1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367A03D-368D-0699-613F-D13FDEA5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638F483-68F4-102D-9704-8AB92132C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B7CE5965-235E-2C2D-F841-6FA8C904F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9EA9D70-19E4-641D-FAEE-FA5AA12E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035EC7E-2D07-7113-0CE6-3238642E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04C95B9E-CCF6-8CAF-FA94-82B7E77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0806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10A354-5456-D3A8-A128-9CE76B68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C31C3E7-3D74-E2B4-9D0A-3A61258B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5D8F3FAA-2264-8E8E-7EE2-E9622BC0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BF07EE9-4D42-BC8D-8E42-BCA20840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934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F1AFCE9-70A4-3AFF-E844-C5F1C484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3EA134A4-3E53-2F99-CD13-40E38098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66159A7-E4CF-8608-758F-FB36CEC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7793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CCA1F3-0E60-7565-4F11-E3B42C32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51DB66-42A9-BCB8-AC71-777BEF1D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60F8A8-4E17-3F9E-02A3-C681F5545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913CE90-0173-9DF0-A53A-0300D894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ADD0A9F-C9A5-8C2C-BF7A-68E3C3E9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24C779C-F5D3-9017-E4DB-68B4804A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0028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5B79E3-5B20-937A-8A76-52373638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B7F9AB5-B6BA-86BA-049C-B6CC47272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9F03231-8BD6-702C-97CA-F3A3E1F9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7882D36-FA31-BE06-8E9E-06FA233F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2E9A64D-65B6-2355-B9FE-B3F7F962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7A53982-A593-8EDB-7D5A-4BFE9D2E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206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D68511-E103-7F5D-84DC-D9C2C249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A40FE9E-DB4F-EDB8-8D8E-30EA9126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C75F494-931C-F700-0A33-8AF7B3E3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A0695C3-F90A-FB50-DE2D-5F43E15C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FA64BA4-72DB-1E55-7B13-FBF5177F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741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7F5C968B-D896-721B-93D7-096726689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52B661C-E326-2FFE-AAAD-47DDBD60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F082DD8-C4FB-989A-1E87-6EDDFB78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C52BE3A-589D-6D3A-5238-374EE522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CE67F27-19A8-EAEE-A865-3155357E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687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71C2CCB8-7FD0-0422-24CA-D22FBCFD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0EE2B0-7E16-795E-92B7-AB759F3E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A031FA6-E2AB-B510-2129-1F84843DC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DF57B-A9B6-4963-9A22-6407BD0E57A5}" type="datetimeFigureOut">
              <a:rPr lang="sk-SK" smtClean="0"/>
              <a:t>6. 11. 2025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F23698-C11E-0DC2-E675-177C82E10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C957248-CECB-30FB-F0B9-B391B4A59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6713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85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tnu.edu/now" TargetMode="External"/><Relationship Id="rId2" Type="http://schemas.openxmlformats.org/officeDocument/2006/relationships/hyperlink" Target="https://is.muni.cz/predmet/phil/jaro2026/NO_002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martinus.cz/877213-short-stories-in-norwegian-for-beginners/711253?utm_source=google&amp;utm_medium=cpc&amp;utm_campaign=CZ-Martinus-PLA-tROAS-%CE%B4&amp;utm_content=&amp;utm_term=&amp;utm_id=17439144852&amp;gad_source=1&amp;gad_campaignid=17439144852&amp;gclid=Cj0KCQiAiKzIBhCOARIsAKpKLAPuaJ9dKlqhwmFxHmcKRxo7z7XMoBH4oiX0JDl8wk7LTcrOqQSKriAaAoEOEALw_wcB" TargetMode="External"/><Relationship Id="rId4" Type="http://schemas.openxmlformats.org/officeDocument/2006/relationships/hyperlink" Target="https://www.skandinavskydum.cz/norska-citank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n.nb.no/URN:NBN:no-nb_digibok_2011090505001" TargetMode="External"/><Relationship Id="rId7" Type="http://schemas.openxmlformats.org/officeDocument/2006/relationships/hyperlink" Target="https://urn.nb.no/URN:NBN:no-nb_digibok_2011072906050" TargetMode="External"/><Relationship Id="rId2" Type="http://schemas.openxmlformats.org/officeDocument/2006/relationships/hyperlink" Target="https://urn.nb.no/URN:NBN:no-nb_digibok_2011033008100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urn.nb.no/URN:NBN:no-nb_digibok_2011061008002" TargetMode="External"/><Relationship Id="rId5" Type="http://schemas.openxmlformats.org/officeDocument/2006/relationships/hyperlink" Target="https://urn.nb.no/URN:NBN:no-nb_digibok_2011081905019" TargetMode="External"/><Relationship Id="rId4" Type="http://schemas.openxmlformats.org/officeDocument/2006/relationships/hyperlink" Target="https://urn.nb.no/URN:NBN:no-nb_digibok_201104040810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s.muni.cz/auth/el/phil/podzim2025/NO_001/index.qwarp?prejit=4897488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4FC2D-F7F9-0F23-EFE2-62F41B0D3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53EA-7845-48BE-B734-B3831985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0" dirty="0"/>
              <a:t>06</a:t>
            </a:r>
            <a:r>
              <a:rPr lang="sk-SK" b="0" dirty="0"/>
              <a:t>.1</a:t>
            </a:r>
            <a:r>
              <a:rPr lang="nb-NO" b="0" dirty="0"/>
              <a:t>1</a:t>
            </a:r>
            <a:r>
              <a:rPr lang="sk-SK" b="0" dirty="0"/>
              <a:t>.202</a:t>
            </a:r>
            <a:r>
              <a:rPr lang="nb-NO" b="0" dirty="0"/>
              <a:t>5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1118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644AF7-0286-30FB-A37A-35EB6EE2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Doplňkové materiály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9F8564-49BE-EF02-8845-2893E1AB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cs-CZ" sz="2600" noProof="0" dirty="0"/>
              <a:t>Kurz norštiny bude pokračovat i na jaře (</a:t>
            </a:r>
            <a:r>
              <a:rPr lang="cs-CZ" sz="2600" noProof="0" dirty="0">
                <a:hlinkClick r:id="rId2"/>
              </a:rPr>
              <a:t>NO_002</a:t>
            </a:r>
            <a:r>
              <a:rPr lang="cs-CZ" sz="2600" noProof="0" dirty="0"/>
              <a:t>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s-CZ" sz="2600" noProof="0" dirty="0"/>
              <a:t>Pokud se chcete norštině věnovat i mimo kurz, doporučuji </a:t>
            </a:r>
            <a:r>
              <a:rPr lang="cs-CZ" sz="2600" noProof="0" dirty="0">
                <a:hlinkClick r:id="rId3"/>
              </a:rPr>
              <a:t>NoW</a:t>
            </a:r>
            <a:r>
              <a:rPr lang="cs-CZ" sz="2600" noProof="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s-CZ" sz="2600" dirty="0"/>
              <a:t>Pro ty, kteří se rádi učí jazyk pomocí četby, doporučuji publikaci </a:t>
            </a:r>
            <a:r>
              <a:rPr lang="cs-CZ" sz="2600" dirty="0">
                <a:hlinkClick r:id="rId4"/>
              </a:rPr>
              <a:t>Norská čítanka</a:t>
            </a:r>
            <a:r>
              <a:rPr lang="cs-CZ" sz="2600" dirty="0"/>
              <a:t> (2016). Kniha obsahuje ukázky prózy od současných norských autorů. Každý text je uveden jak v norském originále, tak zrcadlově v češtině.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s-CZ" sz="2600" noProof="0" dirty="0"/>
              <a:t>Další možností je kniha </a:t>
            </a:r>
            <a:r>
              <a:rPr lang="en-GB" sz="2600" noProof="0" dirty="0">
                <a:hlinkClick r:id="rId5"/>
              </a:rPr>
              <a:t>Short Stories in Norwegian for Beginners</a:t>
            </a:r>
            <a:r>
              <a:rPr lang="cs-CZ" sz="26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18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BAB7-F2A1-A5B9-CACE-C297D8E3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500092-D556-598A-2E13-5C90AB15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Doplňkové materiály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13FF78-5806-9F75-5D25-932F8BEAD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cs-CZ" dirty="0"/>
              <a:t>Pokud používáte VPN, můžete se přes stránky </a:t>
            </a:r>
            <a:r>
              <a:rPr lang="nb-NO" i="1" dirty="0"/>
              <a:t>Nasjonalbiblioteket </a:t>
            </a:r>
            <a:r>
              <a:rPr lang="cs-CZ" dirty="0"/>
              <a:t>dostat k mnoha norským titulům. V této fázi studia pro vás mohou být užitečné tzv. </a:t>
            </a:r>
            <a:r>
              <a:rPr lang="cs-CZ" i="1" dirty="0" err="1"/>
              <a:t>lesehefter</a:t>
            </a:r>
            <a:r>
              <a:rPr lang="cs-CZ" dirty="0"/>
              <a:t> – krátké knihy vytvořené jako doplňkový materiál pro výuku norštiny pro cizince. </a:t>
            </a:r>
          </a:p>
          <a:p>
            <a:pPr lvl="1" algn="just"/>
            <a:r>
              <a:rPr lang="nb-NO" dirty="0">
                <a:hlinkClick r:id="rId2"/>
              </a:rPr>
              <a:t>Ankomst Norge</a:t>
            </a:r>
            <a:endParaRPr lang="sk-SK" dirty="0"/>
          </a:p>
          <a:p>
            <a:pPr lvl="1" algn="just"/>
            <a:r>
              <a:rPr lang="nb-NO" dirty="0">
                <a:hlinkClick r:id="rId3"/>
              </a:rPr>
              <a:t>Et hus på landet</a:t>
            </a:r>
            <a:endParaRPr lang="sk-SK" dirty="0"/>
          </a:p>
          <a:p>
            <a:pPr lvl="1" algn="just"/>
            <a:r>
              <a:rPr lang="nb-NO" dirty="0">
                <a:hlinkClick r:id="rId4"/>
              </a:rPr>
              <a:t>Arven etter Eilert</a:t>
            </a:r>
            <a:endParaRPr lang="sk-SK" dirty="0"/>
          </a:p>
          <a:p>
            <a:pPr lvl="1" algn="just"/>
            <a:r>
              <a:rPr lang="nb-NO" dirty="0">
                <a:hlinkClick r:id="rId5"/>
              </a:rPr>
              <a:t>En sommer i Paris</a:t>
            </a:r>
            <a:endParaRPr lang="sk-SK" dirty="0"/>
          </a:p>
          <a:p>
            <a:pPr lvl="1" algn="just"/>
            <a:r>
              <a:rPr lang="nb-NO" dirty="0">
                <a:hlinkClick r:id="rId6"/>
              </a:rPr>
              <a:t>Døden ved </a:t>
            </a:r>
            <a:r>
              <a:rPr lang="nb-NO" dirty="0" err="1">
                <a:hlinkClick r:id="rId6"/>
              </a:rPr>
              <a:t>Nordvann</a:t>
            </a:r>
            <a:endParaRPr lang="sk-SK" dirty="0"/>
          </a:p>
          <a:p>
            <a:pPr lvl="1" algn="just"/>
            <a:r>
              <a:rPr lang="nb-NO" dirty="0">
                <a:hlinkClick r:id="rId7"/>
              </a:rPr>
              <a:t>Tilbake til Riga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1489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2DA61B-96B3-CA5C-6724-7B095EA1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613284"/>
          </a:xfrm>
        </p:spPr>
        <p:txBody>
          <a:bodyPr>
            <a:normAutofit fontScale="90000"/>
          </a:bodyPr>
          <a:lstStyle/>
          <a:p>
            <a:r>
              <a:rPr lang="cs-CZ" dirty="0"/>
              <a:t>Příslovce místa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3F3B3789-E1E5-F001-221C-B3DD57A2A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837758"/>
              </p:ext>
            </p:extLst>
          </p:nvPr>
        </p:nvGraphicFramePr>
        <p:xfrm>
          <a:off x="1771256" y="1182660"/>
          <a:ext cx="8649488" cy="5310216"/>
        </p:xfrm>
        <a:graphic>
          <a:graphicData uri="http://schemas.openxmlformats.org/drawingml/2006/table">
            <a:tbl>
              <a:tblPr/>
              <a:tblGrid>
                <a:gridCol w="2162372">
                  <a:extLst>
                    <a:ext uri="{9D8B030D-6E8A-4147-A177-3AD203B41FA5}">
                      <a16:colId xmlns:a16="http://schemas.microsoft.com/office/drawing/2014/main" val="3402795088"/>
                    </a:ext>
                  </a:extLst>
                </a:gridCol>
                <a:gridCol w="2162372">
                  <a:extLst>
                    <a:ext uri="{9D8B030D-6E8A-4147-A177-3AD203B41FA5}">
                      <a16:colId xmlns:a16="http://schemas.microsoft.com/office/drawing/2014/main" val="2152870239"/>
                    </a:ext>
                  </a:extLst>
                </a:gridCol>
                <a:gridCol w="2162372">
                  <a:extLst>
                    <a:ext uri="{9D8B030D-6E8A-4147-A177-3AD203B41FA5}">
                      <a16:colId xmlns:a16="http://schemas.microsoft.com/office/drawing/2014/main" val="3272344943"/>
                    </a:ext>
                  </a:extLst>
                </a:gridCol>
                <a:gridCol w="2162372">
                  <a:extLst>
                    <a:ext uri="{9D8B030D-6E8A-4147-A177-3AD203B41FA5}">
                      <a16:colId xmlns:a16="http://schemas.microsoft.com/office/drawing/2014/main" val="1037921376"/>
                    </a:ext>
                  </a:extLst>
                </a:gridCol>
              </a:tblGrid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500" b="1" dirty="0"/>
                        <a:t>HVOR?</a:t>
                      </a:r>
                      <a:endParaRPr lang="cs-CZ" sz="1500" b="1" dirty="0"/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500" b="1" dirty="0"/>
                        <a:t>KDE?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500" b="1" dirty="0"/>
                        <a:t>HVOR?</a:t>
                      </a:r>
                      <a:endParaRPr lang="cs-CZ" sz="1500" b="1" dirty="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500" b="1" dirty="0"/>
                        <a:t>KAM?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90713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her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[¹hæːr]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tady</a:t>
                      </a:r>
                      <a:br>
                        <a:rPr lang="cs-CZ" sz="1800" dirty="0"/>
                      </a:br>
                      <a:endParaRPr lang="cs-CZ" sz="1800" dirty="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hit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[¹hiːt]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sem</a:t>
                      </a:r>
                      <a:br>
                        <a:rPr lang="cs-CZ" sz="1800" dirty="0"/>
                      </a:br>
                      <a:endParaRPr lang="cs-CZ" sz="1800" dirty="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982537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der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[¹dæːr]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tam (kde)</a:t>
                      </a:r>
                      <a:br>
                        <a:rPr lang="cs-CZ" sz="1800" dirty="0"/>
                      </a:br>
                      <a:endParaRPr lang="cs-CZ" sz="1800" dirty="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dit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[¹diːt]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tam (kam)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12518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hjemme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[²jem:e]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doma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hjem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[¹jem]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domů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0891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inne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[²in:e]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uvnitř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inn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[¹in:]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dovnitř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650775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ute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[²ʉːte]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venku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ut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[¹ʉːt]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ven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466391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oppe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[²op:e]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nahoře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opp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[¹op:]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nahoru</a:t>
                      </a:r>
                      <a:br>
                        <a:rPr lang="cs-CZ" sz="1800" dirty="0"/>
                      </a:br>
                      <a:endParaRPr lang="cs-CZ" sz="1800" dirty="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490782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nede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[²ne:de]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dole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ned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[¹ne:d]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dolů</a:t>
                      </a:r>
                      <a:br>
                        <a:rPr lang="cs-CZ" sz="1800" dirty="0"/>
                      </a:br>
                      <a:endParaRPr lang="cs-CZ" sz="1800" dirty="0"/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550018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borte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[²buʈe] </a:t>
                      </a:r>
                    </a:p>
                  </a:txBody>
                  <a:tcPr marL="74953" marR="74953" marT="37476" marB="37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/>
                        <a:t>pryč (kde)</a:t>
                      </a:r>
                      <a:br>
                        <a:rPr lang="cs-CZ" sz="1800"/>
                      </a:br>
                      <a:endParaRPr lang="cs-CZ" sz="1800"/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800" b="1" noProof="0" dirty="0">
                          <a:solidFill>
                            <a:srgbClr val="002776"/>
                          </a:solidFill>
                          <a:effectLst/>
                        </a:rPr>
                        <a:t>bort</a:t>
                      </a:r>
                      <a:r>
                        <a:rPr lang="nb-NO" sz="1800" noProof="0" dirty="0">
                          <a:solidFill>
                            <a:srgbClr val="002776"/>
                          </a:solidFill>
                          <a:effectLst/>
                        </a:rPr>
                        <a:t> </a:t>
                      </a:r>
                      <a:r>
                        <a:rPr lang="nb-NO" sz="1800" noProof="0" dirty="0"/>
                        <a:t>[¹buʈ] 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dirty="0"/>
                        <a:t>pryč (kam)</a:t>
                      </a:r>
                    </a:p>
                  </a:txBody>
                  <a:tcPr marL="74953" marR="74953" marT="37476" marB="3747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07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3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B40883-CD98-F5AB-CBA3-B6C47893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39D32E9-FD86-966B-1175-2F87C2B08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dirty="0">
                <a:solidFill>
                  <a:schemeClr val="accent1"/>
                </a:solidFill>
              </a:rPr>
              <a:t>bort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</a:t>
            </a:r>
          </a:p>
        </p:txBody>
      </p:sp>
    </p:spTree>
    <p:extLst>
      <p:ext uri="{BB962C8B-B14F-4D97-AF65-F5344CB8AC3E}">
        <p14:creationId xmlns:p14="http://schemas.microsoft.com/office/powerpoint/2010/main" val="187991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9CC7-FA5D-DB5D-55AA-619D40D0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558101-1183-2C83-7CF0-424F6F6F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690482-B240-240E-3ADC-FCF1C668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dirty="0">
                <a:solidFill>
                  <a:schemeClr val="accent1"/>
                </a:solidFill>
              </a:rPr>
              <a:t>bort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</a:t>
            </a:r>
          </a:p>
        </p:txBody>
      </p:sp>
    </p:spTree>
    <p:extLst>
      <p:ext uri="{BB962C8B-B14F-4D97-AF65-F5344CB8AC3E}">
        <p14:creationId xmlns:p14="http://schemas.microsoft.com/office/powerpoint/2010/main" val="188700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786F-FC71-743B-6622-822CEEA7F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B6C35E-EEF3-90C7-EAA4-EB844052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8BACE7-6E55-2E90-E20A-132D1C22A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b="1" dirty="0">
                <a:solidFill>
                  <a:schemeClr val="accent1"/>
                </a:solidFill>
              </a:rPr>
              <a:t>bort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</a:t>
            </a:r>
          </a:p>
        </p:txBody>
      </p:sp>
    </p:spTree>
    <p:extLst>
      <p:ext uri="{BB962C8B-B14F-4D97-AF65-F5344CB8AC3E}">
        <p14:creationId xmlns:p14="http://schemas.microsoft.com/office/powerpoint/2010/main" val="223956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FEAF-500A-8444-63D6-80B40E96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0A9C9C-99F1-3907-6195-3DF4EB51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3B2FAE-F678-F706-70CD-00ADA71DA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b="1" dirty="0">
                <a:solidFill>
                  <a:schemeClr val="accent1"/>
                </a:solidFill>
              </a:rPr>
              <a:t>bort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sk-SK" dirty="0">
                <a:solidFill>
                  <a:schemeClr val="accent1"/>
                </a:solidFill>
              </a:rPr>
              <a:t> </a:t>
            </a:r>
            <a:r>
              <a:rPr lang="nb-NO" b="1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</a:t>
            </a:r>
          </a:p>
        </p:txBody>
      </p:sp>
    </p:spTree>
    <p:extLst>
      <p:ext uri="{BB962C8B-B14F-4D97-AF65-F5344CB8AC3E}">
        <p14:creationId xmlns:p14="http://schemas.microsoft.com/office/powerpoint/2010/main" val="5064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30B6-F6B5-7CF2-BB91-DF93293B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1437D1-6A84-0D29-B6CC-4D47C838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7A6FFD-9549-3128-F037-4F9CBA46B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b="1" dirty="0">
                <a:solidFill>
                  <a:schemeClr val="accent1"/>
                </a:solidFill>
              </a:rPr>
              <a:t>bort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sk-SK" dirty="0">
                <a:solidFill>
                  <a:schemeClr val="accent1"/>
                </a:solidFill>
              </a:rPr>
              <a:t> </a:t>
            </a:r>
            <a:r>
              <a:rPr lang="nb-NO" b="1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b="1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</a:t>
            </a:r>
          </a:p>
        </p:txBody>
      </p:sp>
    </p:spTree>
    <p:extLst>
      <p:ext uri="{BB962C8B-B14F-4D97-AF65-F5344CB8AC3E}">
        <p14:creationId xmlns:p14="http://schemas.microsoft.com/office/powerpoint/2010/main" val="3775039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2BDD-74BE-8265-4EB3-C4F668FE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CAEFAC-F93E-5B3A-D516-2AA7D93B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5C3334-678A-D5E1-DDC8-E021C02DC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Kan du komme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hit</a:t>
            </a:r>
            <a:r>
              <a:rPr lang="nb-NO" dirty="0"/>
              <a:t>?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Gå </a:t>
            </a:r>
            <a:r>
              <a:rPr lang="nb-NO" b="1" dirty="0">
                <a:solidFill>
                  <a:schemeClr val="accent1"/>
                </a:solidFill>
              </a:rPr>
              <a:t>bort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borte</a:t>
            </a:r>
            <a:r>
              <a:rPr lang="nb-NO" dirty="0"/>
              <a:t>!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arenR"/>
            </a:pPr>
            <a:r>
              <a:rPr lang="sk-SK" dirty="0">
                <a:solidFill>
                  <a:schemeClr val="accent1"/>
                </a:solidFill>
              </a:rPr>
              <a:t> </a:t>
            </a:r>
            <a:r>
              <a:rPr lang="nb-NO" b="1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</a:t>
            </a:r>
            <a:r>
              <a:rPr lang="nb-NO" dirty="0"/>
              <a:t> må du ta til venstre.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Han må </a:t>
            </a:r>
            <a:r>
              <a:rPr lang="nb-NO" b="1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dirty="0"/>
              <a:t>Det går </a:t>
            </a:r>
            <a:r>
              <a:rPr lang="nb-NO" b="1" dirty="0">
                <a:solidFill>
                  <a:schemeClr val="accent1"/>
                </a:solidFill>
              </a:rPr>
              <a:t>opp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oppe</a:t>
            </a:r>
            <a:r>
              <a:rPr lang="nb-NO" dirty="0"/>
              <a:t> og </a:t>
            </a:r>
            <a:r>
              <a:rPr lang="nb-NO" b="1" dirty="0">
                <a:solidFill>
                  <a:schemeClr val="accent1"/>
                </a:solidFill>
              </a:rPr>
              <a:t>ned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nede </a:t>
            </a:r>
            <a:r>
              <a:rPr lang="nb-NO" dirty="0"/>
              <a:t>her. </a:t>
            </a:r>
            <a:r>
              <a:rPr lang="nb-NO" sz="1800" dirty="0"/>
              <a:t>(</a:t>
            </a:r>
            <a:r>
              <a:rPr lang="sk-SK" sz="1800" dirty="0"/>
              <a:t>česky: </a:t>
            </a:r>
            <a:r>
              <a:rPr lang="pl-PL" sz="1800" dirty="0"/>
              <a:t>Je to tu </a:t>
            </a:r>
            <a:r>
              <a:rPr lang="sk-SK" sz="1800" dirty="0"/>
              <a:t>chvíli dobré, chvíli špatné</a:t>
            </a:r>
            <a:r>
              <a:rPr lang="pl-PL" sz="1800" dirty="0"/>
              <a:t>.</a:t>
            </a:r>
            <a:r>
              <a:rPr lang="nb-NO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629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CBFD-B8ED-9B48-D988-1DF93A44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CD1432-A66B-2AA6-5511-AD738E93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DDDFB9E-B3F0-64DF-A959-D753D186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dirty="0">
                <a:solidFill>
                  <a:schemeClr val="accent1"/>
                </a:solidFill>
              </a:rPr>
              <a:t>her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ute.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50876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A5E61-3AFD-E981-CE14-B5C30BAF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368FC4-2307-5DC1-E281-3031FDB4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E9C1EA-8C82-16F9-27BD-AA67E304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b="1" dirty="0">
                <a:solidFill>
                  <a:schemeClr val="accent1"/>
                </a:solidFill>
              </a:rPr>
              <a:t>her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ute.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1376488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34F4-38C3-E578-F987-CC0DF1C7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8968C3-47AB-5188-E458-7FDBF60F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6FC7B71-C4EC-B1A6-3C79-2EDA52E8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b="1" dirty="0">
                <a:solidFill>
                  <a:schemeClr val="accent1"/>
                </a:solidFill>
              </a:rPr>
              <a:t>her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ute</a:t>
            </a:r>
            <a:r>
              <a:rPr lang="nb-NO" dirty="0">
                <a:solidFill>
                  <a:schemeClr val="accent1"/>
                </a:solidFill>
              </a:rPr>
              <a:t>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420124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E063-F52F-7404-7849-92E1985C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DD8D3-5E38-5A53-CA07-D10AF0DD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00AB0A-5E91-30BA-6C22-671083FC4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b="1" dirty="0">
                <a:solidFill>
                  <a:schemeClr val="accent1"/>
                </a:solidFill>
              </a:rPr>
              <a:t>her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ute</a:t>
            </a:r>
            <a:r>
              <a:rPr lang="nb-NO" dirty="0">
                <a:solidFill>
                  <a:schemeClr val="accent1"/>
                </a:solidFill>
              </a:rPr>
              <a:t>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dit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508206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7DEE-8984-C421-B8F9-DAF87EE7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C6ED1F-243C-157F-FC02-D07610EF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581E89-9192-1928-2080-75D9D019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b="1" dirty="0">
                <a:solidFill>
                  <a:schemeClr val="accent1"/>
                </a:solidFill>
              </a:rPr>
              <a:t>her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ute</a:t>
            </a:r>
            <a:r>
              <a:rPr lang="nb-NO" dirty="0">
                <a:solidFill>
                  <a:schemeClr val="accent1"/>
                </a:solidFill>
              </a:rPr>
              <a:t>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dit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553197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3ED9C-9401-03C9-A9A5-D00C58FD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3525EF-4682-4DA1-FD21-B1DD3F2A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6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572575-B14C-E415-0A06-88E3FC45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Vyberte správné příslovce.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Jeg studerer norsk </a:t>
            </a:r>
            <a:r>
              <a:rPr lang="nb-NO" b="1" dirty="0">
                <a:solidFill>
                  <a:schemeClr val="accent1"/>
                </a:solidFill>
              </a:rPr>
              <a:t>her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/ </a:t>
            </a:r>
            <a:r>
              <a:rPr lang="nb-NO" dirty="0">
                <a:solidFill>
                  <a:schemeClr val="accent1"/>
                </a:solidFill>
              </a:rPr>
              <a:t>hit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Bjørn er </a:t>
            </a:r>
            <a:r>
              <a:rPr lang="nb-NO" dirty="0">
                <a:solidFill>
                  <a:schemeClr val="accent1"/>
                </a:solidFill>
              </a:rPr>
              <a:t>ut </a:t>
            </a:r>
            <a:r>
              <a:rPr lang="nb-NO" dirty="0"/>
              <a:t>/ </a:t>
            </a:r>
            <a:r>
              <a:rPr lang="nb-NO" b="1" dirty="0">
                <a:solidFill>
                  <a:schemeClr val="accent1"/>
                </a:solidFill>
              </a:rPr>
              <a:t>ute</a:t>
            </a:r>
            <a:r>
              <a:rPr lang="nb-NO" dirty="0">
                <a:solidFill>
                  <a:schemeClr val="accent1"/>
                </a:solidFill>
              </a:rPr>
              <a:t>.</a:t>
            </a:r>
            <a:endParaRPr lang="nb-NO" dirty="0"/>
          </a:p>
          <a:p>
            <a:pPr marL="457200" indent="-457200">
              <a:buClr>
                <a:schemeClr val="tx1"/>
              </a:buClr>
              <a:buFont typeface="+mj-lt"/>
              <a:buAutoNum type="arabicParenR" startAt="6"/>
            </a:pPr>
            <a:r>
              <a:rPr lang="nb-NO" dirty="0"/>
              <a:t>Vi er </a:t>
            </a:r>
            <a:r>
              <a:rPr lang="nb-NO" dirty="0">
                <a:solidFill>
                  <a:schemeClr val="accent1"/>
                </a:solidFill>
              </a:rPr>
              <a:t>hjem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hjemme</a:t>
            </a:r>
            <a:r>
              <a:rPr lang="nb-NO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Du går </a:t>
            </a:r>
            <a:r>
              <a:rPr lang="nb-NO" dirty="0">
                <a:solidFill>
                  <a:schemeClr val="accent1"/>
                </a:solidFill>
              </a:rPr>
              <a:t>der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dit</a:t>
            </a:r>
            <a:r>
              <a:rPr lang="nb-NO" dirty="0">
                <a:solidFill>
                  <a:schemeClr val="accent1"/>
                </a:solidFill>
              </a:rPr>
              <a:t> </a:t>
            </a:r>
            <a:r>
              <a:rPr lang="nb-NO" dirty="0"/>
              <a:t>på ti minutter.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dirty="0"/>
              <a:t>Erna er </a:t>
            </a:r>
            <a:r>
              <a:rPr lang="nb-NO" dirty="0">
                <a:solidFill>
                  <a:schemeClr val="accent1"/>
                </a:solidFill>
              </a:rPr>
              <a:t>inn</a:t>
            </a:r>
            <a:r>
              <a:rPr lang="nb-NO" dirty="0"/>
              <a:t> / </a:t>
            </a:r>
            <a:r>
              <a:rPr lang="nb-NO" b="1" dirty="0">
                <a:solidFill>
                  <a:schemeClr val="accent1"/>
                </a:solidFill>
              </a:rPr>
              <a:t>inne</a:t>
            </a:r>
            <a:r>
              <a:rPr lang="nb-NO" dirty="0"/>
              <a:t> i kirka.</a:t>
            </a:r>
          </a:p>
        </p:txBody>
      </p:sp>
    </p:spTree>
    <p:extLst>
      <p:ext uri="{BB962C8B-B14F-4D97-AF65-F5344CB8AC3E}">
        <p14:creationId xmlns:p14="http://schemas.microsoft.com/office/powerpoint/2010/main" val="3347557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8707DA-36FC-03BA-65C5-595290CF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Dopravní prostředky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E3A1F2-4694-C8BC-66EB-941CE8D3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Rozšiřte si slovní zásobu: </a:t>
            </a:r>
            <a:r>
              <a:rPr lang="cs-CZ" dirty="0">
                <a:hlinkClick r:id="rId2"/>
              </a:rPr>
              <a:t>odkaz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7314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text, diagram, skica, židle&#10;&#10;Popis byl vytvořen automaticky">
            <a:extLst>
              <a:ext uri="{FF2B5EF4-FFF2-40B4-BE49-F238E27FC236}">
                <a16:creationId xmlns:a16="http://schemas.microsoft.com/office/drawing/2014/main" id="{C1DBC19D-0338-0671-A451-CDD301CB0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782" y="1017000"/>
            <a:ext cx="6288435" cy="4824000"/>
          </a:xfrm>
        </p:spPr>
      </p:pic>
    </p:spTree>
    <p:extLst>
      <p:ext uri="{BB962C8B-B14F-4D97-AF65-F5344CB8AC3E}">
        <p14:creationId xmlns:p14="http://schemas.microsoft.com/office/powerpoint/2010/main" val="361075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C44D-433D-BF5C-F771-B408D3B7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667215-2756-1BD4-D5CD-B71E7080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17" name="Zástupný objekt pre obsah 16">
            <a:extLst>
              <a:ext uri="{FF2B5EF4-FFF2-40B4-BE49-F238E27FC236}">
                <a16:creationId xmlns:a16="http://schemas.microsoft.com/office/drawing/2014/main" id="{998037AB-0946-2703-AB58-9AD228EE0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Vymyslete dialog. Používejte celé věty.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sk-SK" b="1" dirty="0"/>
              <a:t>1. </a:t>
            </a:r>
            <a:r>
              <a:rPr lang="nb-NO" dirty="0">
                <a:solidFill>
                  <a:schemeClr val="accent2"/>
                </a:solidFill>
              </a:rPr>
              <a:t>Tor</a:t>
            </a:r>
            <a:r>
              <a:rPr lang="nb-NO" dirty="0"/>
              <a:t>: </a:t>
            </a:r>
            <a:r>
              <a:rPr lang="sk-SK" dirty="0"/>
              <a:t>       </a:t>
            </a:r>
            <a:r>
              <a:rPr lang="nb-NO" dirty="0"/>
              <a:t>?				</a:t>
            </a:r>
            <a:r>
              <a:rPr lang="sk-SK" b="1" dirty="0"/>
              <a:t>6. </a:t>
            </a:r>
            <a:r>
              <a:rPr lang="nb-NO" dirty="0">
                <a:solidFill>
                  <a:schemeClr val="accent1"/>
                </a:solidFill>
              </a:rPr>
              <a:t>Lars</a:t>
            </a:r>
            <a:r>
              <a:rPr lang="nb-NO" dirty="0"/>
              <a:t>: </a:t>
            </a:r>
            <a:r>
              <a:rPr lang="sk-SK" dirty="0"/>
              <a:t>        .</a:t>
            </a:r>
            <a:endParaRPr lang="nb-NO" dirty="0"/>
          </a:p>
          <a:p>
            <a:pPr marL="0" indent="0">
              <a:buNone/>
            </a:pPr>
            <a:r>
              <a:rPr lang="sk-SK" b="1" dirty="0"/>
              <a:t>2. </a:t>
            </a:r>
            <a:r>
              <a:rPr lang="nb-NO" dirty="0">
                <a:solidFill>
                  <a:schemeClr val="accent1"/>
                </a:solidFill>
              </a:rPr>
              <a:t>Lars</a:t>
            </a:r>
            <a:r>
              <a:rPr lang="nb-NO" dirty="0"/>
              <a:t>: Oslo.				</a:t>
            </a:r>
            <a:r>
              <a:rPr lang="sk-SK" b="1" dirty="0"/>
              <a:t>7. </a:t>
            </a:r>
            <a:r>
              <a:rPr lang="nb-NO" dirty="0">
                <a:solidFill>
                  <a:schemeClr val="accent2"/>
                </a:solidFill>
              </a:rPr>
              <a:t>Tor</a:t>
            </a:r>
            <a:r>
              <a:rPr lang="nb-NO" dirty="0"/>
              <a:t>: </a:t>
            </a:r>
            <a:r>
              <a:rPr lang="sk-SK" dirty="0"/>
              <a:t>       </a:t>
            </a:r>
            <a:r>
              <a:rPr lang="nb-NO" dirty="0"/>
              <a:t>?	</a:t>
            </a:r>
          </a:p>
          <a:p>
            <a:pPr marL="0" indent="0">
              <a:buNone/>
            </a:pPr>
            <a:r>
              <a:rPr lang="sk-SK" b="1" dirty="0"/>
              <a:t>3. </a:t>
            </a:r>
            <a:r>
              <a:rPr lang="nb-NO" dirty="0">
                <a:solidFill>
                  <a:schemeClr val="accent2"/>
                </a:solidFill>
              </a:rPr>
              <a:t>Tor</a:t>
            </a:r>
            <a:r>
              <a:rPr lang="nb-NO" dirty="0"/>
              <a:t>: Norsk?			</a:t>
            </a:r>
            <a:r>
              <a:rPr lang="sk-SK" b="1" dirty="0"/>
              <a:t>8. </a:t>
            </a:r>
            <a:r>
              <a:rPr lang="nb-NO" dirty="0">
                <a:solidFill>
                  <a:schemeClr val="accent1"/>
                </a:solidFill>
              </a:rPr>
              <a:t>Lars</a:t>
            </a:r>
            <a:r>
              <a:rPr lang="nb-NO" dirty="0"/>
              <a:t>: Medisin.</a:t>
            </a:r>
          </a:p>
          <a:p>
            <a:pPr marL="0" indent="0">
              <a:buNone/>
            </a:pPr>
            <a:r>
              <a:rPr lang="sk-SK" b="1" dirty="0"/>
              <a:t>4. </a:t>
            </a:r>
            <a:r>
              <a:rPr lang="nb-NO" dirty="0">
                <a:solidFill>
                  <a:schemeClr val="accent1"/>
                </a:solidFill>
              </a:rPr>
              <a:t>Lars</a:t>
            </a:r>
            <a:r>
              <a:rPr lang="nb-NO" dirty="0"/>
              <a:t>: Tsjekkisk.			</a:t>
            </a:r>
            <a:r>
              <a:rPr lang="sk-SK" b="1" dirty="0"/>
              <a:t>9. </a:t>
            </a:r>
            <a:r>
              <a:rPr lang="nb-NO" dirty="0">
                <a:solidFill>
                  <a:schemeClr val="accent2"/>
                </a:solidFill>
              </a:rPr>
              <a:t>Tor</a:t>
            </a:r>
            <a:r>
              <a:rPr lang="nb-NO" dirty="0"/>
              <a:t>: Interessant</a:t>
            </a:r>
            <a:r>
              <a:rPr lang="sk-SK" dirty="0"/>
              <a:t>.       .         .</a:t>
            </a:r>
            <a:endParaRPr lang="nb-NO" dirty="0"/>
          </a:p>
          <a:p>
            <a:pPr marL="0" indent="0">
              <a:buNone/>
            </a:pPr>
            <a:r>
              <a:rPr lang="sk-SK" b="1" dirty="0"/>
              <a:t>5. </a:t>
            </a:r>
            <a:r>
              <a:rPr lang="nb-NO" dirty="0">
                <a:solidFill>
                  <a:schemeClr val="accent2"/>
                </a:solidFill>
              </a:rPr>
              <a:t>Tor</a:t>
            </a:r>
            <a:r>
              <a:rPr lang="nb-NO" dirty="0"/>
              <a:t>: Tsjekkisk!?</a:t>
            </a:r>
            <a:r>
              <a:rPr lang="sk-SK" dirty="0"/>
              <a:t>  </a:t>
            </a:r>
            <a:r>
              <a:rPr lang="nb-NO" dirty="0"/>
              <a:t>			</a:t>
            </a:r>
            <a:r>
              <a:rPr lang="sk-SK" b="1" dirty="0"/>
              <a:t>10. </a:t>
            </a:r>
            <a:r>
              <a:rPr lang="nb-NO" dirty="0">
                <a:solidFill>
                  <a:schemeClr val="accent1"/>
                </a:solidFill>
              </a:rPr>
              <a:t>Lars</a:t>
            </a:r>
            <a:r>
              <a:rPr lang="nb-NO" dirty="0"/>
              <a:t>: Selvfølgelig. Vi sees!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937E39FE-649F-2645-D709-FE52B4B93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8553"/>
            <a:ext cx="21031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Grafický objekt 24" descr="Domov obrys">
            <a:extLst>
              <a:ext uri="{FF2B5EF4-FFF2-40B4-BE49-F238E27FC236}">
                <a16:creationId xmlns:a16="http://schemas.microsoft.com/office/drawing/2014/main" id="{0852280C-1213-DA50-FDE2-0EA4A4C84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4315" y="2889000"/>
            <a:ext cx="540000" cy="540000"/>
          </a:xfrm>
          <a:prstGeom prst="rect">
            <a:avLst/>
          </a:prstGeom>
        </p:spPr>
      </p:pic>
      <p:pic>
        <p:nvPicPr>
          <p:cNvPr id="27" name="Grafický objekt 26" descr="Obrys prekvapenej tváre obrys">
            <a:extLst>
              <a:ext uri="{FF2B5EF4-FFF2-40B4-BE49-F238E27FC236}">
                <a16:creationId xmlns:a16="http://schemas.microsoft.com/office/drawing/2014/main" id="{DDF2024B-2F6E-5755-1EAD-A0EA230B7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2245" y="5083648"/>
            <a:ext cx="540000" cy="540000"/>
          </a:xfrm>
          <a:prstGeom prst="rect">
            <a:avLst/>
          </a:prstGeom>
        </p:spPr>
      </p:pic>
      <p:pic>
        <p:nvPicPr>
          <p:cNvPr id="29" name="Grafický objekt 28" descr="Obrys usmievajúcej sa tváre výplň plnou farbou">
            <a:extLst>
              <a:ext uri="{FF2B5EF4-FFF2-40B4-BE49-F238E27FC236}">
                <a16:creationId xmlns:a16="http://schemas.microsoft.com/office/drawing/2014/main" id="{AEC5C1DA-983C-3C7A-7AC4-03255B03A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2857" y="2889000"/>
            <a:ext cx="540000" cy="540000"/>
          </a:xfrm>
          <a:prstGeom prst="rect">
            <a:avLst/>
          </a:prstGeom>
        </p:spPr>
      </p:pic>
      <p:pic>
        <p:nvPicPr>
          <p:cNvPr id="31" name="Grafický objekt 30" descr="Promočná čiapka obrys">
            <a:extLst>
              <a:ext uri="{FF2B5EF4-FFF2-40B4-BE49-F238E27FC236}">
                <a16:creationId xmlns:a16="http://schemas.microsoft.com/office/drawing/2014/main" id="{BB4EF609-31D4-1D64-5664-15043C796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6009" y="3542796"/>
            <a:ext cx="540000" cy="540000"/>
          </a:xfrm>
          <a:prstGeom prst="rect">
            <a:avLst/>
          </a:prstGeom>
        </p:spPr>
      </p:pic>
      <p:pic>
        <p:nvPicPr>
          <p:cNvPr id="33" name="Grafický objekt 32" descr="Budík obrys">
            <a:extLst>
              <a:ext uri="{FF2B5EF4-FFF2-40B4-BE49-F238E27FC236}">
                <a16:creationId xmlns:a16="http://schemas.microsoft.com/office/drawing/2014/main" id="{50D6EEDA-C144-B4A6-AD27-D3F3221DDF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27264" y="4543648"/>
            <a:ext cx="540000" cy="540000"/>
          </a:xfrm>
          <a:prstGeom prst="rect">
            <a:avLst/>
          </a:prstGeom>
        </p:spPr>
      </p:pic>
      <p:pic>
        <p:nvPicPr>
          <p:cNvPr id="35" name="Grafický objekt 34" descr="Beh obrys">
            <a:extLst>
              <a:ext uri="{FF2B5EF4-FFF2-40B4-BE49-F238E27FC236}">
                <a16:creationId xmlns:a16="http://schemas.microsoft.com/office/drawing/2014/main" id="{41E1B840-580F-3693-BC34-A0AF6B2B04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09756" y="4543648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9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5F9812BB-588C-B549-B3CA-C9F2F82E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>
                <a:latin typeface="Avenir Next LT Pro" panose="020B0504020202020204" pitchFamily="34" charset="-18"/>
              </a:rPr>
              <a:t>Číslovky 0–10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77E7BA7C-6F87-BF12-C248-F245ACB4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endParaRPr lang="cs-CZ" dirty="0"/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0</a:t>
            </a:r>
            <a:r>
              <a:rPr lang="cs-CZ" dirty="0"/>
              <a:t>	</a:t>
            </a:r>
            <a:r>
              <a:rPr lang="nb-NO" noProof="0" dirty="0"/>
              <a:t>null	</a:t>
            </a:r>
            <a:r>
              <a:rPr lang="nb-NO" sz="2000" noProof="0" dirty="0"/>
              <a:t>[</a:t>
            </a:r>
            <a:r>
              <a:rPr lang="nb-NO" sz="2000" noProof="0" dirty="0" err="1"/>
              <a:t>nül</a:t>
            </a:r>
            <a:r>
              <a:rPr lang="nb-NO" sz="2000" noProof="0" dirty="0"/>
              <a:t>]</a:t>
            </a:r>
            <a:r>
              <a:rPr lang="nb-NO" noProof="0" dirty="0"/>
              <a:t>		</a:t>
            </a:r>
          </a:p>
          <a:p>
            <a:pPr marL="72000" indent="0">
              <a:buNone/>
            </a:pP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1</a:t>
            </a:r>
            <a:r>
              <a:rPr lang="nb-NO" noProof="0" dirty="0"/>
              <a:t>	en	</a:t>
            </a:r>
            <a:r>
              <a:rPr lang="nb-NO" sz="2000" noProof="0" dirty="0"/>
              <a:t>[</a:t>
            </a:r>
            <a:r>
              <a:rPr lang="nb-NO" sz="2000" noProof="0" dirty="0" err="1"/>
              <a:t>e:n</a:t>
            </a:r>
            <a:r>
              <a:rPr lang="nb-NO" sz="2000" noProof="0" dirty="0"/>
              <a:t>]</a:t>
            </a:r>
            <a:r>
              <a:rPr lang="nb-NO" noProof="0" dirty="0"/>
              <a:t> 		</a:t>
            </a:r>
            <a:r>
              <a:rPr lang="nb-NO" noProof="0" dirty="0">
                <a:solidFill>
                  <a:schemeClr val="accent1"/>
                </a:solidFill>
              </a:rPr>
              <a:t>6</a:t>
            </a:r>
            <a:r>
              <a:rPr lang="nb-NO" noProof="0" dirty="0"/>
              <a:t> 	seks	</a:t>
            </a:r>
            <a:r>
              <a:rPr lang="nb-NO" sz="2000" noProof="0" dirty="0"/>
              <a:t> [seks]</a:t>
            </a:r>
          </a:p>
          <a:p>
            <a:pPr marL="72000" indent="0">
              <a:buNone/>
            </a:pP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2</a:t>
            </a:r>
            <a:r>
              <a:rPr lang="nb-NO" noProof="0" dirty="0"/>
              <a:t>	to	</a:t>
            </a:r>
            <a:r>
              <a:rPr lang="nb-NO" sz="2000" noProof="0" dirty="0"/>
              <a:t>[tu:] 	</a:t>
            </a: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7 </a:t>
            </a:r>
            <a:r>
              <a:rPr lang="nb-NO" noProof="0" dirty="0"/>
              <a:t>	sju	</a:t>
            </a:r>
            <a:r>
              <a:rPr lang="nb-NO" sz="2000" noProof="0" dirty="0"/>
              <a:t> [</a:t>
            </a:r>
            <a:r>
              <a:rPr lang="nb-NO" sz="2000" noProof="0" dirty="0" err="1"/>
              <a:t>šü</a:t>
            </a:r>
            <a:r>
              <a:rPr lang="nb-NO" sz="2000" noProof="0" dirty="0"/>
              <a:t>:]</a:t>
            </a:r>
          </a:p>
          <a:p>
            <a:pPr marL="72000" indent="0">
              <a:buNone/>
            </a:pP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3</a:t>
            </a:r>
            <a:r>
              <a:rPr lang="nb-NO" noProof="0" dirty="0"/>
              <a:t>	tre	</a:t>
            </a:r>
            <a:r>
              <a:rPr lang="nb-NO" sz="2000" noProof="0" dirty="0"/>
              <a:t>[tre:] </a:t>
            </a:r>
            <a:r>
              <a:rPr lang="nb-NO" noProof="0" dirty="0"/>
              <a:t>		</a:t>
            </a:r>
            <a:r>
              <a:rPr lang="nb-NO" noProof="0" dirty="0">
                <a:solidFill>
                  <a:schemeClr val="accent1"/>
                </a:solidFill>
              </a:rPr>
              <a:t>8 </a:t>
            </a:r>
            <a:r>
              <a:rPr lang="nb-NO" noProof="0" dirty="0"/>
              <a:t>	åtte	</a:t>
            </a:r>
            <a:r>
              <a:rPr lang="nb-NO" sz="2000" noProof="0" dirty="0"/>
              <a:t> [</a:t>
            </a:r>
            <a:r>
              <a:rPr lang="nb-NO" sz="2000" noProof="0" dirty="0" err="1"/>
              <a:t>ot:e</a:t>
            </a:r>
            <a:r>
              <a:rPr lang="nb-NO" sz="2000" noProof="0" dirty="0"/>
              <a:t>]</a:t>
            </a:r>
          </a:p>
          <a:p>
            <a:pPr marL="72000" indent="0">
              <a:buNone/>
            </a:pP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4</a:t>
            </a:r>
            <a:r>
              <a:rPr lang="nb-NO" noProof="0" dirty="0"/>
              <a:t>	fire	</a:t>
            </a:r>
            <a:r>
              <a:rPr lang="nb-NO" sz="2000" noProof="0" dirty="0"/>
              <a:t>[</a:t>
            </a:r>
            <a:r>
              <a:rPr lang="nb-NO" sz="2000" noProof="0" dirty="0" err="1"/>
              <a:t>fi:re</a:t>
            </a:r>
            <a:r>
              <a:rPr lang="nb-NO" sz="2000" noProof="0" dirty="0"/>
              <a:t>] 	</a:t>
            </a: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9</a:t>
            </a:r>
            <a:r>
              <a:rPr lang="nb-NO" noProof="0" dirty="0"/>
              <a:t> 	ni	 </a:t>
            </a:r>
            <a:r>
              <a:rPr lang="nb-NO" sz="2000" noProof="0" dirty="0"/>
              <a:t>[ni:]</a:t>
            </a:r>
          </a:p>
          <a:p>
            <a:pPr marL="72000" indent="0">
              <a:buNone/>
            </a:pPr>
            <a:r>
              <a:rPr lang="nb-NO" noProof="0" dirty="0"/>
              <a:t>	</a:t>
            </a:r>
            <a:r>
              <a:rPr lang="nb-NO" noProof="0" dirty="0">
                <a:solidFill>
                  <a:schemeClr val="accent1"/>
                </a:solidFill>
              </a:rPr>
              <a:t>5</a:t>
            </a:r>
            <a:r>
              <a:rPr lang="nb-NO" noProof="0" dirty="0"/>
              <a:t>	fem	</a:t>
            </a:r>
            <a:r>
              <a:rPr lang="nb-NO" sz="2000" noProof="0" dirty="0"/>
              <a:t>[fem] </a:t>
            </a:r>
            <a:r>
              <a:rPr lang="nb-NO" noProof="0" dirty="0"/>
              <a:t>		</a:t>
            </a:r>
            <a:r>
              <a:rPr lang="nb-NO" noProof="0" dirty="0">
                <a:solidFill>
                  <a:schemeClr val="accent1"/>
                </a:solidFill>
              </a:rPr>
              <a:t>10</a:t>
            </a:r>
            <a:r>
              <a:rPr lang="nb-NO" noProof="0" dirty="0"/>
              <a:t>	ti	</a:t>
            </a:r>
            <a:r>
              <a:rPr lang="nb-NO" sz="2000" noProof="0" dirty="0"/>
              <a:t> [ti:]</a:t>
            </a:r>
          </a:p>
        </p:txBody>
      </p:sp>
    </p:spTree>
    <p:extLst>
      <p:ext uri="{BB962C8B-B14F-4D97-AF65-F5344CB8AC3E}">
        <p14:creationId xmlns:p14="http://schemas.microsoft.com/office/powerpoint/2010/main" val="2366321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E31C-1C71-8654-13EA-737D98B8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9D4A0A-7075-3CD6-8F98-832BBE08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5F7549-3F90-24C7-FD0C-09713333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_____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_____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  <a:r>
              <a:rPr lang="sk-SK" dirty="0"/>
              <a:t> </a:t>
            </a:r>
            <a:r>
              <a:rPr lang="cs-CZ" sz="1800" noProof="0" dirty="0"/>
              <a:t>(česky: zítra)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3598750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3511-CFD0-E00E-9F93-1C2754533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AF4D4A-BCFE-3B2C-895B-6D888296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BB8547-519C-B0E9-9B1A-A197600E0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_____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  <a:r>
              <a:rPr lang="sk-SK" dirty="0"/>
              <a:t> </a:t>
            </a:r>
            <a:r>
              <a:rPr lang="cs-CZ" sz="1800" dirty="0"/>
              <a:t>(česky: zítra)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4149148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1429-7635-3BA9-C901-D53425AE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C4C023-7EBF-3C04-B5B9-6D3B49B7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FA422E-F3E6-684C-B580-8F2D31C18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  <a:r>
              <a:rPr lang="sk-SK" dirty="0"/>
              <a:t> </a:t>
            </a:r>
            <a:r>
              <a:rPr lang="cs-CZ" sz="1800" dirty="0"/>
              <a:t>(česky: zítra)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2153398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51FB-7433-3310-073A-56D6A378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EBA003-D283-6C9C-89D3-B2C8306C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627B32E-8F55-2B1B-5A76-C80E4937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  <a:r>
              <a:rPr lang="sk-SK" dirty="0"/>
              <a:t> </a:t>
            </a:r>
            <a:r>
              <a:rPr lang="cs-CZ" sz="1800" dirty="0"/>
              <a:t>(česky: zítra)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3854718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1E02-8D4E-78AE-9197-A735DD8B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722972-BA9D-075F-06BB-1B64E112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0EC9642-1CE1-4DAB-8E47-71D27FF3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</a:t>
            </a:r>
            <a:r>
              <a:rPr lang="nb-NO" b="1" dirty="0"/>
              <a:t>om</a:t>
            </a:r>
            <a:r>
              <a:rPr lang="nb-NO" dirty="0"/>
              <a:t>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1931231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9053-544A-7339-7B43-920C8CF7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6F6B5-7116-8445-5EA8-3A3BFA9C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E391EDC-6557-3275-8FAF-B3A7C041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</a:t>
            </a:r>
            <a:r>
              <a:rPr lang="nb-NO" b="1" dirty="0"/>
              <a:t>om</a:t>
            </a:r>
            <a:r>
              <a:rPr lang="nb-NO" dirty="0"/>
              <a:t>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på</a:t>
            </a:r>
            <a:r>
              <a:rPr lang="nb-NO" dirty="0"/>
              <a:t> tirsdag</a:t>
            </a:r>
            <a:r>
              <a:rPr lang="sk-SK" dirty="0"/>
              <a:t> </a:t>
            </a:r>
            <a:r>
              <a:rPr lang="cs-CZ" sz="1800" dirty="0"/>
              <a:t>(česky: v úterý)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160406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7CA4-411B-3E71-34FA-C0AD49B9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EA07F-10E0-7EA3-C785-89A9638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178411-E622-C130-8B3D-1D3BFEDA6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_____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_____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  <a:r>
              <a:rPr lang="sk-SK" dirty="0"/>
              <a:t> </a:t>
            </a:r>
            <a:r>
              <a:rPr lang="cs-CZ" sz="1800" dirty="0"/>
              <a:t>(česky: cestovat do Osla)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1228663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9E9E-5BCE-EDCE-A194-AF7D729B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94E6B-873F-44AE-0389-FAB6E536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81B9FA-85B5-D429-8F32-A4A183BD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_____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  <a:r>
              <a:rPr lang="sk-SK" dirty="0"/>
              <a:t> </a:t>
            </a:r>
            <a:r>
              <a:rPr lang="cs-CZ" sz="1800" dirty="0"/>
              <a:t>(česky: cestovat do Osla)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2135516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E321-DC02-93D0-2E1D-6C20E5E4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03189-6DB7-67B6-F1E1-89BD53E8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83376C-D25D-8DE6-FF98-58F8F510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  <a:r>
              <a:rPr lang="sk-SK" dirty="0"/>
              <a:t> </a:t>
            </a:r>
            <a:r>
              <a:rPr lang="cs-CZ" sz="1800" dirty="0"/>
              <a:t>(česky: cestovat do Osla)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3373335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504B-8D17-B0CE-9915-603C376E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E1913-BA30-EA07-FEA4-BC8FB756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C8BFF7-438A-DA52-EB8D-20F09606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  <a:r>
              <a:rPr lang="sk-SK" dirty="0"/>
              <a:t> </a:t>
            </a:r>
            <a:r>
              <a:rPr lang="cs-CZ" sz="1800" dirty="0"/>
              <a:t>(česky: cestovat do Osla)</a:t>
            </a:r>
            <a:endParaRPr lang="nb-NO" sz="1800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1107076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F9AD-08CC-E7AF-FBC6-06E3C062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D2BEB1-B460-643C-3E77-DB306AB7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2DD301A-1C47-F0F9-FEEC-1A2858682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</a:t>
            </a:r>
            <a:r>
              <a:rPr lang="nb-NO" b="1" dirty="0"/>
              <a:t>i</a:t>
            </a:r>
            <a:r>
              <a:rPr lang="nb-NO" dirty="0"/>
              <a:t>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2528169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D8F3-A0C5-3092-8183-D3058434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FE65DD-9A21-6557-939A-24EC33D6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Extra 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C681ED-9DBD-F23B-5E1A-5B1BEFC6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</a:t>
            </a:r>
            <a:r>
              <a:rPr lang="nb-NO" b="1" dirty="0"/>
              <a:t>i</a:t>
            </a:r>
            <a:r>
              <a:rPr lang="nb-NO" dirty="0"/>
              <a:t>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like måte</a:t>
            </a:r>
          </a:p>
        </p:txBody>
      </p:sp>
    </p:spTree>
    <p:extLst>
      <p:ext uri="{BB962C8B-B14F-4D97-AF65-F5344CB8AC3E}">
        <p14:creationId xmlns:p14="http://schemas.microsoft.com/office/powerpoint/2010/main" val="176203306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1343</Words>
  <Application>Microsoft Office PowerPoint</Application>
  <PresentationFormat>Širokoúhlá obrazovka</PresentationFormat>
  <Paragraphs>263</Paragraphs>
  <Slides>32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Avenir Next LT Pro</vt:lpstr>
      <vt:lpstr>Motív Office</vt:lpstr>
      <vt:lpstr>ColorBlockVTI</vt:lpstr>
      <vt:lpstr>Norština pro začátečníky</vt:lpstr>
      <vt:lpstr>Doplňkové materiály</vt:lpstr>
      <vt:lpstr>Doplňkové materiály</vt:lpstr>
      <vt:lpstr>Příslovce místa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Cvičení 6</vt:lpstr>
      <vt:lpstr>Dopravní prostředky </vt:lpstr>
      <vt:lpstr>Prezentace aplikace PowerPoint</vt:lpstr>
      <vt:lpstr>Extra cvičení</vt:lpstr>
      <vt:lpstr>Číslovky 0–10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  <vt:lpstr>Extra cvičení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2025-10-22T08:05:21Z</dcterms:created>
  <dcterms:modified xsi:type="dcterms:W3CDTF">2025-11-06T14:47:58Z</dcterms:modified>
</cp:coreProperties>
</file>