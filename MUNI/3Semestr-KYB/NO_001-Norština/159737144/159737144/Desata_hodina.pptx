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323" r:id="rId4"/>
    <p:sldId id="257" r:id="rId5"/>
    <p:sldId id="324" r:id="rId6"/>
    <p:sldId id="325" r:id="rId7"/>
    <p:sldId id="326" r:id="rId8"/>
    <p:sldId id="327" r:id="rId9"/>
    <p:sldId id="328" r:id="rId10"/>
    <p:sldId id="258" r:id="rId11"/>
    <p:sldId id="329" r:id="rId12"/>
    <p:sldId id="330" r:id="rId13"/>
    <p:sldId id="331" r:id="rId14"/>
    <p:sldId id="332" r:id="rId15"/>
    <p:sldId id="333" r:id="rId16"/>
    <p:sldId id="259" r:id="rId17"/>
    <p:sldId id="334" r:id="rId18"/>
    <p:sldId id="335" r:id="rId19"/>
    <p:sldId id="336" r:id="rId20"/>
    <p:sldId id="337" r:id="rId21"/>
    <p:sldId id="338" r:id="rId22"/>
    <p:sldId id="260" r:id="rId23"/>
    <p:sldId id="261" r:id="rId24"/>
    <p:sldId id="339" r:id="rId25"/>
    <p:sldId id="340" r:id="rId26"/>
    <p:sldId id="341" r:id="rId27"/>
    <p:sldId id="342" r:id="rId28"/>
    <p:sldId id="343" r:id="rId29"/>
    <p:sldId id="262" r:id="rId30"/>
    <p:sldId id="344" r:id="rId31"/>
    <p:sldId id="345" r:id="rId32"/>
    <p:sldId id="346" r:id="rId33"/>
    <p:sldId id="347" r:id="rId34"/>
    <p:sldId id="348" r:id="rId35"/>
    <p:sldId id="363" r:id="rId36"/>
    <p:sldId id="364" r:id="rId37"/>
    <p:sldId id="365" r:id="rId38"/>
    <p:sldId id="366" r:id="rId39"/>
    <p:sldId id="367" r:id="rId40"/>
    <p:sldId id="368" r:id="rId41"/>
    <p:sldId id="349" r:id="rId42"/>
    <p:sldId id="350" r:id="rId43"/>
    <p:sldId id="351" r:id="rId44"/>
    <p:sldId id="352" r:id="rId45"/>
    <p:sldId id="353" r:id="rId46"/>
    <p:sldId id="354" r:id="rId47"/>
    <p:sldId id="26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20" r:id="rId56"/>
    <p:sldId id="319" r:id="rId57"/>
    <p:sldId id="362" r:id="rId58"/>
    <p:sldId id="321" r:id="rId59"/>
    <p:sldId id="322" r:id="rId60"/>
    <p:sldId id="370" r:id="rId61"/>
    <p:sldId id="36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2C635-BC4F-4B1F-81DF-52B7B848DC8A}" v="4" dt="2024-12-11T09:50:10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štýlu, mriežka tabuľ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DBB2C635-BC4F-4B1F-81DF-52B7B848DC8A}"/>
    <pc:docChg chg="undo custSel addSld modSld sldOrd">
      <pc:chgData name="Tomáš Bratina" userId="2033f5136aa55253" providerId="LiveId" clId="{DBB2C635-BC4F-4B1F-81DF-52B7B848DC8A}" dt="2024-12-11T09:51:16.401" v="824" actId="26606"/>
      <pc:docMkLst>
        <pc:docMk/>
      </pc:docMkLst>
      <pc:sldChg chg="modSp mod">
        <pc:chgData name="Tomáš Bratina" userId="2033f5136aa55253" providerId="LiveId" clId="{DBB2C635-BC4F-4B1F-81DF-52B7B848DC8A}" dt="2024-12-11T08:09:40.741" v="358" actId="20577"/>
        <pc:sldMkLst>
          <pc:docMk/>
          <pc:sldMk cId="211319494" sldId="261"/>
        </pc:sldMkLst>
        <pc:spChg chg="mod">
          <ac:chgData name="Tomáš Bratina" userId="2033f5136aa55253" providerId="LiveId" clId="{DBB2C635-BC4F-4B1F-81DF-52B7B848DC8A}" dt="2024-12-11T08:09:40.741" v="358" actId="20577"/>
          <ac:spMkLst>
            <pc:docMk/>
            <pc:sldMk cId="211319494" sldId="261"/>
            <ac:spMk id="3" creationId="{9B2464F3-0A4C-800A-8752-AF082A515B61}"/>
          </ac:spMkLst>
        </pc:spChg>
      </pc:sldChg>
      <pc:sldChg chg="modSp mod">
        <pc:chgData name="Tomáš Bratina" userId="2033f5136aa55253" providerId="LiveId" clId="{DBB2C635-BC4F-4B1F-81DF-52B7B848DC8A}" dt="2024-12-11T07:57:46.576" v="41" actId="20577"/>
        <pc:sldMkLst>
          <pc:docMk/>
          <pc:sldMk cId="124185727" sldId="262"/>
        </pc:sldMkLst>
        <pc:spChg chg="mod">
          <ac:chgData name="Tomáš Bratina" userId="2033f5136aa55253" providerId="LiveId" clId="{DBB2C635-BC4F-4B1F-81DF-52B7B848DC8A}" dt="2024-12-11T07:57:46.576" v="41" actId="20577"/>
          <ac:spMkLst>
            <pc:docMk/>
            <pc:sldMk cId="124185727" sldId="262"/>
            <ac:spMk id="3" creationId="{6DF1C9D0-28CB-64FB-8630-2C6912D95BA8}"/>
          </ac:spMkLst>
        </pc:spChg>
      </pc:sldChg>
      <pc:sldChg chg="modSp add mod">
        <pc:chgData name="Tomáš Bratina" userId="2033f5136aa55253" providerId="LiveId" clId="{DBB2C635-BC4F-4B1F-81DF-52B7B848DC8A}" dt="2024-12-11T09:17:31.462" v="770" actId="20577"/>
        <pc:sldMkLst>
          <pc:docMk/>
          <pc:sldMk cId="1603987714" sldId="264"/>
        </pc:sldMkLst>
        <pc:spChg chg="mod">
          <ac:chgData name="Tomáš Bratina" userId="2033f5136aa55253" providerId="LiveId" clId="{DBB2C635-BC4F-4B1F-81DF-52B7B848DC8A}" dt="2024-12-11T08:13:57.294" v="369" actId="20577"/>
          <ac:spMkLst>
            <pc:docMk/>
            <pc:sldMk cId="1603987714" sldId="264"/>
            <ac:spMk id="2" creationId="{CA30AC85-454C-B747-6956-0AF9B20E0356}"/>
          </ac:spMkLst>
        </pc:spChg>
        <pc:spChg chg="mod">
          <ac:chgData name="Tomáš Bratina" userId="2033f5136aa55253" providerId="LiveId" clId="{DBB2C635-BC4F-4B1F-81DF-52B7B848DC8A}" dt="2024-12-11T09:17:31.462" v="770" actId="20577"/>
          <ac:spMkLst>
            <pc:docMk/>
            <pc:sldMk cId="1603987714" sldId="264"/>
            <ac:spMk id="3" creationId="{31A5AC5A-A93F-979D-BE1E-A9F98C048AC5}"/>
          </ac:spMkLst>
        </pc:spChg>
      </pc:sldChg>
      <pc:sldChg chg="modSp add mod">
        <pc:chgData name="Tomáš Bratina" userId="2033f5136aa55253" providerId="LiveId" clId="{DBB2C635-BC4F-4B1F-81DF-52B7B848DC8A}" dt="2024-12-11T09:22:28.217" v="811"/>
        <pc:sldMkLst>
          <pc:docMk/>
          <pc:sldMk cId="1764604052" sldId="293"/>
        </pc:sldMkLst>
        <pc:spChg chg="mod">
          <ac:chgData name="Tomáš Bratina" userId="2033f5136aa55253" providerId="LiveId" clId="{DBB2C635-BC4F-4B1F-81DF-52B7B848DC8A}" dt="2024-12-11T09:22:28.217" v="811"/>
          <ac:spMkLst>
            <pc:docMk/>
            <pc:sldMk cId="1764604052" sldId="293"/>
            <ac:spMk id="3" creationId="{15715B3E-7B46-7418-3C0F-5B259DEB6FE9}"/>
          </ac:spMkLst>
        </pc:spChg>
      </pc:sldChg>
      <pc:sldChg chg="modSp mod">
        <pc:chgData name="Tomáš Bratina" userId="2033f5136aa55253" providerId="LiveId" clId="{DBB2C635-BC4F-4B1F-81DF-52B7B848DC8A}" dt="2024-12-11T07:58:46.118" v="57" actId="20577"/>
        <pc:sldMkLst>
          <pc:docMk/>
          <pc:sldMk cId="1432578915" sldId="321"/>
        </pc:sldMkLst>
        <pc:spChg chg="mod">
          <ac:chgData name="Tomáš Bratina" userId="2033f5136aa55253" providerId="LiveId" clId="{DBB2C635-BC4F-4B1F-81DF-52B7B848DC8A}" dt="2024-12-11T07:58:46.118" v="57" actId="20577"/>
          <ac:spMkLst>
            <pc:docMk/>
            <pc:sldMk cId="1432578915" sldId="321"/>
            <ac:spMk id="3" creationId="{0569BC68-627B-E782-3515-D57D422108BD}"/>
          </ac:spMkLst>
        </pc:spChg>
      </pc:sldChg>
      <pc:sldChg chg="modSp mod">
        <pc:chgData name="Tomáš Bratina" userId="2033f5136aa55253" providerId="LiveId" clId="{DBB2C635-BC4F-4B1F-81DF-52B7B848DC8A}" dt="2024-12-11T09:12:25.509" v="762" actId="113"/>
        <pc:sldMkLst>
          <pc:docMk/>
          <pc:sldMk cId="3201488444" sldId="323"/>
        </pc:sldMkLst>
        <pc:spChg chg="mod">
          <ac:chgData name="Tomáš Bratina" userId="2033f5136aa55253" providerId="LiveId" clId="{DBB2C635-BC4F-4B1F-81DF-52B7B848DC8A}" dt="2024-12-11T09:12:25.509" v="762" actId="113"/>
          <ac:spMkLst>
            <pc:docMk/>
            <pc:sldMk cId="3201488444" sldId="323"/>
            <ac:spMk id="3" creationId="{5B5433A9-A88F-0358-E671-87BC23AD04B8}"/>
          </ac:spMkLst>
        </pc:spChg>
        <pc:graphicFrameChg chg="modGraphic">
          <ac:chgData name="Tomáš Bratina" userId="2033f5136aa55253" providerId="LiveId" clId="{DBB2C635-BC4F-4B1F-81DF-52B7B848DC8A}" dt="2024-12-11T07:52:32.757" v="34" actId="255"/>
          <ac:graphicFrameMkLst>
            <pc:docMk/>
            <pc:sldMk cId="3201488444" sldId="323"/>
            <ac:graphicFrameMk id="4" creationId="{F15E0D74-42B9-2768-B503-E88F3CEF9498}"/>
          </ac:graphicFrameMkLst>
        </pc:graphicFrameChg>
      </pc:sldChg>
      <pc:sldChg chg="modSp mod">
        <pc:chgData name="Tomáš Bratina" userId="2033f5136aa55253" providerId="LiveId" clId="{DBB2C635-BC4F-4B1F-81DF-52B7B848DC8A}" dt="2024-12-11T08:09:47.170" v="359"/>
        <pc:sldMkLst>
          <pc:docMk/>
          <pc:sldMk cId="1879450495" sldId="339"/>
        </pc:sldMkLst>
        <pc:spChg chg="mod">
          <ac:chgData name="Tomáš Bratina" userId="2033f5136aa55253" providerId="LiveId" clId="{DBB2C635-BC4F-4B1F-81DF-52B7B848DC8A}" dt="2024-12-11T08:09:47.170" v="359"/>
          <ac:spMkLst>
            <pc:docMk/>
            <pc:sldMk cId="1879450495" sldId="339"/>
            <ac:spMk id="3" creationId="{351AAA09-08A9-86DC-8853-E452F7B6EF5A}"/>
          </ac:spMkLst>
        </pc:spChg>
      </pc:sldChg>
      <pc:sldChg chg="modSp mod">
        <pc:chgData name="Tomáš Bratina" userId="2033f5136aa55253" providerId="LiveId" clId="{DBB2C635-BC4F-4B1F-81DF-52B7B848DC8A}" dt="2024-12-11T08:09:50.330" v="360"/>
        <pc:sldMkLst>
          <pc:docMk/>
          <pc:sldMk cId="715777007" sldId="340"/>
        </pc:sldMkLst>
        <pc:spChg chg="mod">
          <ac:chgData name="Tomáš Bratina" userId="2033f5136aa55253" providerId="LiveId" clId="{DBB2C635-BC4F-4B1F-81DF-52B7B848DC8A}" dt="2024-12-11T08:09:50.330" v="360"/>
          <ac:spMkLst>
            <pc:docMk/>
            <pc:sldMk cId="715777007" sldId="340"/>
            <ac:spMk id="3" creationId="{D484809C-B220-FDA1-EF46-60D830420236}"/>
          </ac:spMkLst>
        </pc:spChg>
      </pc:sldChg>
      <pc:sldChg chg="modSp mod">
        <pc:chgData name="Tomáš Bratina" userId="2033f5136aa55253" providerId="LiveId" clId="{DBB2C635-BC4F-4B1F-81DF-52B7B848DC8A}" dt="2024-12-11T08:09:52.786" v="361"/>
        <pc:sldMkLst>
          <pc:docMk/>
          <pc:sldMk cId="2092555182" sldId="341"/>
        </pc:sldMkLst>
        <pc:spChg chg="mod">
          <ac:chgData name="Tomáš Bratina" userId="2033f5136aa55253" providerId="LiveId" clId="{DBB2C635-BC4F-4B1F-81DF-52B7B848DC8A}" dt="2024-12-11T08:09:52.786" v="361"/>
          <ac:spMkLst>
            <pc:docMk/>
            <pc:sldMk cId="2092555182" sldId="341"/>
            <ac:spMk id="3" creationId="{DB2153DD-74EE-5F2C-7737-33099BEB362B}"/>
          </ac:spMkLst>
        </pc:spChg>
      </pc:sldChg>
      <pc:sldChg chg="modSp mod">
        <pc:chgData name="Tomáš Bratina" userId="2033f5136aa55253" providerId="LiveId" clId="{DBB2C635-BC4F-4B1F-81DF-52B7B848DC8A}" dt="2024-12-11T08:09:57.053" v="362"/>
        <pc:sldMkLst>
          <pc:docMk/>
          <pc:sldMk cId="3434786552" sldId="342"/>
        </pc:sldMkLst>
        <pc:spChg chg="mod">
          <ac:chgData name="Tomáš Bratina" userId="2033f5136aa55253" providerId="LiveId" clId="{DBB2C635-BC4F-4B1F-81DF-52B7B848DC8A}" dt="2024-12-11T08:09:57.053" v="362"/>
          <ac:spMkLst>
            <pc:docMk/>
            <pc:sldMk cId="3434786552" sldId="342"/>
            <ac:spMk id="3" creationId="{C745D33C-1A59-0946-61C1-B978C85CF353}"/>
          </ac:spMkLst>
        </pc:spChg>
      </pc:sldChg>
      <pc:sldChg chg="modSp mod">
        <pc:chgData name="Tomáš Bratina" userId="2033f5136aa55253" providerId="LiveId" clId="{DBB2C635-BC4F-4B1F-81DF-52B7B848DC8A}" dt="2024-12-11T08:09:59.901" v="363"/>
        <pc:sldMkLst>
          <pc:docMk/>
          <pc:sldMk cId="2940840102" sldId="343"/>
        </pc:sldMkLst>
        <pc:spChg chg="mod">
          <ac:chgData name="Tomáš Bratina" userId="2033f5136aa55253" providerId="LiveId" clId="{DBB2C635-BC4F-4B1F-81DF-52B7B848DC8A}" dt="2024-12-11T08:09:59.901" v="363"/>
          <ac:spMkLst>
            <pc:docMk/>
            <pc:sldMk cId="2940840102" sldId="343"/>
            <ac:spMk id="3" creationId="{A22DC200-F62A-3B28-797A-040FC95149AC}"/>
          </ac:spMkLst>
        </pc:spChg>
      </pc:sldChg>
      <pc:sldChg chg="modSp mod">
        <pc:chgData name="Tomáš Bratina" userId="2033f5136aa55253" providerId="LiveId" clId="{DBB2C635-BC4F-4B1F-81DF-52B7B848DC8A}" dt="2024-12-11T07:58:05.433" v="52" actId="20577"/>
        <pc:sldMkLst>
          <pc:docMk/>
          <pc:sldMk cId="3861502121" sldId="344"/>
        </pc:sldMkLst>
        <pc:spChg chg="mod">
          <ac:chgData name="Tomáš Bratina" userId="2033f5136aa55253" providerId="LiveId" clId="{DBB2C635-BC4F-4B1F-81DF-52B7B848DC8A}" dt="2024-12-11T07:58:05.433" v="52" actId="20577"/>
          <ac:spMkLst>
            <pc:docMk/>
            <pc:sldMk cId="3861502121" sldId="344"/>
            <ac:spMk id="3" creationId="{065F5FD5-155A-7D38-1210-10750C09AB21}"/>
          </ac:spMkLst>
        </pc:spChg>
      </pc:sldChg>
      <pc:sldChg chg="modSp mod">
        <pc:chgData name="Tomáš Bratina" userId="2033f5136aa55253" providerId="LiveId" clId="{DBB2C635-BC4F-4B1F-81DF-52B7B848DC8A}" dt="2024-12-11T07:58:11.016" v="53"/>
        <pc:sldMkLst>
          <pc:docMk/>
          <pc:sldMk cId="3331060474" sldId="345"/>
        </pc:sldMkLst>
        <pc:spChg chg="mod">
          <ac:chgData name="Tomáš Bratina" userId="2033f5136aa55253" providerId="LiveId" clId="{DBB2C635-BC4F-4B1F-81DF-52B7B848DC8A}" dt="2024-12-11T07:58:11.016" v="53"/>
          <ac:spMkLst>
            <pc:docMk/>
            <pc:sldMk cId="3331060474" sldId="345"/>
            <ac:spMk id="3" creationId="{CCF1753A-BAC4-9C6E-8413-45B79E371F0F}"/>
          </ac:spMkLst>
        </pc:spChg>
      </pc:sldChg>
      <pc:sldChg chg="modSp mod">
        <pc:chgData name="Tomáš Bratina" userId="2033f5136aa55253" providerId="LiveId" clId="{DBB2C635-BC4F-4B1F-81DF-52B7B848DC8A}" dt="2024-12-11T07:58:13.257" v="54"/>
        <pc:sldMkLst>
          <pc:docMk/>
          <pc:sldMk cId="3442943710" sldId="346"/>
        </pc:sldMkLst>
        <pc:spChg chg="mod">
          <ac:chgData name="Tomáš Bratina" userId="2033f5136aa55253" providerId="LiveId" clId="{DBB2C635-BC4F-4B1F-81DF-52B7B848DC8A}" dt="2024-12-11T07:58:13.257" v="54"/>
          <ac:spMkLst>
            <pc:docMk/>
            <pc:sldMk cId="3442943710" sldId="346"/>
            <ac:spMk id="3" creationId="{A877A36A-5AA8-FE56-F4C5-E82AE2F31F63}"/>
          </ac:spMkLst>
        </pc:spChg>
      </pc:sldChg>
      <pc:sldChg chg="modSp mod">
        <pc:chgData name="Tomáš Bratina" userId="2033f5136aa55253" providerId="LiveId" clId="{DBB2C635-BC4F-4B1F-81DF-52B7B848DC8A}" dt="2024-12-11T09:18:50.649" v="782" actId="113"/>
        <pc:sldMkLst>
          <pc:docMk/>
          <pc:sldMk cId="577879226" sldId="347"/>
        </pc:sldMkLst>
        <pc:spChg chg="mod">
          <ac:chgData name="Tomáš Bratina" userId="2033f5136aa55253" providerId="LiveId" clId="{DBB2C635-BC4F-4B1F-81DF-52B7B848DC8A}" dt="2024-12-11T09:18:50.649" v="782" actId="113"/>
          <ac:spMkLst>
            <pc:docMk/>
            <pc:sldMk cId="577879226" sldId="347"/>
            <ac:spMk id="3" creationId="{F38F6EA6-2874-5256-F5E2-DB6BF9FEF8FA}"/>
          </ac:spMkLst>
        </pc:spChg>
      </pc:sldChg>
      <pc:sldChg chg="modSp mod">
        <pc:chgData name="Tomáš Bratina" userId="2033f5136aa55253" providerId="LiveId" clId="{DBB2C635-BC4F-4B1F-81DF-52B7B848DC8A}" dt="2024-12-11T09:19:18.050" v="783"/>
        <pc:sldMkLst>
          <pc:docMk/>
          <pc:sldMk cId="525931613" sldId="348"/>
        </pc:sldMkLst>
        <pc:spChg chg="mod">
          <ac:chgData name="Tomáš Bratina" userId="2033f5136aa55253" providerId="LiveId" clId="{DBB2C635-BC4F-4B1F-81DF-52B7B848DC8A}" dt="2024-12-11T09:19:18.050" v="783"/>
          <ac:spMkLst>
            <pc:docMk/>
            <pc:sldMk cId="525931613" sldId="348"/>
            <ac:spMk id="3" creationId="{411C7B84-3396-E216-D41B-A668A42DE814}"/>
          </ac:spMkLst>
        </pc:spChg>
      </pc:sldChg>
      <pc:sldChg chg="modSp add mod ord">
        <pc:chgData name="Tomáš Bratina" userId="2033f5136aa55253" providerId="LiveId" clId="{DBB2C635-BC4F-4B1F-81DF-52B7B848DC8A}" dt="2024-12-11T08:07:37.399" v="305" actId="20577"/>
        <pc:sldMkLst>
          <pc:docMk/>
          <pc:sldMk cId="3926240366" sldId="349"/>
        </pc:sldMkLst>
        <pc:spChg chg="mod">
          <ac:chgData name="Tomáš Bratina" userId="2033f5136aa55253" providerId="LiveId" clId="{DBB2C635-BC4F-4B1F-81DF-52B7B848DC8A}" dt="2024-12-11T08:02:49.935" v="85" actId="20577"/>
          <ac:spMkLst>
            <pc:docMk/>
            <pc:sldMk cId="3926240366" sldId="349"/>
            <ac:spMk id="2" creationId="{8033D28C-9664-491B-AD20-E40E35634060}"/>
          </ac:spMkLst>
        </pc:spChg>
        <pc:spChg chg="mod">
          <ac:chgData name="Tomáš Bratina" userId="2033f5136aa55253" providerId="LiveId" clId="{DBB2C635-BC4F-4B1F-81DF-52B7B848DC8A}" dt="2024-12-11T08:07:37.399" v="305" actId="20577"/>
          <ac:spMkLst>
            <pc:docMk/>
            <pc:sldMk cId="3926240366" sldId="349"/>
            <ac:spMk id="3" creationId="{55683DF0-10DD-194D-96EA-1FBA488AD87B}"/>
          </ac:spMkLst>
        </pc:spChg>
      </pc:sldChg>
      <pc:sldChg chg="modSp add mod">
        <pc:chgData name="Tomáš Bratina" userId="2033f5136aa55253" providerId="LiveId" clId="{DBB2C635-BC4F-4B1F-81DF-52B7B848DC8A}" dt="2024-12-11T08:07:51.809" v="311" actId="207"/>
        <pc:sldMkLst>
          <pc:docMk/>
          <pc:sldMk cId="3796361905" sldId="350"/>
        </pc:sldMkLst>
        <pc:spChg chg="mod">
          <ac:chgData name="Tomáš Bratina" userId="2033f5136aa55253" providerId="LiveId" clId="{DBB2C635-BC4F-4B1F-81DF-52B7B848DC8A}" dt="2024-12-11T08:07:51.809" v="311" actId="207"/>
          <ac:spMkLst>
            <pc:docMk/>
            <pc:sldMk cId="3796361905" sldId="350"/>
            <ac:spMk id="3" creationId="{722367E0-31BC-4228-F16F-CB80E1062061}"/>
          </ac:spMkLst>
        </pc:spChg>
      </pc:sldChg>
      <pc:sldChg chg="modSp add mod">
        <pc:chgData name="Tomáš Bratina" userId="2033f5136aa55253" providerId="LiveId" clId="{DBB2C635-BC4F-4B1F-81DF-52B7B848DC8A}" dt="2024-12-11T08:07:59.925" v="317" actId="20577"/>
        <pc:sldMkLst>
          <pc:docMk/>
          <pc:sldMk cId="2896383607" sldId="351"/>
        </pc:sldMkLst>
        <pc:spChg chg="mod">
          <ac:chgData name="Tomáš Bratina" userId="2033f5136aa55253" providerId="LiveId" clId="{DBB2C635-BC4F-4B1F-81DF-52B7B848DC8A}" dt="2024-12-11T08:07:59.925" v="317" actId="20577"/>
          <ac:spMkLst>
            <pc:docMk/>
            <pc:sldMk cId="2896383607" sldId="351"/>
            <ac:spMk id="3" creationId="{B0C88ABB-A6BC-6F5D-746A-559DEA66C49E}"/>
          </ac:spMkLst>
        </pc:spChg>
      </pc:sldChg>
      <pc:sldChg chg="modSp add mod">
        <pc:chgData name="Tomáš Bratina" userId="2033f5136aa55253" providerId="LiveId" clId="{DBB2C635-BC4F-4B1F-81DF-52B7B848DC8A}" dt="2024-12-11T08:08:06.959" v="323" actId="20577"/>
        <pc:sldMkLst>
          <pc:docMk/>
          <pc:sldMk cId="3072193319" sldId="352"/>
        </pc:sldMkLst>
        <pc:spChg chg="mod">
          <ac:chgData name="Tomáš Bratina" userId="2033f5136aa55253" providerId="LiveId" clId="{DBB2C635-BC4F-4B1F-81DF-52B7B848DC8A}" dt="2024-12-11T08:08:06.959" v="323" actId="20577"/>
          <ac:spMkLst>
            <pc:docMk/>
            <pc:sldMk cId="3072193319" sldId="352"/>
            <ac:spMk id="3" creationId="{E22CDD0F-6F58-5EB8-45E8-1D1D0B3AFB31}"/>
          </ac:spMkLst>
        </pc:spChg>
      </pc:sldChg>
      <pc:sldChg chg="modSp add mod">
        <pc:chgData name="Tomáš Bratina" userId="2033f5136aa55253" providerId="LiveId" clId="{DBB2C635-BC4F-4B1F-81DF-52B7B848DC8A}" dt="2024-12-11T08:08:16.543" v="329" actId="20577"/>
        <pc:sldMkLst>
          <pc:docMk/>
          <pc:sldMk cId="3915042706" sldId="353"/>
        </pc:sldMkLst>
        <pc:spChg chg="mod">
          <ac:chgData name="Tomáš Bratina" userId="2033f5136aa55253" providerId="LiveId" clId="{DBB2C635-BC4F-4B1F-81DF-52B7B848DC8A}" dt="2024-12-11T08:08:16.543" v="329" actId="20577"/>
          <ac:spMkLst>
            <pc:docMk/>
            <pc:sldMk cId="3915042706" sldId="353"/>
            <ac:spMk id="3" creationId="{19F56223-0417-D8BF-0D36-56787EDF8C17}"/>
          </ac:spMkLst>
        </pc:spChg>
      </pc:sldChg>
      <pc:sldChg chg="addSp delSp modSp add mod">
        <pc:chgData name="Tomáš Bratina" userId="2033f5136aa55253" providerId="LiveId" clId="{DBB2C635-BC4F-4B1F-81DF-52B7B848DC8A}" dt="2024-12-11T08:13:44.315" v="365" actId="22"/>
        <pc:sldMkLst>
          <pc:docMk/>
          <pc:sldMk cId="3435769652" sldId="354"/>
        </pc:sldMkLst>
        <pc:spChg chg="mod">
          <ac:chgData name="Tomáš Bratina" userId="2033f5136aa55253" providerId="LiveId" clId="{DBB2C635-BC4F-4B1F-81DF-52B7B848DC8A}" dt="2024-12-11T08:08:23.920" v="335" actId="20577"/>
          <ac:spMkLst>
            <pc:docMk/>
            <pc:sldMk cId="3435769652" sldId="354"/>
            <ac:spMk id="3" creationId="{3A8F5293-7AF8-DDC7-4E4F-1620C884D6CB}"/>
          </ac:spMkLst>
        </pc:spChg>
        <pc:spChg chg="add del">
          <ac:chgData name="Tomáš Bratina" userId="2033f5136aa55253" providerId="LiveId" clId="{DBB2C635-BC4F-4B1F-81DF-52B7B848DC8A}" dt="2024-12-11T08:13:44.315" v="365" actId="22"/>
          <ac:spMkLst>
            <pc:docMk/>
            <pc:sldMk cId="3435769652" sldId="354"/>
            <ac:spMk id="5" creationId="{429F5E04-63DB-4D17-DA47-38ABB06D8A96}"/>
          </ac:spMkLst>
        </pc:spChg>
      </pc:sldChg>
      <pc:sldChg chg="modSp add mod">
        <pc:chgData name="Tomáš Bratina" userId="2033f5136aa55253" providerId="LiveId" clId="{DBB2C635-BC4F-4B1F-81DF-52B7B848DC8A}" dt="2024-12-11T08:14:22.492" v="379" actId="20577"/>
        <pc:sldMkLst>
          <pc:docMk/>
          <pc:sldMk cId="2793435368" sldId="355"/>
        </pc:sldMkLst>
        <pc:spChg chg="mod">
          <ac:chgData name="Tomáš Bratina" userId="2033f5136aa55253" providerId="LiveId" clId="{DBB2C635-BC4F-4B1F-81DF-52B7B848DC8A}" dt="2024-12-11T08:14:22.492" v="379" actId="20577"/>
          <ac:spMkLst>
            <pc:docMk/>
            <pc:sldMk cId="2793435368" sldId="355"/>
            <ac:spMk id="3" creationId="{3D0840ED-8421-9ED7-ED3F-19EE8B97DBDA}"/>
          </ac:spMkLst>
        </pc:spChg>
      </pc:sldChg>
      <pc:sldChg chg="modSp add mod">
        <pc:chgData name="Tomáš Bratina" userId="2033f5136aa55253" providerId="LiveId" clId="{DBB2C635-BC4F-4B1F-81DF-52B7B848DC8A}" dt="2024-12-11T08:14:29.766" v="389" actId="20577"/>
        <pc:sldMkLst>
          <pc:docMk/>
          <pc:sldMk cId="289400724" sldId="356"/>
        </pc:sldMkLst>
        <pc:spChg chg="mod">
          <ac:chgData name="Tomáš Bratina" userId="2033f5136aa55253" providerId="LiveId" clId="{DBB2C635-BC4F-4B1F-81DF-52B7B848DC8A}" dt="2024-12-11T08:14:29.766" v="389" actId="20577"/>
          <ac:spMkLst>
            <pc:docMk/>
            <pc:sldMk cId="289400724" sldId="356"/>
            <ac:spMk id="3" creationId="{0D525969-7F91-DBA7-8684-F25ED58ED786}"/>
          </ac:spMkLst>
        </pc:spChg>
      </pc:sldChg>
      <pc:sldChg chg="modSp add mod">
        <pc:chgData name="Tomáš Bratina" userId="2033f5136aa55253" providerId="LiveId" clId="{DBB2C635-BC4F-4B1F-81DF-52B7B848DC8A}" dt="2024-12-11T08:14:40.670" v="399" actId="20577"/>
        <pc:sldMkLst>
          <pc:docMk/>
          <pc:sldMk cId="4052336656" sldId="357"/>
        </pc:sldMkLst>
        <pc:spChg chg="mod">
          <ac:chgData name="Tomáš Bratina" userId="2033f5136aa55253" providerId="LiveId" clId="{DBB2C635-BC4F-4B1F-81DF-52B7B848DC8A}" dt="2024-12-11T08:14:40.670" v="399" actId="20577"/>
          <ac:spMkLst>
            <pc:docMk/>
            <pc:sldMk cId="4052336656" sldId="357"/>
            <ac:spMk id="3" creationId="{46DB17DE-284A-BE2C-818A-B8FA07E8999C}"/>
          </ac:spMkLst>
        </pc:spChg>
      </pc:sldChg>
      <pc:sldChg chg="modSp add mod">
        <pc:chgData name="Tomáš Bratina" userId="2033f5136aa55253" providerId="LiveId" clId="{DBB2C635-BC4F-4B1F-81DF-52B7B848DC8A}" dt="2024-12-11T08:14:50.276" v="409" actId="20577"/>
        <pc:sldMkLst>
          <pc:docMk/>
          <pc:sldMk cId="2667198173" sldId="358"/>
        </pc:sldMkLst>
        <pc:spChg chg="mod">
          <ac:chgData name="Tomáš Bratina" userId="2033f5136aa55253" providerId="LiveId" clId="{DBB2C635-BC4F-4B1F-81DF-52B7B848DC8A}" dt="2024-12-11T08:14:50.276" v="409" actId="20577"/>
          <ac:spMkLst>
            <pc:docMk/>
            <pc:sldMk cId="2667198173" sldId="358"/>
            <ac:spMk id="3" creationId="{239B58FB-125E-9509-AD69-034DBA817A8A}"/>
          </ac:spMkLst>
        </pc:spChg>
      </pc:sldChg>
      <pc:sldChg chg="modSp add mod">
        <pc:chgData name="Tomáš Bratina" userId="2033f5136aa55253" providerId="LiveId" clId="{DBB2C635-BC4F-4B1F-81DF-52B7B848DC8A}" dt="2024-12-11T08:15:05.014" v="412"/>
        <pc:sldMkLst>
          <pc:docMk/>
          <pc:sldMk cId="277937996" sldId="359"/>
        </pc:sldMkLst>
        <pc:spChg chg="mod">
          <ac:chgData name="Tomáš Bratina" userId="2033f5136aa55253" providerId="LiveId" clId="{DBB2C635-BC4F-4B1F-81DF-52B7B848DC8A}" dt="2024-12-11T08:15:05.014" v="412"/>
          <ac:spMkLst>
            <pc:docMk/>
            <pc:sldMk cId="277937996" sldId="359"/>
            <ac:spMk id="3" creationId="{D3FF66FE-0EE2-B6F9-3222-4517C1E17ED4}"/>
          </ac:spMkLst>
        </pc:spChg>
      </pc:sldChg>
      <pc:sldChg chg="modSp add mod">
        <pc:chgData name="Tomáš Bratina" userId="2033f5136aa55253" providerId="LiveId" clId="{DBB2C635-BC4F-4B1F-81DF-52B7B848DC8A}" dt="2024-12-11T08:15:14.670" v="414"/>
        <pc:sldMkLst>
          <pc:docMk/>
          <pc:sldMk cId="3549626201" sldId="360"/>
        </pc:sldMkLst>
        <pc:spChg chg="mod">
          <ac:chgData name="Tomáš Bratina" userId="2033f5136aa55253" providerId="LiveId" clId="{DBB2C635-BC4F-4B1F-81DF-52B7B848DC8A}" dt="2024-12-11T08:15:14.670" v="414"/>
          <ac:spMkLst>
            <pc:docMk/>
            <pc:sldMk cId="3549626201" sldId="360"/>
            <ac:spMk id="3" creationId="{CC7EB6A9-C135-E07D-D4DC-C4957C81E27F}"/>
          </ac:spMkLst>
        </pc:spChg>
      </pc:sldChg>
      <pc:sldChg chg="modSp add mod">
        <pc:chgData name="Tomáš Bratina" userId="2033f5136aa55253" providerId="LiveId" clId="{DBB2C635-BC4F-4B1F-81DF-52B7B848DC8A}" dt="2024-12-11T08:15:22.044" v="416"/>
        <pc:sldMkLst>
          <pc:docMk/>
          <pc:sldMk cId="284130007" sldId="361"/>
        </pc:sldMkLst>
        <pc:spChg chg="mod">
          <ac:chgData name="Tomáš Bratina" userId="2033f5136aa55253" providerId="LiveId" clId="{DBB2C635-BC4F-4B1F-81DF-52B7B848DC8A}" dt="2024-12-11T08:15:22.044" v="416"/>
          <ac:spMkLst>
            <pc:docMk/>
            <pc:sldMk cId="284130007" sldId="361"/>
            <ac:spMk id="3" creationId="{778DFA53-D387-3191-E09E-B5DF887393D8}"/>
          </ac:spMkLst>
        </pc:spChg>
      </pc:sldChg>
      <pc:sldChg chg="addSp delSp modSp new mod setBg">
        <pc:chgData name="Tomáš Bratina" userId="2033f5136aa55253" providerId="LiveId" clId="{DBB2C635-BC4F-4B1F-81DF-52B7B848DC8A}" dt="2024-12-11T08:17:14.857" v="444" actId="478"/>
        <pc:sldMkLst>
          <pc:docMk/>
          <pc:sldMk cId="2289276558" sldId="362"/>
        </pc:sldMkLst>
        <pc:spChg chg="mod">
          <ac:chgData name="Tomáš Bratina" userId="2033f5136aa55253" providerId="LiveId" clId="{DBB2C635-BC4F-4B1F-81DF-52B7B848DC8A}" dt="2024-12-11T08:17:12.540" v="443" actId="26606"/>
          <ac:spMkLst>
            <pc:docMk/>
            <pc:sldMk cId="2289276558" sldId="362"/>
            <ac:spMk id="2" creationId="{BB336B79-4318-8D2F-F65B-8CC80D2A9E44}"/>
          </ac:spMkLst>
        </pc:spChg>
        <pc:spChg chg="del mod">
          <ac:chgData name="Tomáš Bratina" userId="2033f5136aa55253" providerId="LiveId" clId="{DBB2C635-BC4F-4B1F-81DF-52B7B848DC8A}" dt="2024-12-11T08:17:14.857" v="444" actId="478"/>
          <ac:spMkLst>
            <pc:docMk/>
            <pc:sldMk cId="2289276558" sldId="362"/>
            <ac:spMk id="3" creationId="{3B07029F-49C2-128D-0931-8D96F2C53BB1}"/>
          </ac:spMkLst>
        </pc:spChg>
        <pc:spChg chg="add">
          <ac:chgData name="Tomáš Bratina" userId="2033f5136aa55253" providerId="LiveId" clId="{DBB2C635-BC4F-4B1F-81DF-52B7B848DC8A}" dt="2024-12-11T08:17:12.540" v="443" actId="26606"/>
          <ac:spMkLst>
            <pc:docMk/>
            <pc:sldMk cId="2289276558" sldId="362"/>
            <ac:spMk id="8" creationId="{6C7B0A0A-F98A-4246-8D74-5859897B0FA1}"/>
          </ac:spMkLst>
        </pc:spChg>
        <pc:spChg chg="add">
          <ac:chgData name="Tomáš Bratina" userId="2033f5136aa55253" providerId="LiveId" clId="{DBB2C635-BC4F-4B1F-81DF-52B7B848DC8A}" dt="2024-12-11T08:17:12.540" v="443" actId="26606"/>
          <ac:spMkLst>
            <pc:docMk/>
            <pc:sldMk cId="2289276558" sldId="362"/>
            <ac:spMk id="10" creationId="{604D41A3-547A-41D1-96E2-F0E878302BBE}"/>
          </ac:spMkLst>
        </pc:spChg>
      </pc:sldChg>
      <pc:sldChg chg="modSp new mod">
        <pc:chgData name="Tomáš Bratina" userId="2033f5136aa55253" providerId="LiveId" clId="{DBB2C635-BC4F-4B1F-81DF-52B7B848DC8A}" dt="2024-12-11T08:27:10.678" v="629"/>
        <pc:sldMkLst>
          <pc:docMk/>
          <pc:sldMk cId="538581674" sldId="363"/>
        </pc:sldMkLst>
        <pc:spChg chg="mod">
          <ac:chgData name="Tomáš Bratina" userId="2033f5136aa55253" providerId="LiveId" clId="{DBB2C635-BC4F-4B1F-81DF-52B7B848DC8A}" dt="2024-12-11T08:18:37.764" v="492" actId="20577"/>
          <ac:spMkLst>
            <pc:docMk/>
            <pc:sldMk cId="538581674" sldId="363"/>
            <ac:spMk id="2" creationId="{65EB01A2-D98F-DD44-CDD0-56E0070B919E}"/>
          </ac:spMkLst>
        </pc:spChg>
        <pc:spChg chg="mod">
          <ac:chgData name="Tomáš Bratina" userId="2033f5136aa55253" providerId="LiveId" clId="{DBB2C635-BC4F-4B1F-81DF-52B7B848DC8A}" dt="2024-12-11T08:27:10.678" v="629"/>
          <ac:spMkLst>
            <pc:docMk/>
            <pc:sldMk cId="538581674" sldId="363"/>
            <ac:spMk id="3" creationId="{99D022B0-9BEC-CBA3-7BB2-419B59E7BCAC}"/>
          </ac:spMkLst>
        </pc:spChg>
      </pc:sldChg>
      <pc:sldChg chg="modSp add mod">
        <pc:chgData name="Tomáš Bratina" userId="2033f5136aa55253" providerId="LiveId" clId="{DBB2C635-BC4F-4B1F-81DF-52B7B848DC8A}" dt="2024-12-11T08:27:13.669" v="630"/>
        <pc:sldMkLst>
          <pc:docMk/>
          <pc:sldMk cId="4157494895" sldId="364"/>
        </pc:sldMkLst>
        <pc:spChg chg="mod">
          <ac:chgData name="Tomáš Bratina" userId="2033f5136aa55253" providerId="LiveId" clId="{DBB2C635-BC4F-4B1F-81DF-52B7B848DC8A}" dt="2024-12-11T08:27:13.669" v="630"/>
          <ac:spMkLst>
            <pc:docMk/>
            <pc:sldMk cId="4157494895" sldId="364"/>
            <ac:spMk id="3" creationId="{C95FE0E6-190A-90D3-6FB1-38F2F27841FC}"/>
          </ac:spMkLst>
        </pc:spChg>
      </pc:sldChg>
      <pc:sldChg chg="modSp add mod">
        <pc:chgData name="Tomáš Bratina" userId="2033f5136aa55253" providerId="LiveId" clId="{DBB2C635-BC4F-4B1F-81DF-52B7B848DC8A}" dt="2024-12-11T08:27:23.763" v="633" actId="113"/>
        <pc:sldMkLst>
          <pc:docMk/>
          <pc:sldMk cId="345505765" sldId="365"/>
        </pc:sldMkLst>
        <pc:spChg chg="mod">
          <ac:chgData name="Tomáš Bratina" userId="2033f5136aa55253" providerId="LiveId" clId="{DBB2C635-BC4F-4B1F-81DF-52B7B848DC8A}" dt="2024-12-11T08:27:23.763" v="633" actId="113"/>
          <ac:spMkLst>
            <pc:docMk/>
            <pc:sldMk cId="345505765" sldId="365"/>
            <ac:spMk id="3" creationId="{EE597FD0-4A2E-6997-1EB7-73F6EBBBB470}"/>
          </ac:spMkLst>
        </pc:spChg>
      </pc:sldChg>
      <pc:sldChg chg="modSp add mod">
        <pc:chgData name="Tomáš Bratina" userId="2033f5136aa55253" providerId="LiveId" clId="{DBB2C635-BC4F-4B1F-81DF-52B7B848DC8A}" dt="2024-12-11T08:27:28.538" v="635" actId="113"/>
        <pc:sldMkLst>
          <pc:docMk/>
          <pc:sldMk cId="2607521744" sldId="366"/>
        </pc:sldMkLst>
        <pc:spChg chg="mod">
          <ac:chgData name="Tomáš Bratina" userId="2033f5136aa55253" providerId="LiveId" clId="{DBB2C635-BC4F-4B1F-81DF-52B7B848DC8A}" dt="2024-12-11T08:27:28.538" v="635" actId="113"/>
          <ac:spMkLst>
            <pc:docMk/>
            <pc:sldMk cId="2607521744" sldId="366"/>
            <ac:spMk id="3" creationId="{14176A48-7B3D-D4F7-A743-12F505EF1FE4}"/>
          </ac:spMkLst>
        </pc:spChg>
      </pc:sldChg>
      <pc:sldChg chg="modSp add mod">
        <pc:chgData name="Tomáš Bratina" userId="2033f5136aa55253" providerId="LiveId" clId="{DBB2C635-BC4F-4B1F-81DF-52B7B848DC8A}" dt="2024-12-11T08:27:31.516" v="636"/>
        <pc:sldMkLst>
          <pc:docMk/>
          <pc:sldMk cId="4247832802" sldId="367"/>
        </pc:sldMkLst>
        <pc:spChg chg="mod">
          <ac:chgData name="Tomáš Bratina" userId="2033f5136aa55253" providerId="LiveId" clId="{DBB2C635-BC4F-4B1F-81DF-52B7B848DC8A}" dt="2024-12-11T08:27:31.516" v="636"/>
          <ac:spMkLst>
            <pc:docMk/>
            <pc:sldMk cId="4247832802" sldId="367"/>
            <ac:spMk id="3" creationId="{D7513C63-EAF3-4D0C-7CC8-785AC395002C}"/>
          </ac:spMkLst>
        </pc:spChg>
      </pc:sldChg>
      <pc:sldChg chg="modSp add mod">
        <pc:chgData name="Tomáš Bratina" userId="2033f5136aa55253" providerId="LiveId" clId="{DBB2C635-BC4F-4B1F-81DF-52B7B848DC8A}" dt="2024-12-11T08:27:34.334" v="637"/>
        <pc:sldMkLst>
          <pc:docMk/>
          <pc:sldMk cId="289239539" sldId="368"/>
        </pc:sldMkLst>
        <pc:spChg chg="mod">
          <ac:chgData name="Tomáš Bratina" userId="2033f5136aa55253" providerId="LiveId" clId="{DBB2C635-BC4F-4B1F-81DF-52B7B848DC8A}" dt="2024-12-11T08:27:34.334" v="637"/>
          <ac:spMkLst>
            <pc:docMk/>
            <pc:sldMk cId="289239539" sldId="368"/>
            <ac:spMk id="3" creationId="{415EA1A7-E283-A512-6BA9-0516DE4C734E}"/>
          </ac:spMkLst>
        </pc:spChg>
      </pc:sldChg>
      <pc:sldChg chg="modSp new mod">
        <pc:chgData name="Tomáš Bratina" userId="2033f5136aa55253" providerId="LiveId" clId="{DBB2C635-BC4F-4B1F-81DF-52B7B848DC8A}" dt="2024-12-11T08:30:06.233" v="664" actId="20577"/>
        <pc:sldMkLst>
          <pc:docMk/>
          <pc:sldMk cId="3239773137" sldId="369"/>
        </pc:sldMkLst>
        <pc:spChg chg="mod">
          <ac:chgData name="Tomáš Bratina" userId="2033f5136aa55253" providerId="LiveId" clId="{DBB2C635-BC4F-4B1F-81DF-52B7B848DC8A}" dt="2024-12-11T08:30:00.629" v="659" actId="20577"/>
          <ac:spMkLst>
            <pc:docMk/>
            <pc:sldMk cId="3239773137" sldId="369"/>
            <ac:spMk id="2" creationId="{7EC0CB93-DF35-52D1-5723-043C5392E22F}"/>
          </ac:spMkLst>
        </pc:spChg>
        <pc:spChg chg="mod">
          <ac:chgData name="Tomáš Bratina" userId="2033f5136aa55253" providerId="LiveId" clId="{DBB2C635-BC4F-4B1F-81DF-52B7B848DC8A}" dt="2024-12-11T08:30:06.233" v="664" actId="20577"/>
          <ac:spMkLst>
            <pc:docMk/>
            <pc:sldMk cId="3239773137" sldId="369"/>
            <ac:spMk id="3" creationId="{3625791E-E272-214B-912A-D806857F975F}"/>
          </ac:spMkLst>
        </pc:spChg>
      </pc:sldChg>
      <pc:sldChg chg="addSp delSp modSp new mod setBg">
        <pc:chgData name="Tomáš Bratina" userId="2033f5136aa55253" providerId="LiveId" clId="{DBB2C635-BC4F-4B1F-81DF-52B7B848DC8A}" dt="2024-12-11T09:51:16.401" v="824" actId="26606"/>
        <pc:sldMkLst>
          <pc:docMk/>
          <pc:sldMk cId="180592467" sldId="370"/>
        </pc:sldMkLst>
        <pc:spChg chg="mod ord">
          <ac:chgData name="Tomáš Bratina" userId="2033f5136aa55253" providerId="LiveId" clId="{DBB2C635-BC4F-4B1F-81DF-52B7B848DC8A}" dt="2024-12-11T09:51:16.401" v="824" actId="26606"/>
          <ac:spMkLst>
            <pc:docMk/>
            <pc:sldMk cId="180592467" sldId="370"/>
            <ac:spMk id="2" creationId="{B81E413F-091D-895A-BCB8-841F3A70D691}"/>
          </ac:spMkLst>
        </pc:spChg>
        <pc:spChg chg="del">
          <ac:chgData name="Tomáš Bratina" userId="2033f5136aa55253" providerId="LiveId" clId="{DBB2C635-BC4F-4B1F-81DF-52B7B848DC8A}" dt="2024-12-11T09:50:10.892" v="813" actId="931"/>
          <ac:spMkLst>
            <pc:docMk/>
            <pc:sldMk cId="180592467" sldId="370"/>
            <ac:spMk id="3" creationId="{BB121CF8-FCCE-8D97-E9DD-8D4452A52E72}"/>
          </ac:spMkLst>
        </pc:spChg>
        <pc:spChg chg="add">
          <ac:chgData name="Tomáš Bratina" userId="2033f5136aa55253" providerId="LiveId" clId="{DBB2C635-BC4F-4B1F-81DF-52B7B848DC8A}" dt="2024-12-11T09:51:16.401" v="824" actId="26606"/>
          <ac:spMkLst>
            <pc:docMk/>
            <pc:sldMk cId="180592467" sldId="370"/>
            <ac:spMk id="7" creationId="{E39055A8-6754-4F27-8010-BF142982DD03}"/>
          </ac:spMkLst>
        </pc:spChg>
        <pc:spChg chg="add">
          <ac:chgData name="Tomáš Bratina" userId="2033f5136aa55253" providerId="LiveId" clId="{DBB2C635-BC4F-4B1F-81DF-52B7B848DC8A}" dt="2024-12-11T09:51:16.401" v="824" actId="26606"/>
          <ac:spMkLst>
            <pc:docMk/>
            <pc:sldMk cId="180592467" sldId="370"/>
            <ac:spMk id="8" creationId="{5AAF8A0F-020F-4BB8-91E7-93ED7C009B72}"/>
          </ac:spMkLst>
        </pc:spChg>
        <pc:spChg chg="add">
          <ac:chgData name="Tomáš Bratina" userId="2033f5136aa55253" providerId="LiveId" clId="{DBB2C635-BC4F-4B1F-81DF-52B7B848DC8A}" dt="2024-12-11T09:51:16.401" v="824" actId="26606"/>
          <ac:spMkLst>
            <pc:docMk/>
            <pc:sldMk cId="180592467" sldId="370"/>
            <ac:spMk id="9" creationId="{73BAE26B-361F-421F-9397-63FCB9929F8B}"/>
          </ac:spMkLst>
        </pc:spChg>
        <pc:spChg chg="add del">
          <ac:chgData name="Tomáš Bratina" userId="2033f5136aa55253" providerId="LiveId" clId="{DBB2C635-BC4F-4B1F-81DF-52B7B848DC8A}" dt="2024-12-11T09:50:53.453" v="823" actId="26606"/>
          <ac:spMkLst>
            <pc:docMk/>
            <pc:sldMk cId="180592467" sldId="370"/>
            <ac:spMk id="10" creationId="{E39055A8-6754-4F27-8010-BF142982DD03}"/>
          </ac:spMkLst>
        </pc:spChg>
        <pc:spChg chg="add del">
          <ac:chgData name="Tomáš Bratina" userId="2033f5136aa55253" providerId="LiveId" clId="{DBB2C635-BC4F-4B1F-81DF-52B7B848DC8A}" dt="2024-12-11T09:50:53.453" v="823" actId="26606"/>
          <ac:spMkLst>
            <pc:docMk/>
            <pc:sldMk cId="180592467" sldId="370"/>
            <ac:spMk id="12" creationId="{63BEA8DC-D85D-47C5-A352-5FA38C6615F8}"/>
          </ac:spMkLst>
        </pc:spChg>
        <pc:spChg chg="add del">
          <ac:chgData name="Tomáš Bratina" userId="2033f5136aa55253" providerId="LiveId" clId="{DBB2C635-BC4F-4B1F-81DF-52B7B848DC8A}" dt="2024-12-11T09:50:53.453" v="823" actId="26606"/>
          <ac:spMkLst>
            <pc:docMk/>
            <pc:sldMk cId="180592467" sldId="370"/>
            <ac:spMk id="14" creationId="{89794409-74D6-4CE5-A2FE-377A7D65326B}"/>
          </ac:spMkLst>
        </pc:spChg>
        <pc:picChg chg="add mod">
          <ac:chgData name="Tomáš Bratina" userId="2033f5136aa55253" providerId="LiveId" clId="{DBB2C635-BC4F-4B1F-81DF-52B7B848DC8A}" dt="2024-12-11T09:51:16.401" v="824" actId="26606"/>
          <ac:picMkLst>
            <pc:docMk/>
            <pc:sldMk cId="180592467" sldId="370"/>
            <ac:picMk id="5" creationId="{BE251550-EF48-E678-7EFE-11D2414F91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ulemusikk.no/topp-10-norske-julesang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E2F14F-F499-89AB-7375-E18D08A36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A74EDAA-8FEC-2216-E365-64A5C42159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11.12.2024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32414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1B8358-5A71-2305-92A5-5B079B85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Zkušební termíny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715B3E-7B46-7418-3C0F-5B259DEB6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18.12.2024 v</a:t>
            </a:r>
            <a:r>
              <a:rPr lang="nb-NO" dirty="0"/>
              <a:t>e</a:t>
            </a:r>
            <a:r>
              <a:rPr lang="cs-CZ" dirty="0"/>
              <a:t> 1</a:t>
            </a:r>
            <a:r>
              <a:rPr lang="nb-NO" dirty="0"/>
              <a:t>2</a:t>
            </a:r>
            <a:r>
              <a:rPr lang="cs-CZ" dirty="0"/>
              <a:t>:00, místnost </a:t>
            </a:r>
            <a:r>
              <a:rPr lang="nb-NO" dirty="0"/>
              <a:t>J21 </a:t>
            </a:r>
            <a:r>
              <a:rPr lang="cs-CZ" dirty="0"/>
              <a:t>(</a:t>
            </a:r>
            <a:r>
              <a:rPr lang="cs-CZ" dirty="0" err="1"/>
              <a:t>předtermín</a:t>
            </a:r>
            <a:r>
              <a:rPr lang="cs-CZ" dirty="0"/>
              <a:t>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09.01.2025 v </a:t>
            </a:r>
            <a:r>
              <a:rPr lang="nb-NO" dirty="0"/>
              <a:t>11</a:t>
            </a:r>
            <a:r>
              <a:rPr lang="cs-CZ" dirty="0"/>
              <a:t>:00, místnost </a:t>
            </a:r>
            <a:r>
              <a:rPr lang="nb-NO" dirty="0"/>
              <a:t>J21</a:t>
            </a:r>
            <a:r>
              <a:rPr lang="cs-CZ" dirty="0"/>
              <a:t> (řádný i opravný)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16.01.2025 v </a:t>
            </a:r>
            <a:r>
              <a:rPr lang="nb-NO" dirty="0"/>
              <a:t>11</a:t>
            </a:r>
            <a:r>
              <a:rPr lang="cs-CZ" dirty="0"/>
              <a:t>:00, místnost </a:t>
            </a:r>
            <a:r>
              <a:rPr lang="nb-NO" dirty="0"/>
              <a:t>J21</a:t>
            </a:r>
            <a:r>
              <a:rPr lang="cs-CZ" dirty="0"/>
              <a:t> (řádný i opravný)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23.01.2025 v 09:00, místnost B2.24 (řádný i opravný)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04.02.2025 v 09:00, místnost B2.24 (řádný i opravný)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cs-CZ"/>
              <a:t>Hranice úspěšnosti je </a:t>
            </a:r>
            <a:r>
              <a:rPr lang="cs-CZ" b="1"/>
              <a:t>70 %</a:t>
            </a:r>
            <a:r>
              <a:rPr lang="cs-CZ"/>
              <a:t>.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6460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F40432-CB14-6EDC-DFCF-0D3D6095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98500"/>
          </a:xfrm>
        </p:spPr>
        <p:txBody>
          <a:bodyPr/>
          <a:lstStyle/>
          <a:p>
            <a:r>
              <a:rPr lang="cs-CZ" dirty="0"/>
              <a:t>Slovní zásoba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B5433A9-A88F-0358-E671-87BC23AD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00463"/>
            <a:ext cx="10552176" cy="448088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Utvořte dvojice. Každý z dvojice (A/B) vymyslí 5</a:t>
            </a:r>
            <a:r>
              <a:rPr lang="cs-CZ" b="1" dirty="0"/>
              <a:t> </a:t>
            </a:r>
            <a:r>
              <a:rPr lang="cs-CZ" dirty="0"/>
              <a:t>vět se slovy z tabulky. Věty poté přečte druhé osobě, která si je zapíše. Poté si role vyměňte.</a:t>
            </a:r>
          </a:p>
          <a:p>
            <a:pPr marL="0" indent="0">
              <a:buNone/>
            </a:pPr>
            <a:endParaRPr lang="cs-CZ" dirty="0"/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F15E0D74-42B9-2768-B503-E88F3CEF9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28609"/>
              </p:ext>
            </p:extLst>
          </p:nvPr>
        </p:nvGraphicFramePr>
        <p:xfrm>
          <a:off x="2032000" y="3236495"/>
          <a:ext cx="81280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098321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42235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400" dirty="0"/>
                        <a:t>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400" dirty="0"/>
                        <a:t>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35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fisk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alle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68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2400" noProof="0" dirty="0"/>
                        <a:t>d</a:t>
                      </a:r>
                      <a:r>
                        <a:rPr lang="nb-NO" sz="2400" noProof="0" dirty="0"/>
                        <a:t>en</a:t>
                      </a:r>
                      <a:r>
                        <a:rPr lang="cs-CZ" sz="2400" noProof="0" dirty="0"/>
                        <a:t> </a:t>
                      </a:r>
                      <a:r>
                        <a:rPr lang="cs-CZ" sz="2000" noProof="0" dirty="0"/>
                        <a:t>(osobní zájmeno)</a:t>
                      </a:r>
                      <a:endParaRPr lang="nb-NO" sz="2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finnes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6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ikke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63756"/>
                  </a:ext>
                </a:extLst>
              </a:tr>
              <a:tr h="418966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nå</a:t>
                      </a:r>
                      <a:endParaRPr lang="nb-NO" sz="2400" i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noProof="0" dirty="0"/>
                        <a:t>å vente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et kort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86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488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B5CC17-B2F6-3EA4-EED8-0129357A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42F9334-5E99-38DC-8A8B-ECCEE249D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344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4021-5525-2506-2FC2-2E6A2941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16DC4B-E47F-8E5B-A204-B9A7D5B8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1BA2C42-D901-EA89-62C5-7D356A22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719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403D-CDD6-C138-0F7B-5C7EB24F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05A105-85DF-1670-0207-3DAB2F68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3E0B74-26BF-5B32-6FEA-F8E0D1421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333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A971-A153-8A49-330A-1F566EF5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EB6243-FF3D-C0AE-3F91-55A5418E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684A51-98FE-99BC-957E-E10CEB93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135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437F-90CD-F504-C41C-42B77C05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A9C4F5-176F-5228-53D6-F64C5C8A8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BBDE5C-5FBD-7DDF-28AF-B59BCCB62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b="1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021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DAED-5EDC-82E5-B1BB-5C723A50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3CC6BF-84F5-9F69-6BBF-8193C94D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93C39B-10B7-A965-E08C-5ECF0E00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b="1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545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CDD7-4691-0178-2A74-F0077294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A59AF9-5697-1074-19B7-B10FA1FE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3BFFC0-05AC-ECE8-A9B1-C18CA68D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054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8C214-525E-6FE4-2604-01F40E7A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ABBCCB-F087-5E72-F56F-E2BE9F9C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71E086-02F7-BC2A-C10C-8B720BF6C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0665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5ACC-1F40-57B1-4F4D-7C5ECCBC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61816-162B-785A-2DAA-E7845CC9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F1C53C9-B9B1-C15C-0409-B2ACAAA2A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3497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3F41-8463-698A-90B4-5F39F931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A7F5F2-95B8-00D4-A738-5FACD82C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656A6F0-FEA1-BB26-EFA4-F03289574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72989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155B-81E3-9FD6-D7EF-EB38301C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1BCF13-DE14-426F-C42A-49A45DBB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294D6D8-E56A-2D5C-E3B4-515B33A45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3054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82A8-833B-D986-994F-148BAAC2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CC284A-62B8-2480-0CE0-4AA6F357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28168C-85D6-F216-84FF-EB93E63B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958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551E5-A9C7-FD51-83EE-A72D0047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2EA59A-F77E-21C1-5486-EA4AF661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BC906B-367C-F3B5-DAF8-FE88A5804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255199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CA09-8006-444B-3737-247B89B8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621D48-BB02-31CE-47BF-E75A5ABE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FA824E1-C6B8-F917-755D-051C26083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630962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8E87-03BC-36E0-29D9-03F02F0C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B16068-8A8F-58E5-BF06-238650D2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919B754-AE7B-AB22-1AF8-059D1D03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3998947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31B6-589C-3D55-11E7-6298413D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156EB6-12C7-DCDA-AF53-23D2A743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0324BC-8F48-5434-8E30-CEF8550B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Hvordan går det? </a:t>
            </a:r>
            <a:r>
              <a:rPr lang="nb-NO" sz="3000" dirty="0"/>
              <a:t>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3478609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3091-48E0-E3C8-C490-C571D162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4360B9-2070-6A1E-8D03-D97D5E06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BEF6B3-42B5-1977-479B-8D02F408C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Hvordan går det? </a:t>
            </a:r>
            <a:r>
              <a:rPr lang="nb-NO" sz="3000" dirty="0"/>
              <a:t>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 bor du?</a:t>
            </a:r>
            <a:r>
              <a:rPr lang="nb-NO" sz="3000" dirty="0"/>
              <a:t>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3247730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6CF7-FD31-0630-8BEC-2E24A0A1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C7FD3E-2EA6-8C81-5A52-6ADD60F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DAE59D-382D-5090-44D4-7B5DD9D29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Hvordan går det? </a:t>
            </a:r>
            <a:r>
              <a:rPr lang="nb-NO" sz="3000" dirty="0"/>
              <a:t>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 bor du?</a:t>
            </a:r>
            <a:r>
              <a:rPr lang="nb-NO" sz="3000" dirty="0"/>
              <a:t>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Hva gjør han? </a:t>
            </a:r>
            <a:r>
              <a:rPr lang="nb-NO" sz="3000" dirty="0"/>
              <a:t>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1094907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C6A9-246C-1EE9-D648-F6FBBC5F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2FFFCF-662D-EAC7-71C3-DBBE3E8F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Odpovězte podle skutečnosti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67C175-BD54-C847-BD4A-04978F3B6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heter du?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kommer du fra?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bor du?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Hvordan har du det?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Er du norsk?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er du nå?</a:t>
            </a:r>
          </a:p>
        </p:txBody>
      </p:sp>
    </p:spTree>
    <p:extLst>
      <p:ext uri="{BB962C8B-B14F-4D97-AF65-F5344CB8AC3E}">
        <p14:creationId xmlns:p14="http://schemas.microsoft.com/office/powerpoint/2010/main" val="3159259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39BF-9276-4B7F-E23F-5276E7D6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07BDC5-5A8F-EE30-89A5-115026B3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B2464F3-0A4C-800A-8752-AF082A515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_____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_____ 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211319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9B09-EE99-53E9-E04D-752D348A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136A62-BDB7-9197-CC41-61BC9456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51AAA09-08A9-86DC-8853-E452F7B6E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_____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_____ 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1879450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7C21B-B9C2-3800-043C-A19A7704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3416AC-7215-9068-DA18-E27F3A57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84809C-B220-FDA1-EF46-60D83042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_____ 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715777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7FBB-6F60-73A5-4A68-7654A673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BAFBA5-4819-E756-9631-8797C8A6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2153DD-74EE-5F2C-7737-33099BEB3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dirty="0"/>
              <a:t>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2092555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3753-1797-E1D7-53F5-B2679578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870076-3C4F-6D18-5B5A-2CBB229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45D33C-1A59-0946-61C1-B978C85CF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dirty="0"/>
              <a:t>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3434786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ACF2-23A2-C41A-71BF-F6A67C65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37CDA9-6A70-373F-B1A8-1E0F1C05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2DC200-F62A-3B28-797A-040FC951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dirty="0"/>
              <a:t>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/>
              <a:t>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2940840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5D6E-D2CD-481E-84FA-00E4FCD7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54F40C-7EA8-1237-E6D1-C1287447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DF1C9D0-28CB-64FB-8630-2C6912D95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_____ 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_____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_____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124185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58BE-1667-3BE0-ED2F-FF8CC9FAC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E2C7AD-44E2-DAB5-7B63-77321C1A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5F5FD5-155A-7D38-1210-10750C09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_____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_____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3861502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CD9E-713A-C7F7-EAAD-2B82C6AE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17949F-77C3-7C2B-B0EA-3D0847CF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F1753A-BAC4-9C6E-8413-45B79E37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_____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3331060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76D9-85E0-F11F-4794-1AF21417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407B4F-D574-8B90-AFBA-271F955E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77A36A-5AA8-FE56-F4C5-E82AE2F3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</a:t>
            </a:r>
            <a:r>
              <a:rPr lang="nb-NO" sz="3000" b="1" dirty="0">
                <a:solidFill>
                  <a:schemeClr val="accent1"/>
                </a:solidFill>
              </a:rPr>
              <a:t>fra</a:t>
            </a:r>
            <a:r>
              <a:rPr lang="nb-NO" sz="3000" dirty="0"/>
              <a:t>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3442943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FA7C-F66F-627D-7ED5-C4F7BB82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68E245-B8AB-0CF5-FD5B-515368F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38F6EA6-2874-5256-F5E2-DB6BF9FEF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</a:t>
            </a:r>
            <a:r>
              <a:rPr lang="nb-NO" sz="3000" b="1" dirty="0">
                <a:solidFill>
                  <a:schemeClr val="accent1"/>
                </a:solidFill>
              </a:rPr>
              <a:t>fra</a:t>
            </a:r>
            <a:r>
              <a:rPr lang="nb-NO" sz="3000" dirty="0"/>
              <a:t>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baseline="30000" dirty="0">
                <a:solidFill>
                  <a:schemeClr val="accent1"/>
                </a:solidFill>
              </a:rPr>
              <a:t>/(</a:t>
            </a:r>
            <a:r>
              <a:rPr lang="nb-NO" sz="3000" b="1" baseline="30000" dirty="0">
                <a:solidFill>
                  <a:schemeClr val="accent1"/>
                </a:solidFill>
              </a:rPr>
              <a:t>fra</a:t>
            </a:r>
            <a:r>
              <a:rPr lang="nb-NO" sz="3000" baseline="30000" dirty="0">
                <a:solidFill>
                  <a:schemeClr val="accent1"/>
                </a:solidFill>
              </a:rPr>
              <a:t>)</a:t>
            </a:r>
            <a:r>
              <a:rPr lang="nb-NO" sz="3000" baseline="30000" dirty="0"/>
              <a:t> </a:t>
            </a:r>
            <a:r>
              <a:rPr lang="nb-NO" sz="3000" dirty="0"/>
              <a:t>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577879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55FC-1029-F776-1BE4-9F3A5EE7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F16853-5C17-2942-9D67-54594770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1C7B84-3396-E216-D41B-A668A42DE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</a:t>
            </a:r>
            <a:r>
              <a:rPr lang="nb-NO" sz="3000" b="1" dirty="0">
                <a:solidFill>
                  <a:schemeClr val="accent1"/>
                </a:solidFill>
              </a:rPr>
              <a:t>fra</a:t>
            </a:r>
            <a:r>
              <a:rPr lang="nb-NO" sz="3000" dirty="0"/>
              <a:t>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baseline="30000" dirty="0">
                <a:solidFill>
                  <a:schemeClr val="accent1"/>
                </a:solidFill>
              </a:rPr>
              <a:t>/(</a:t>
            </a:r>
            <a:r>
              <a:rPr lang="nb-NO" sz="3000" b="1" baseline="30000" dirty="0">
                <a:solidFill>
                  <a:schemeClr val="accent1"/>
                </a:solidFill>
              </a:rPr>
              <a:t>fra</a:t>
            </a:r>
            <a:r>
              <a:rPr lang="nb-NO" sz="3000" baseline="30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jul?</a:t>
            </a:r>
          </a:p>
        </p:txBody>
      </p:sp>
    </p:spTree>
    <p:extLst>
      <p:ext uri="{BB962C8B-B14F-4D97-AF65-F5344CB8AC3E}">
        <p14:creationId xmlns:p14="http://schemas.microsoft.com/office/powerpoint/2010/main" val="525931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EB01A2-D98F-DD44-CDD0-56E0070B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D022B0-9BEC-CBA3-7BB2-419B59E7B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hvem, hver,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mandag, formiddag,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jogge, kjøre, lenge,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måtte, skulle, spørre, ville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38581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E4C3-CE7A-C846-8A35-EFFC8ADD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3C4DBC-4434-B148-735A-A2E12E58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5FE0E6-190A-90D3-6FB1-38F2F2784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hvem, </a:t>
            </a:r>
            <a:r>
              <a:rPr lang="nb-NO" sz="2400" b="1" dirty="0"/>
              <a:t>hver</a:t>
            </a:r>
            <a:r>
              <a:rPr lang="nb-NO" sz="24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mandag, formiddag,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jogge, kjøre, lenge,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måtte, skulle, spørre, ville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57494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D2F9-A127-0F1A-F531-5ED2DCC1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C3D53-5034-531A-A8FC-3C347FBB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597FD0-4A2E-6997-1EB7-73F6EBBB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hvem, </a:t>
            </a:r>
            <a:r>
              <a:rPr lang="nb-NO" sz="2400" b="1" dirty="0"/>
              <a:t>hver</a:t>
            </a:r>
            <a:r>
              <a:rPr lang="nb-NO" sz="24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mandag, </a:t>
            </a:r>
            <a:r>
              <a:rPr lang="nb-NO" sz="2400" b="1" dirty="0"/>
              <a:t>formiddag</a:t>
            </a:r>
            <a:r>
              <a:rPr lang="nb-NO" sz="24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jogge, kjøre, lenge,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måtte, skulle, spørre, ville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5505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7D1E-39EC-4A8A-ADEA-905645E7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457DEA-807C-BC1A-61E4-C4824E98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176A48-7B3D-D4F7-A743-12F505EF1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hvem, </a:t>
            </a:r>
            <a:r>
              <a:rPr lang="nb-NO" sz="2400" b="1" dirty="0"/>
              <a:t>hver</a:t>
            </a:r>
            <a:r>
              <a:rPr lang="nb-NO" sz="24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mandag, </a:t>
            </a:r>
            <a:r>
              <a:rPr lang="nb-NO" sz="2400" b="1" dirty="0"/>
              <a:t>formiddag</a:t>
            </a:r>
            <a:r>
              <a:rPr lang="nb-NO" sz="24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jogge, kjøre, </a:t>
            </a:r>
            <a:r>
              <a:rPr lang="nb-NO" sz="2400" b="1" dirty="0"/>
              <a:t>lenge</a:t>
            </a:r>
            <a:r>
              <a:rPr lang="nb-NO" sz="2400" dirty="0"/>
              <a:t>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måtte, skulle, spørre, ville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07521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5F47-E60C-50FF-5DD6-7148F7E8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434B98-6071-1261-E749-E858E26C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513C63-EAF3-4D0C-7CC8-785AC3950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hvem, </a:t>
            </a:r>
            <a:r>
              <a:rPr lang="nb-NO" sz="2400" b="1" dirty="0"/>
              <a:t>hver</a:t>
            </a:r>
            <a:r>
              <a:rPr lang="nb-NO" sz="24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mandag, </a:t>
            </a:r>
            <a:r>
              <a:rPr lang="nb-NO" sz="2400" b="1" dirty="0"/>
              <a:t>formiddag</a:t>
            </a:r>
            <a:r>
              <a:rPr lang="nb-NO" sz="24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jogge, kjøre, </a:t>
            </a:r>
            <a:r>
              <a:rPr lang="nb-NO" sz="2400" b="1" dirty="0"/>
              <a:t>lenge</a:t>
            </a:r>
            <a:r>
              <a:rPr lang="nb-NO" sz="2400" dirty="0"/>
              <a:t>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t-bane, </a:t>
            </a:r>
            <a:r>
              <a:rPr lang="nb-NO" b="1" dirty="0"/>
              <a:t>teater</a:t>
            </a:r>
            <a:r>
              <a:rPr lang="nb-NO" dirty="0"/>
              <a:t>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måtte, skulle, spørre, ville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78328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C87B-1922-0405-7BFF-DE5AFDE7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DE3C40-BBFA-F73D-88C0-74198052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5EA1A7-E283-A512-6BA9-0516DE4C7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hvem, </a:t>
            </a:r>
            <a:r>
              <a:rPr lang="nb-NO" sz="2400" b="1" dirty="0"/>
              <a:t>hver</a:t>
            </a:r>
            <a:r>
              <a:rPr lang="nb-NO" sz="24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mandag, </a:t>
            </a:r>
            <a:r>
              <a:rPr lang="nb-NO" sz="2400" b="1" dirty="0"/>
              <a:t>formiddag</a:t>
            </a:r>
            <a:r>
              <a:rPr lang="nb-NO" sz="24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2400" dirty="0"/>
              <a:t>jogge, kjøre, </a:t>
            </a:r>
            <a:r>
              <a:rPr lang="nb-NO" sz="2400" b="1" dirty="0"/>
              <a:t>lenge</a:t>
            </a:r>
            <a:r>
              <a:rPr lang="nb-NO" sz="2400" dirty="0"/>
              <a:t>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t-bane, </a:t>
            </a:r>
            <a:r>
              <a:rPr lang="nb-NO" b="1" dirty="0"/>
              <a:t>teater</a:t>
            </a:r>
            <a:r>
              <a:rPr lang="nb-NO" dirty="0"/>
              <a:t>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dirty="0"/>
              <a:t>måtte, skulle, </a:t>
            </a:r>
            <a:r>
              <a:rPr lang="nb-NO" b="1" dirty="0"/>
              <a:t>spørre</a:t>
            </a:r>
            <a:r>
              <a:rPr lang="nb-NO" dirty="0"/>
              <a:t>, ville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9239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1122-5989-2D64-9BB6-3499BFF1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33D28C-9664-491B-AD20-E40E35634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683DF0-10DD-194D-96EA-1FBA488AD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_____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926240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DB20-CEB2-D1A2-C046-0FE037E2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1C25FE-5BCD-5BD7-256B-D19139AD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2367E0-31BC-4228-F16F-CB80E1062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_____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796361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CF7E9-ABD5-543E-8A3A-ED3579FE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487535-D803-85F0-8BB1-273B7E9C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C88ABB-A6BC-6F5D-746A-559DEA66C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_____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28963836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7F9B-9DAC-3D0A-70F5-6C3AA2E6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1A670-36F0-2F8E-CC0E-4A9FC515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2CDD0F-6F58-5EB8-45E8-1D1D0B3AF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0721933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A1DE-373F-A7C7-E468-5C7ADAF1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AF97AC-4F86-0465-BAE7-9809399A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F56223-0417-D8BF-0D36-56787EDF8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9150427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CEBE-6FC4-8B5E-66F7-6D72DB2A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48D1C7-E73F-B1F5-685E-7F7B1B02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A8F5293-7AF8-DDC7-4E4F-1620C884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357696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A051-1FEC-396A-4FC0-A2ACD9DC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30AC85-454C-B747-6956-0AF9B20E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A5AC5A-A93F-979D-BE1E-A9F98C04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1603987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B982-7FD3-0D4C-1E62-2F7914B6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BB99CB-CBB0-89AD-C8DE-0438732D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0840ED-8421-9ED7-ED3F-19EE8B97D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7934353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59A4-D840-0F60-0F10-B1769CD8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9F934F-0BEF-534E-8E71-F5C099A4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525969-7F91-DBA7-8684-F25ED58E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894007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FA47-E272-EDCB-507E-9D3ADEC0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27477F-8841-14B0-ACF0-1441030A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6DB17DE-284A-BE2C-818A-B8FA07E89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40523366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6261-D763-D897-B64E-212E948F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92B4EB-F3E8-6739-E976-B769824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9B58FB-125E-9509-AD69-034DBA817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667198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8E5A-CB56-B394-595E-D05CA954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0468F1-ACC6-2799-F34E-F261F28C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3FF66FE-0EE2-B6F9-3222-4517C1E1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1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trenger ikke å</a:t>
            </a:r>
            <a:r>
              <a:rPr lang="nb-NO" sz="3000" dirty="0">
                <a:solidFill>
                  <a:schemeClr val="accent1"/>
                </a:solidFill>
              </a:rPr>
              <a:t> 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937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26B6-5F74-5E16-6FE1-E0CEA252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5FA5A1-D3A1-F3A7-A939-C456967A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7EB6A9-C135-E07D-D4DC-C4957C81E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2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behøver ikke å</a:t>
            </a:r>
            <a:r>
              <a:rPr lang="nb-NO" sz="3000" dirty="0">
                <a:solidFill>
                  <a:schemeClr val="accent1"/>
                </a:solidFill>
              </a:rPr>
              <a:t> 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96262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027B-7A3F-E295-90D6-CC60968F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0036B0-CB21-ACCD-AF33-10EE60E5E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8DFA53-D387-3191-E09E-B5DF88739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3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 </a:t>
            </a:r>
            <a:r>
              <a:rPr lang="nb-NO" sz="3000" dirty="0">
                <a:solidFill>
                  <a:schemeClr val="accent1"/>
                </a:solidFill>
              </a:rPr>
              <a:t>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300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89CF13-90FD-A06C-55CD-D3E3BFB8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854076"/>
          </a:xfrm>
        </p:spPr>
        <p:txBody>
          <a:bodyPr>
            <a:normAutofit/>
          </a:bodyPr>
          <a:lstStyle/>
          <a:p>
            <a:r>
              <a:rPr lang="cs-CZ" sz="3700" dirty="0"/>
              <a:t>Co znamenají tato slova v norštině a dánštině?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7C0135-B9FE-F1BF-EE57-A201CF6E7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556084"/>
            <a:ext cx="10552176" cy="462526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b-NO" sz="28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flink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b-NO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frisk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b-NO" sz="2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frokost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b-NO" sz="2800" kern="1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grine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sz="2800" dirty="0" err="1"/>
              <a:t>ki</a:t>
            </a:r>
            <a:r>
              <a:rPr lang="nb-NO" sz="2800" dirty="0" err="1"/>
              <a:t>lling</a:t>
            </a:r>
            <a:endParaRPr lang="nb-NO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b-NO" sz="2800" dirty="0"/>
              <a:t>rask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513602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C29EF-4948-DC14-2ECC-A664D659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9172350-BCBC-7A47-390D-8C4A5E43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787958"/>
          </a:xfrm>
        </p:spPr>
        <p:txBody>
          <a:bodyPr anchor="t">
            <a:noAutofit/>
          </a:bodyPr>
          <a:lstStyle/>
          <a:p>
            <a:r>
              <a:rPr lang="cs-CZ" sz="3700" dirty="0"/>
              <a:t>Co znamenají tato slova v norštině a dánštině?</a:t>
            </a:r>
          </a:p>
        </p:txBody>
      </p:sp>
      <p:graphicFrame>
        <p:nvGraphicFramePr>
          <p:cNvPr id="2" name="Tabuľka 1">
            <a:extLst>
              <a:ext uri="{FF2B5EF4-FFF2-40B4-BE49-F238E27FC236}">
                <a16:creationId xmlns:a16="http://schemas.microsoft.com/office/drawing/2014/main" id="{03206D38-EED7-0489-B09B-10F18E616B08}"/>
              </a:ext>
            </a:extLst>
          </p:cNvPr>
          <p:cNvGraphicFramePr>
            <a:graphicFrameLocks noGrp="1"/>
          </p:cNvGraphicFramePr>
          <p:nvPr/>
        </p:nvGraphicFramePr>
        <p:xfrm>
          <a:off x="1007779" y="1872000"/>
          <a:ext cx="10175241" cy="39600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1317">
                  <a:extLst>
                    <a:ext uri="{9D8B030D-6E8A-4147-A177-3AD203B41FA5}">
                      <a16:colId xmlns:a16="http://schemas.microsoft.com/office/drawing/2014/main" val="214513681"/>
                    </a:ext>
                  </a:extLst>
                </a:gridCol>
                <a:gridCol w="3856962">
                  <a:extLst>
                    <a:ext uri="{9D8B030D-6E8A-4147-A177-3AD203B41FA5}">
                      <a16:colId xmlns:a16="http://schemas.microsoft.com/office/drawing/2014/main" val="2984927801"/>
                    </a:ext>
                  </a:extLst>
                </a:gridCol>
                <a:gridCol w="3856962">
                  <a:extLst>
                    <a:ext uri="{9D8B030D-6E8A-4147-A177-3AD203B41FA5}">
                      <a16:colId xmlns:a16="http://schemas.microsoft.com/office/drawing/2014/main" val="2882537438"/>
                    </a:ext>
                  </a:extLst>
                </a:gridCol>
              </a:tblGrid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b="1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sk-SK" sz="22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b="1" kern="0">
                          <a:solidFill>
                            <a:schemeClr val="tx1"/>
                          </a:solidFill>
                          <a:effectLst/>
                        </a:rPr>
                        <a:t>norština (bokmål)</a:t>
                      </a:r>
                      <a:endParaRPr lang="sk-SK" sz="22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b="1" kern="100">
                          <a:solidFill>
                            <a:schemeClr val="tx1"/>
                          </a:solidFill>
                          <a:effectLst/>
                        </a:rPr>
                        <a:t>dánština</a:t>
                      </a:r>
                      <a:endParaRPr lang="sk-SK" sz="2200" b="1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584181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>
                          <a:solidFill>
                            <a:schemeClr val="tx1"/>
                          </a:solidFill>
                          <a:effectLst/>
                        </a:rPr>
                        <a:t>flink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pilný, chytrý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milý; </a:t>
                      </a:r>
                      <a:r>
                        <a:rPr lang="cs-CZ" sz="24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dovedný, obratný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794427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>
                          <a:solidFill>
                            <a:schemeClr val="tx1"/>
                          </a:solidFill>
                          <a:effectLst/>
                        </a:rPr>
                        <a:t>frisk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baseline="30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zdravý; </a:t>
                      </a:r>
                      <a:r>
                        <a:rPr lang="cs-CZ" sz="2400" kern="100" baseline="30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čerstvý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čerstvý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76729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>
                          <a:solidFill>
                            <a:schemeClr val="tx1"/>
                          </a:solidFill>
                          <a:effectLst/>
                        </a:rPr>
                        <a:t>frokost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snídaně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oběd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382370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>
                          <a:solidFill>
                            <a:schemeClr val="tx1"/>
                          </a:solidFill>
                          <a:effectLst/>
                        </a:rPr>
                        <a:t>grine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baseline="30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brečet; </a:t>
                      </a:r>
                      <a:r>
                        <a:rPr lang="cs-CZ" sz="2400" kern="100" baseline="30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šklebit se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smát se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818970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>
                          <a:solidFill>
                            <a:schemeClr val="tx1"/>
                          </a:solidFill>
                          <a:effectLst/>
                        </a:rPr>
                        <a:t>killing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kůzle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kotě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963291"/>
                  </a:ext>
                </a:extLst>
              </a:tr>
              <a:tr h="5657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400" kern="100">
                          <a:solidFill>
                            <a:schemeClr val="tx1"/>
                          </a:solidFill>
                          <a:effectLst/>
                        </a:rPr>
                        <a:t>rask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>
                          <a:solidFill>
                            <a:schemeClr val="tx1"/>
                          </a:solidFill>
                          <a:effectLst/>
                        </a:rPr>
                        <a:t>rychlý</a:t>
                      </a:r>
                      <a:endParaRPr lang="sk-SK" sz="2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4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zdravý; </a:t>
                      </a:r>
                      <a:r>
                        <a:rPr lang="cs-CZ" sz="2400" kern="10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cs-CZ" sz="2400" kern="100" dirty="0">
                          <a:solidFill>
                            <a:schemeClr val="tx1"/>
                          </a:solidFill>
                          <a:effectLst/>
                        </a:rPr>
                        <a:t>rychlý</a:t>
                      </a:r>
                      <a:endParaRPr lang="sk-SK" sz="2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885" marR="137885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88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4402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7B0A0A-F98A-4246-8D74-5859897B0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4D41A3-547A-41D1-96E2-F0E878302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B336B79-4318-8D2F-F65B-8CC80D2A9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5" y="760206"/>
            <a:ext cx="10552355" cy="3973160"/>
          </a:xfrm>
        </p:spPr>
        <p:txBody>
          <a:bodyPr anchor="t">
            <a:normAutofit/>
          </a:bodyPr>
          <a:lstStyle/>
          <a:p>
            <a:r>
              <a:rPr lang="nb-NO" sz="9600" dirty="0"/>
              <a:t>Julekviss</a:t>
            </a:r>
            <a:endParaRPr lang="cs-CZ" sz="9600" dirty="0"/>
          </a:p>
        </p:txBody>
      </p:sp>
    </p:spTree>
    <p:extLst>
      <p:ext uri="{BB962C8B-B14F-4D97-AF65-F5344CB8AC3E}">
        <p14:creationId xmlns:p14="http://schemas.microsoft.com/office/powerpoint/2010/main" val="2289276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16BF92-DC30-5E3B-391E-E074285F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Vánoční strom v Londýně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569BC68-627B-E782-3515-D57D42210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dirty="0"/>
              <a:t>Od roku 1947 daruje Norsko Londýnu vánoční strom jako poděkování za pomoc Spojeného království ve druhé světové válce. Podle tradice jede starosta </a:t>
            </a:r>
            <a:r>
              <a:rPr lang="cs-CZ" dirty="0" err="1"/>
              <a:t>Westminsteru</a:t>
            </a:r>
            <a:r>
              <a:rPr lang="cs-CZ" dirty="0"/>
              <a:t> do Osla sledovat pokácení stromu, starosta Osla pak zase jede na jeho finální rozsvícení do Londýn</a:t>
            </a:r>
            <a:r>
              <a:rPr lang="nb-NO" dirty="0"/>
              <a:t>a</a:t>
            </a:r>
            <a:r>
              <a:rPr lang="cs-CZ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cs-CZ" dirty="0"/>
              <a:t>V posledních letech však vánoční stromy z Norska budí rozpaky.</a:t>
            </a:r>
          </a:p>
        </p:txBody>
      </p:sp>
    </p:spTree>
    <p:extLst>
      <p:ext uri="{BB962C8B-B14F-4D97-AF65-F5344CB8AC3E}">
        <p14:creationId xmlns:p14="http://schemas.microsoft.com/office/powerpoint/2010/main" val="14325789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C4F4B-E9B0-9CBA-6136-DDF55FBC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CEDF55B-0D10-4377-A610-3ECDC2BEF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18DDB-43B9-476D-AB6F-D86C8CF2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977" y="0"/>
            <a:ext cx="7154023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16433EF-4F8B-4BF6-5DDD-81CA4CD3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041" y="365124"/>
            <a:ext cx="4661527" cy="15646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Vánoční strom v Londýně</a:t>
            </a:r>
          </a:p>
        </p:txBody>
      </p:sp>
      <p:pic>
        <p:nvPicPr>
          <p:cNvPr id="5" name="Zástupný objekt pre obsah 4" descr="Obrázok, na ktorom je exteriér, nebo, vianočný stromček, oblak&#10;&#10;Automaticky generovaný popis">
            <a:extLst>
              <a:ext uri="{FF2B5EF4-FFF2-40B4-BE49-F238E27FC236}">
                <a16:creationId xmlns:a16="http://schemas.microsoft.com/office/drawing/2014/main" id="{BBFB1893-E5E9-4BFA-0165-E5DB0BF98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9" r="3490"/>
          <a:stretch/>
        </p:blipFill>
        <p:spPr>
          <a:xfrm>
            <a:off x="20" y="10"/>
            <a:ext cx="5067279" cy="6857990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783BB57-C520-B3A0-6140-BA2215E13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236" y="2737821"/>
            <a:ext cx="5710142" cy="3463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sz="2700" dirty="0"/>
              <a:t> V roce 2021 se dokonce někteří Britové ptali, za náhodou není jejich země s Norskem ve válce.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301275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E39055A8-6754-4F27-8010-BF142982D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11">
            <a:extLst>
              <a:ext uri="{FF2B5EF4-FFF2-40B4-BE49-F238E27FC236}">
                <a16:creationId xmlns:a16="http://schemas.microsoft.com/office/drawing/2014/main" id="{5AAF8A0F-020F-4BB8-91E7-93ED7C009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3BAE26B-361F-421F-9397-63FCB9929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0"/>
            <a:ext cx="40767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AB4C3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1E413F-091D-895A-BCB8-841F3A70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518" y="753035"/>
            <a:ext cx="3178975" cy="35876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400" b="1" kern="1200" spc="-4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2024</a:t>
            </a:r>
          </a:p>
        </p:txBody>
      </p:sp>
      <p:pic>
        <p:nvPicPr>
          <p:cNvPr id="5" name="Zástupný obsah 4" descr="Obsah obrázku venku, budova, obloha, strom&#10;&#10;Popis byl vytvořen automaticky">
            <a:extLst>
              <a:ext uri="{FF2B5EF4-FFF2-40B4-BE49-F238E27FC236}">
                <a16:creationId xmlns:a16="http://schemas.microsoft.com/office/drawing/2014/main" id="{BE251550-EF48-E678-7EFE-11D2414F9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r="12285" b="-1"/>
          <a:stretch/>
        </p:blipFill>
        <p:spPr>
          <a:xfrm>
            <a:off x="1" y="10"/>
            <a:ext cx="8115299" cy="686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24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C0CB93-DF35-52D1-5723-043C5392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Norske julesanger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25791E-E272-214B-912A-D806857F9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r>
              <a:rPr lang="cs-CZ" dirty="0">
                <a:hlinkClick r:id="rId2"/>
              </a:rPr>
              <a:t>https://www.julemusikk.no/topp-10-norske-julesanger/</a:t>
            </a:r>
            <a:r>
              <a:rPr lang="nb-NO" dirty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39773137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146</TotalTime>
  <Words>2562</Words>
  <Application>Microsoft Office PowerPoint</Application>
  <PresentationFormat>Širokoúhlá obrazovka</PresentationFormat>
  <Paragraphs>415</Paragraphs>
  <Slides>61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61</vt:i4>
      </vt:variant>
    </vt:vector>
  </HeadingPairs>
  <TitlesOfParts>
    <vt:vector size="65" baseType="lpstr">
      <vt:lpstr>Arial</vt:lpstr>
      <vt:lpstr>Avenir Next LT Pro</vt:lpstr>
      <vt:lpstr>Calibri</vt:lpstr>
      <vt:lpstr>ColorBlockVTI</vt:lpstr>
      <vt:lpstr>Norština pro začátečníky</vt:lpstr>
      <vt:lpstr>Zkušební termíny</vt:lpstr>
      <vt:lpstr>Slovní zásoba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Utvořte otázky</vt:lpstr>
      <vt:lpstr>Utvořte otázky</vt:lpstr>
      <vt:lpstr>Utvořte otázky</vt:lpstr>
      <vt:lpstr>Utvořte otázky</vt:lpstr>
      <vt:lpstr>Utvořte otázky</vt:lpstr>
      <vt:lpstr>Utvořte otázky</vt:lpstr>
      <vt:lpstr>Odpovězte podle skutečnosti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Které slovo nepatří mezi ostatní?</vt:lpstr>
      <vt:lpstr>Které slovo nepatří mezi ostatní?</vt:lpstr>
      <vt:lpstr>Které slovo nepatří mezi ostatní?</vt:lpstr>
      <vt:lpstr>Které slovo nepatří mezi ostatní?</vt:lpstr>
      <vt:lpstr>Které slovo nepatří mezi ostatní?</vt:lpstr>
      <vt:lpstr>Které slovo nepatří mezi ostatní?</vt:lpstr>
      <vt:lpstr>Doplňte der/dit</vt:lpstr>
      <vt:lpstr>Doplňte der/dit</vt:lpstr>
      <vt:lpstr>Doplňte der/dit</vt:lpstr>
      <vt:lpstr>Doplňte der/dit</vt:lpstr>
      <vt:lpstr>Doplňte der/dit</vt:lpstr>
      <vt:lpstr>Doplňte der/dit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Co znamenají tato slova v norštině a dánštině?</vt:lpstr>
      <vt:lpstr>Co znamenají tato slova v norštině a dánštině?</vt:lpstr>
      <vt:lpstr>Julekviss</vt:lpstr>
      <vt:lpstr>Vánoční strom v Londýně</vt:lpstr>
      <vt:lpstr>Vánoční strom v Londýně</vt:lpstr>
      <vt:lpstr>2024</vt:lpstr>
      <vt:lpstr>Norske julesanger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2024-12-10T09:25:32Z</dcterms:created>
  <dcterms:modified xsi:type="dcterms:W3CDTF">2024-12-11T09:51:25Z</dcterms:modified>
</cp:coreProperties>
</file>