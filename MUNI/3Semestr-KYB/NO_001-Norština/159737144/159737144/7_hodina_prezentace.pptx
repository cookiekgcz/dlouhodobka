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  <p:sldMasterId id="2147483657" r:id="rId3"/>
  </p:sldMasterIdLst>
  <p:sldIdLst>
    <p:sldId id="25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54" r:id="rId38"/>
    <p:sldId id="355" r:id="rId39"/>
    <p:sldId id="356" r:id="rId40"/>
    <p:sldId id="357" r:id="rId41"/>
    <p:sldId id="358" r:id="rId42"/>
    <p:sldId id="359" r:id="rId43"/>
    <p:sldId id="360" r:id="rId44"/>
    <p:sldId id="361" r:id="rId45"/>
    <p:sldId id="362" r:id="rId46"/>
    <p:sldId id="363" r:id="rId47"/>
    <p:sldId id="364" r:id="rId48"/>
    <p:sldId id="365" r:id="rId49"/>
    <p:sldId id="366" r:id="rId50"/>
    <p:sldId id="367" r:id="rId51"/>
    <p:sldId id="368" r:id="rId52"/>
    <p:sldId id="369" r:id="rId53"/>
    <p:sldId id="370" r:id="rId54"/>
    <p:sldId id="371" r:id="rId55"/>
    <p:sldId id="372" r:id="rId56"/>
    <p:sldId id="373" r:id="rId57"/>
    <p:sldId id="374" r:id="rId58"/>
    <p:sldId id="376" r:id="rId59"/>
    <p:sldId id="377" r:id="rId60"/>
    <p:sldId id="378" r:id="rId61"/>
    <p:sldId id="379" r:id="rId62"/>
    <p:sldId id="394" r:id="rId63"/>
    <p:sldId id="395" r:id="rId64"/>
    <p:sldId id="396" r:id="rId65"/>
    <p:sldId id="397" r:id="rId66"/>
    <p:sldId id="398" r:id="rId67"/>
    <p:sldId id="399" r:id="rId68"/>
    <p:sldId id="400" r:id="rId69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D671D6-87A9-4025-8C68-6A890A9D92CD}" v="15" dt="2025-10-30T11:24:51.2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štýlu, bez mrie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microsoft.com/office/2016/11/relationships/changesInfo" Target="changesInfos/changesInfo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70AC3D02-762B-42A9-A6F8-528CED61E437}"/>
    <pc:docChg chg="undo custSel addSld delSld modSld sldOrd addMainMaster modMainMaster">
      <pc:chgData name="Tomáš Bratina" userId="2033f5136aa55253" providerId="LiveId" clId="{70AC3D02-762B-42A9-A6F8-528CED61E437}" dt="2025-10-22T08:42:23.943" v="343"/>
      <pc:docMkLst>
        <pc:docMk/>
      </pc:docMkLst>
      <pc:sldChg chg="modSp add mod">
        <pc:chgData name="Tomáš Bratina" userId="2033f5136aa55253" providerId="LiveId" clId="{70AC3D02-762B-42A9-A6F8-528CED61E437}" dt="2025-10-22T08:05:50.645" v="5" actId="20577"/>
        <pc:sldMkLst>
          <pc:docMk/>
          <pc:sldMk cId="111899844" sldId="256"/>
        </pc:sldMkLst>
        <pc:spChg chg="mod">
          <ac:chgData name="Tomáš Bratina" userId="2033f5136aa55253" providerId="LiveId" clId="{70AC3D02-762B-42A9-A6F8-528CED61E437}" dt="2025-10-22T08:05:50.645" v="5" actId="20577"/>
          <ac:spMkLst>
            <pc:docMk/>
            <pc:sldMk cId="111899844" sldId="256"/>
            <ac:spMk id="3" creationId="{3A8E53EA-7845-48BE-B734-B3831985D13E}"/>
          </ac:spMkLst>
        </pc:spChg>
      </pc:sldChg>
      <pc:sldChg chg="add del">
        <pc:chgData name="Tomáš Bratina" userId="2033f5136aa55253" providerId="LiveId" clId="{70AC3D02-762B-42A9-A6F8-528CED61E437}" dt="2025-10-22T08:06:56.947" v="7" actId="47"/>
        <pc:sldMkLst>
          <pc:docMk/>
          <pc:sldMk cId="2831815819" sldId="25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310252784" sldId="25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41490838" sldId="259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906593193" sldId="260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996991534" sldId="261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250796840" sldId="262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673447071" sldId="263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603987714" sldId="264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052342062" sldId="265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868838194" sldId="266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03404134" sldId="26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608114977" sldId="26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347483794" sldId="269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241158032" sldId="270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679978754" sldId="271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986296760" sldId="272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120185924" sldId="273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444219217" sldId="274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550814900" sldId="275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441870619" sldId="276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42116108" sldId="27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73033566" sldId="27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292420938" sldId="279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039915766" sldId="280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173973466" sldId="281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248503092" sldId="282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19319949" sldId="283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001003390" sldId="284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37343835" sldId="285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156761094" sldId="286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022190556" sldId="28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7356041" sldId="28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62459167" sldId="289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865820983" sldId="290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641223919" sldId="291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039305457" sldId="292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576640878" sldId="293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980165706" sldId="294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763836923" sldId="295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207278501" sldId="296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918229840" sldId="29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131922575" sldId="29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439026817" sldId="299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123531829" sldId="300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2084194006" sldId="301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559747277" sldId="302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40856097" sldId="303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530066730" sldId="304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74531117" sldId="305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1241228468" sldId="306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25648442" sldId="307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3063922552" sldId="308"/>
        </pc:sldMkLst>
      </pc:sldChg>
      <pc:sldChg chg="add">
        <pc:chgData name="Tomáš Bratina" userId="2033f5136aa55253" providerId="LiveId" clId="{70AC3D02-762B-42A9-A6F8-528CED61E437}" dt="2025-10-22T08:05:41.602" v="1"/>
        <pc:sldMkLst>
          <pc:docMk/>
          <pc:sldMk cId="4107269266" sldId="309"/>
        </pc:sldMkLst>
      </pc:sldChg>
      <pc:sldChg chg="add del">
        <pc:chgData name="Tomáš Bratina" userId="2033f5136aa55253" providerId="LiveId" clId="{70AC3D02-762B-42A9-A6F8-528CED61E437}" dt="2025-10-22T08:09:43.764" v="82" actId="47"/>
        <pc:sldMkLst>
          <pc:docMk/>
          <pc:sldMk cId="1004798979" sldId="310"/>
        </pc:sldMkLst>
      </pc:sldChg>
      <pc:sldChg chg="add del">
        <pc:chgData name="Tomáš Bratina" userId="2033f5136aa55253" providerId="LiveId" clId="{70AC3D02-762B-42A9-A6F8-528CED61E437}" dt="2025-10-22T08:09:43.412" v="81" actId="47"/>
        <pc:sldMkLst>
          <pc:docMk/>
          <pc:sldMk cId="910644712" sldId="311"/>
        </pc:sldMkLst>
      </pc:sldChg>
      <pc:sldChg chg="add del">
        <pc:chgData name="Tomáš Bratina" userId="2033f5136aa55253" providerId="LiveId" clId="{70AC3D02-762B-42A9-A6F8-528CED61E437}" dt="2025-10-22T08:09:43.064" v="80" actId="47"/>
        <pc:sldMkLst>
          <pc:docMk/>
          <pc:sldMk cId="1365574315" sldId="312"/>
        </pc:sldMkLst>
      </pc:sldChg>
      <pc:sldChg chg="add del">
        <pc:chgData name="Tomáš Bratina" userId="2033f5136aa55253" providerId="LiveId" clId="{70AC3D02-762B-42A9-A6F8-528CED61E437}" dt="2025-10-22T08:09:42.769" v="79" actId="47"/>
        <pc:sldMkLst>
          <pc:docMk/>
          <pc:sldMk cId="2270828204" sldId="313"/>
        </pc:sldMkLst>
      </pc:sldChg>
      <pc:sldChg chg="add del">
        <pc:chgData name="Tomáš Bratina" userId="2033f5136aa55253" providerId="LiveId" clId="{70AC3D02-762B-42A9-A6F8-528CED61E437}" dt="2025-10-22T08:09:42.448" v="78" actId="47"/>
        <pc:sldMkLst>
          <pc:docMk/>
          <pc:sldMk cId="2267902493" sldId="314"/>
        </pc:sldMkLst>
      </pc:sldChg>
      <pc:sldChg chg="add del">
        <pc:chgData name="Tomáš Bratina" userId="2033f5136aa55253" providerId="LiveId" clId="{70AC3D02-762B-42A9-A6F8-528CED61E437}" dt="2025-10-22T08:09:42.036" v="77" actId="47"/>
        <pc:sldMkLst>
          <pc:docMk/>
          <pc:sldMk cId="2625557713" sldId="315"/>
        </pc:sldMkLst>
      </pc:sldChg>
      <pc:sldChg chg="add">
        <pc:chgData name="Tomáš Bratina" userId="2033f5136aa55253" providerId="LiveId" clId="{70AC3D02-762B-42A9-A6F8-528CED61E437}" dt="2025-10-22T08:06:54.527" v="6" actId="2890"/>
        <pc:sldMkLst>
          <pc:docMk/>
          <pc:sldMk cId="2762747488" sldId="316"/>
        </pc:sldMkLst>
      </pc:sldChg>
      <pc:sldChg chg="modSp add mod">
        <pc:chgData name="Tomáš Bratina" userId="2033f5136aa55253" providerId="LiveId" clId="{70AC3D02-762B-42A9-A6F8-528CED61E437}" dt="2025-10-22T08:08:20.582" v="58" actId="790"/>
        <pc:sldMkLst>
          <pc:docMk/>
          <pc:sldMk cId="3136833058" sldId="317"/>
        </pc:sldMkLst>
      </pc:sldChg>
      <pc:sldChg chg="modSp add mod">
        <pc:chgData name="Tomáš Bratina" userId="2033f5136aa55253" providerId="LiveId" clId="{70AC3D02-762B-42A9-A6F8-528CED61E437}" dt="2025-10-22T08:08:28.103" v="64" actId="20577"/>
        <pc:sldMkLst>
          <pc:docMk/>
          <pc:sldMk cId="27323418" sldId="318"/>
        </pc:sldMkLst>
      </pc:sldChg>
      <pc:sldChg chg="modSp add mod">
        <pc:chgData name="Tomáš Bratina" userId="2033f5136aa55253" providerId="LiveId" clId="{70AC3D02-762B-42A9-A6F8-528CED61E437}" dt="2025-10-22T08:08:33.582" v="70" actId="20577"/>
        <pc:sldMkLst>
          <pc:docMk/>
          <pc:sldMk cId="2696237827" sldId="319"/>
        </pc:sldMkLst>
      </pc:sldChg>
      <pc:sldChg chg="modSp add mod">
        <pc:chgData name="Tomáš Bratina" userId="2033f5136aa55253" providerId="LiveId" clId="{70AC3D02-762B-42A9-A6F8-528CED61E437}" dt="2025-10-22T08:08:39.092" v="76" actId="20577"/>
        <pc:sldMkLst>
          <pc:docMk/>
          <pc:sldMk cId="3208996927" sldId="320"/>
        </pc:sldMkLst>
      </pc:sldChg>
      <pc:sldChg chg="addSp delSp modSp new mod setBg">
        <pc:chgData name="Tomáš Bratina" userId="2033f5136aa55253" providerId="LiveId" clId="{70AC3D02-762B-42A9-A6F8-528CED61E437}" dt="2025-10-22T08:19:12.275" v="299" actId="20577"/>
        <pc:sldMkLst>
          <pc:docMk/>
          <pc:sldMk cId="252219171" sldId="321"/>
        </pc:sldMkLst>
      </pc:sldChg>
      <pc:sldChg chg="add">
        <pc:chgData name="Tomáš Bratina" userId="2033f5136aa55253" providerId="LiveId" clId="{70AC3D02-762B-42A9-A6F8-528CED61E437}" dt="2025-10-22T08:17:41.943" v="262" actId="2890"/>
        <pc:sldMkLst>
          <pc:docMk/>
          <pc:sldMk cId="2897539513" sldId="322"/>
        </pc:sldMkLst>
      </pc:sldChg>
      <pc:sldChg chg="add">
        <pc:chgData name="Tomáš Bratina" userId="2033f5136aa55253" providerId="LiveId" clId="{70AC3D02-762B-42A9-A6F8-528CED61E437}" dt="2025-10-22T08:17:58.162" v="264" actId="2890"/>
        <pc:sldMkLst>
          <pc:docMk/>
          <pc:sldMk cId="2572412310" sldId="323"/>
        </pc:sldMkLst>
      </pc:sldChg>
      <pc:sldChg chg="add">
        <pc:chgData name="Tomáš Bratina" userId="2033f5136aa55253" providerId="LiveId" clId="{70AC3D02-762B-42A9-A6F8-528CED61E437}" dt="2025-10-22T08:18:02.483" v="266" actId="2890"/>
        <pc:sldMkLst>
          <pc:docMk/>
          <pc:sldMk cId="2671048439" sldId="324"/>
        </pc:sldMkLst>
      </pc:sldChg>
      <pc:sldChg chg="add">
        <pc:chgData name="Tomáš Bratina" userId="2033f5136aa55253" providerId="LiveId" clId="{70AC3D02-762B-42A9-A6F8-528CED61E437}" dt="2025-10-22T08:18:07.862" v="268" actId="2890"/>
        <pc:sldMkLst>
          <pc:docMk/>
          <pc:sldMk cId="1818018101" sldId="325"/>
        </pc:sldMkLst>
      </pc:sldChg>
      <pc:sldChg chg="add">
        <pc:chgData name="Tomáš Bratina" userId="2033f5136aa55253" providerId="LiveId" clId="{70AC3D02-762B-42A9-A6F8-528CED61E437}" dt="2025-10-22T08:18:13.322" v="270" actId="2890"/>
        <pc:sldMkLst>
          <pc:docMk/>
          <pc:sldMk cId="2345862913" sldId="326"/>
        </pc:sldMkLst>
      </pc:sldChg>
      <pc:sldChg chg="add">
        <pc:chgData name="Tomáš Bratina" userId="2033f5136aa55253" providerId="LiveId" clId="{70AC3D02-762B-42A9-A6F8-528CED61E437}" dt="2025-10-22T08:18:16.934" v="272" actId="2890"/>
        <pc:sldMkLst>
          <pc:docMk/>
          <pc:sldMk cId="565767021" sldId="327"/>
        </pc:sldMkLst>
      </pc:sldChg>
      <pc:sldChg chg="add">
        <pc:chgData name="Tomáš Bratina" userId="2033f5136aa55253" providerId="LiveId" clId="{70AC3D02-762B-42A9-A6F8-528CED61E437}" dt="2025-10-22T08:18:20.564" v="274" actId="2890"/>
        <pc:sldMkLst>
          <pc:docMk/>
          <pc:sldMk cId="2612398877" sldId="328"/>
        </pc:sldMkLst>
      </pc:sldChg>
      <pc:sldChg chg="add">
        <pc:chgData name="Tomáš Bratina" userId="2033f5136aa55253" providerId="LiveId" clId="{70AC3D02-762B-42A9-A6F8-528CED61E437}" dt="2025-10-22T08:18:23.912" v="276" actId="2890"/>
        <pc:sldMkLst>
          <pc:docMk/>
          <pc:sldMk cId="2845580606" sldId="329"/>
        </pc:sldMkLst>
      </pc:sldChg>
      <pc:sldChg chg="add">
        <pc:chgData name="Tomáš Bratina" userId="2033f5136aa55253" providerId="LiveId" clId="{70AC3D02-762B-42A9-A6F8-528CED61E437}" dt="2025-10-22T08:18:27.412" v="278" actId="2890"/>
        <pc:sldMkLst>
          <pc:docMk/>
          <pc:sldMk cId="1272052758" sldId="330"/>
        </pc:sldMkLst>
      </pc:sldChg>
      <pc:sldChg chg="add">
        <pc:chgData name="Tomáš Bratina" userId="2033f5136aa55253" providerId="LiveId" clId="{70AC3D02-762B-42A9-A6F8-528CED61E437}" dt="2025-10-22T08:18:31.130" v="280" actId="2890"/>
        <pc:sldMkLst>
          <pc:docMk/>
          <pc:sldMk cId="1828172064" sldId="331"/>
        </pc:sldMkLst>
      </pc:sldChg>
      <pc:sldChg chg="add">
        <pc:chgData name="Tomáš Bratina" userId="2033f5136aa55253" providerId="LiveId" clId="{70AC3D02-762B-42A9-A6F8-528CED61E437}" dt="2025-10-22T08:18:34.594" v="282" actId="2890"/>
        <pc:sldMkLst>
          <pc:docMk/>
          <pc:sldMk cId="1402252120" sldId="332"/>
        </pc:sldMkLst>
      </pc:sldChg>
      <pc:sldChg chg="add">
        <pc:chgData name="Tomáš Bratina" userId="2033f5136aa55253" providerId="LiveId" clId="{70AC3D02-762B-42A9-A6F8-528CED61E437}" dt="2025-10-22T08:18:38.982" v="286" actId="2890"/>
        <pc:sldMkLst>
          <pc:docMk/>
          <pc:sldMk cId="3812138106" sldId="333"/>
        </pc:sldMkLst>
      </pc:sldChg>
      <pc:sldChg chg="add">
        <pc:chgData name="Tomáš Bratina" userId="2033f5136aa55253" providerId="LiveId" clId="{70AC3D02-762B-42A9-A6F8-528CED61E437}" dt="2025-10-22T08:18:42.655" v="288" actId="2890"/>
        <pc:sldMkLst>
          <pc:docMk/>
          <pc:sldMk cId="1869432484" sldId="334"/>
        </pc:sldMkLst>
      </pc:sldChg>
      <pc:sldChg chg="add">
        <pc:chgData name="Tomáš Bratina" userId="2033f5136aa55253" providerId="LiveId" clId="{70AC3D02-762B-42A9-A6F8-528CED61E437}" dt="2025-10-22T08:18:46.472" v="290" actId="2890"/>
        <pc:sldMkLst>
          <pc:docMk/>
          <pc:sldMk cId="740502682" sldId="335"/>
        </pc:sldMkLst>
      </pc:sldChg>
      <pc:sldChg chg="add">
        <pc:chgData name="Tomáš Bratina" userId="2033f5136aa55253" providerId="LiveId" clId="{70AC3D02-762B-42A9-A6F8-528CED61E437}" dt="2025-10-22T08:18:59.832" v="292" actId="2890"/>
        <pc:sldMkLst>
          <pc:docMk/>
          <pc:sldMk cId="1840673163" sldId="336"/>
        </pc:sldMkLst>
      </pc:sldChg>
      <pc:sldChg chg="add">
        <pc:chgData name="Tomáš Bratina" userId="2033f5136aa55253" providerId="LiveId" clId="{70AC3D02-762B-42A9-A6F8-528CED61E437}" dt="2025-10-22T08:19:03.494" v="294" actId="2890"/>
        <pc:sldMkLst>
          <pc:docMk/>
          <pc:sldMk cId="2140016710" sldId="337"/>
        </pc:sldMkLst>
      </pc:sldChg>
      <pc:sldChg chg="add">
        <pc:chgData name="Tomáš Bratina" userId="2033f5136aa55253" providerId="LiveId" clId="{70AC3D02-762B-42A9-A6F8-528CED61E437}" dt="2025-10-22T08:19:07.106" v="296" actId="2890"/>
        <pc:sldMkLst>
          <pc:docMk/>
          <pc:sldMk cId="1779580074" sldId="338"/>
        </pc:sldMkLst>
      </pc:sldChg>
      <pc:sldChg chg="add">
        <pc:chgData name="Tomáš Bratina" userId="2033f5136aa55253" providerId="LiveId" clId="{70AC3D02-762B-42A9-A6F8-528CED61E437}" dt="2025-10-22T08:19:10.345" v="298" actId="2890"/>
        <pc:sldMkLst>
          <pc:docMk/>
          <pc:sldMk cId="2707182013" sldId="339"/>
        </pc:sldMkLst>
      </pc:sldChg>
      <pc:sldChg chg="add ord">
        <pc:chgData name="Tomáš Bratina" userId="2033f5136aa55253" providerId="LiveId" clId="{70AC3D02-762B-42A9-A6F8-528CED61E437}" dt="2025-10-22T08:39:26.613" v="329"/>
        <pc:sldMkLst>
          <pc:docMk/>
          <pc:sldMk cId="906013680" sldId="340"/>
        </pc:sldMkLst>
      </pc:sldChg>
      <pc:sldChg chg="add ord">
        <pc:chgData name="Tomáš Bratina" userId="2033f5136aa55253" providerId="LiveId" clId="{70AC3D02-762B-42A9-A6F8-528CED61E437}" dt="2025-10-22T08:39:31.800" v="331"/>
        <pc:sldMkLst>
          <pc:docMk/>
          <pc:sldMk cId="1760423415" sldId="341"/>
        </pc:sldMkLst>
      </pc:sldChg>
      <pc:sldChg chg="add ord">
        <pc:chgData name="Tomáš Bratina" userId="2033f5136aa55253" providerId="LiveId" clId="{70AC3D02-762B-42A9-A6F8-528CED61E437}" dt="2025-10-22T08:39:36.624" v="333"/>
        <pc:sldMkLst>
          <pc:docMk/>
          <pc:sldMk cId="3409104310" sldId="342"/>
        </pc:sldMkLst>
      </pc:sldChg>
      <pc:sldChg chg="modSp add ord">
        <pc:chgData name="Tomáš Bratina" userId="2033f5136aa55253" providerId="LiveId" clId="{70AC3D02-762B-42A9-A6F8-528CED61E437}" dt="2025-10-22T08:39:45.981" v="337"/>
        <pc:sldMkLst>
          <pc:docMk/>
          <pc:sldMk cId="1477396948" sldId="343"/>
        </pc:sldMkLst>
      </pc:sldChg>
      <pc:sldChg chg="add ord">
        <pc:chgData name="Tomáš Bratina" userId="2033f5136aa55253" providerId="LiveId" clId="{70AC3D02-762B-42A9-A6F8-528CED61E437}" dt="2025-10-22T08:40:02.853" v="339"/>
        <pc:sldMkLst>
          <pc:docMk/>
          <pc:sldMk cId="3864184445" sldId="344"/>
        </pc:sldMkLst>
      </pc:sldChg>
      <pc:sldChg chg="add ord">
        <pc:chgData name="Tomáš Bratina" userId="2033f5136aa55253" providerId="LiveId" clId="{70AC3D02-762B-42A9-A6F8-528CED61E437}" dt="2025-10-22T08:40:07.713" v="341"/>
        <pc:sldMkLst>
          <pc:docMk/>
          <pc:sldMk cId="810974805" sldId="345"/>
        </pc:sldMkLst>
      </pc:sldChg>
      <pc:sldChg chg="add">
        <pc:chgData name="Tomáš Bratina" userId="2033f5136aa55253" providerId="LiveId" clId="{70AC3D02-762B-42A9-A6F8-528CED61E437}" dt="2025-10-22T08:38:36.833" v="313"/>
        <pc:sldMkLst>
          <pc:docMk/>
          <pc:sldMk cId="1520686638" sldId="346"/>
        </pc:sldMkLst>
      </pc:sldChg>
      <pc:sldChg chg="add">
        <pc:chgData name="Tomáš Bratina" userId="2033f5136aa55253" providerId="LiveId" clId="{70AC3D02-762B-42A9-A6F8-528CED61E437}" dt="2025-10-22T08:38:38.367" v="315"/>
        <pc:sldMkLst>
          <pc:docMk/>
          <pc:sldMk cId="2977726619" sldId="347"/>
        </pc:sldMkLst>
      </pc:sldChg>
      <pc:sldChg chg="add">
        <pc:chgData name="Tomáš Bratina" userId="2033f5136aa55253" providerId="LiveId" clId="{70AC3D02-762B-42A9-A6F8-528CED61E437}" dt="2025-10-22T08:38:39.518" v="317"/>
        <pc:sldMkLst>
          <pc:docMk/>
          <pc:sldMk cId="3506716115" sldId="348"/>
        </pc:sldMkLst>
      </pc:sldChg>
      <pc:sldChg chg="add">
        <pc:chgData name="Tomáš Bratina" userId="2033f5136aa55253" providerId="LiveId" clId="{70AC3D02-762B-42A9-A6F8-528CED61E437}" dt="2025-10-22T08:38:40.338" v="319"/>
        <pc:sldMkLst>
          <pc:docMk/>
          <pc:sldMk cId="3585863209" sldId="349"/>
        </pc:sldMkLst>
      </pc:sldChg>
      <pc:sldChg chg="add">
        <pc:chgData name="Tomáš Bratina" userId="2033f5136aa55253" providerId="LiveId" clId="{70AC3D02-762B-42A9-A6F8-528CED61E437}" dt="2025-10-22T08:38:41.962" v="321"/>
        <pc:sldMkLst>
          <pc:docMk/>
          <pc:sldMk cId="4264763596" sldId="350"/>
        </pc:sldMkLst>
      </pc:sldChg>
      <pc:sldChg chg="add">
        <pc:chgData name="Tomáš Bratina" userId="2033f5136aa55253" providerId="LiveId" clId="{70AC3D02-762B-42A9-A6F8-528CED61E437}" dt="2025-10-22T08:38:43.006" v="323"/>
        <pc:sldMkLst>
          <pc:docMk/>
          <pc:sldMk cId="2496507344" sldId="351"/>
        </pc:sldMkLst>
      </pc:sldChg>
      <pc:sldChg chg="add">
        <pc:chgData name="Tomáš Bratina" userId="2033f5136aa55253" providerId="LiveId" clId="{70AC3D02-762B-42A9-A6F8-528CED61E437}" dt="2025-10-22T08:38:44.083" v="325"/>
        <pc:sldMkLst>
          <pc:docMk/>
          <pc:sldMk cId="4238097992" sldId="352"/>
        </pc:sldMkLst>
      </pc:sldChg>
      <pc:sldChg chg="add">
        <pc:chgData name="Tomáš Bratina" userId="2033f5136aa55253" providerId="LiveId" clId="{70AC3D02-762B-42A9-A6F8-528CED61E437}" dt="2025-10-22T08:38:45.432" v="327"/>
        <pc:sldMkLst>
          <pc:docMk/>
          <pc:sldMk cId="3714088063" sldId="353"/>
        </pc:sldMkLst>
      </pc:sldChg>
      <pc:sldChg chg="add">
        <pc:chgData name="Tomáš Bratina" userId="2033f5136aa55253" providerId="LiveId" clId="{70AC3D02-762B-42A9-A6F8-528CED61E437}" dt="2025-10-22T08:42:23.943" v="343"/>
        <pc:sldMkLst>
          <pc:docMk/>
          <pc:sldMk cId="2366321046" sldId="354"/>
        </pc:sldMkLst>
      </pc:sldChg>
      <pc:sldMasterChg chg="add addSldLayout modSldLayout">
        <pc:chgData name="Tomáš Bratina" userId="2033f5136aa55253" providerId="LiveId" clId="{70AC3D02-762B-42A9-A6F8-528CED61E437}" dt="2025-10-22T08:38:28.671" v="300" actId="27028"/>
        <pc:sldMasterMkLst>
          <pc:docMk/>
          <pc:sldMasterMk cId="3899840436" sldId="2147483648"/>
        </pc:sldMasterMkLst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3706224309" sldId="2147483649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643672537" sldId="2147483650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1799930165" sldId="2147483651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1578407353" sldId="2147483652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3589216583" sldId="2147483653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1773759147" sldId="2147483654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4067047111" sldId="2147483655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4271998428" sldId="2147483656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309362860" sldId="2147483658"/>
          </pc:sldLayoutMkLst>
        </pc:sldLayoutChg>
        <pc:sldLayoutChg chg="add">
          <pc:chgData name="Tomáš Bratina" userId="2033f5136aa55253" providerId="LiveId" clId="{70AC3D02-762B-42A9-A6F8-528CED61E437}" dt="2025-10-22T08:05:41.602" v="0" actId="27028"/>
          <pc:sldLayoutMkLst>
            <pc:docMk/>
            <pc:sldMasterMk cId="3899840436" sldId="2147483648"/>
            <pc:sldLayoutMk cId="1209807713" sldId="2147483659"/>
          </pc:sldLayoutMkLst>
        </pc:sldLayoutChg>
        <pc:sldLayoutChg chg="add replId">
          <pc:chgData name="Tomáš Bratina" userId="2033f5136aa55253" providerId="LiveId" clId="{70AC3D02-762B-42A9-A6F8-528CED61E437}" dt="2025-10-22T08:38:28.671" v="300" actId="27028"/>
          <pc:sldLayoutMkLst>
            <pc:docMk/>
            <pc:sldMasterMk cId="3899840436" sldId="2147483648"/>
            <pc:sldLayoutMk cId="4190906578" sldId="2147483685"/>
          </pc:sldLayoutMkLst>
        </pc:sldLayoutChg>
      </pc:sldMasterChg>
      <pc:sldMasterChg chg="add addSldLayout">
        <pc:chgData name="Tomáš Bratina" userId="2033f5136aa55253" providerId="LiveId" clId="{70AC3D02-762B-42A9-A6F8-528CED61E437}" dt="2025-10-22T08:38:28.671" v="300" actId="27028"/>
        <pc:sldMasterMkLst>
          <pc:docMk/>
          <pc:sldMasterMk cId="0" sldId="2147483657"/>
        </pc:sldMasterMkLst>
        <pc:sldLayoutChg chg="add">
          <pc:chgData name="Tomáš Bratina" userId="2033f5136aa55253" providerId="LiveId" clId="{70AC3D02-762B-42A9-A6F8-528CED61E437}" dt="2025-10-22T08:38:28.671" v="300" actId="27028"/>
          <pc:sldLayoutMkLst>
            <pc:docMk/>
            <pc:sldMasterMk cId="0" sldId="2147483657"/>
            <pc:sldLayoutMk cId="1691229579" sldId="2147483684"/>
          </pc:sldLayoutMkLst>
        </pc:sldLayoutChg>
      </pc:sldMasterChg>
      <pc:sldMasterChg chg="replId modSldLayout">
        <pc:chgData name="Tomáš Bratina" userId="2033f5136aa55253" providerId="LiveId" clId="{70AC3D02-762B-42A9-A6F8-528CED61E437}" dt="2025-10-22T08:05:41.602" v="0" actId="27028"/>
        <pc:sldMasterMkLst>
          <pc:docMk/>
          <pc:sldMasterMk cId="2267133483" sldId="2147483660"/>
        </pc:sldMasterMkLst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2456157871" sldId="2147483661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20103755" sldId="2147483662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3377838712" sldId="2147483663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3607499052" sldId="2147483664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1908061444" sldId="2147483665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593449413" sldId="2147483666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777934243" sldId="2147483667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4200289686" sldId="2147483668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2932066818" sldId="2147483669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1974134869" sldId="2147483670"/>
          </pc:sldLayoutMkLst>
        </pc:sldLayoutChg>
        <pc:sldLayoutChg chg="replId">
          <pc:chgData name="Tomáš Bratina" userId="2033f5136aa55253" providerId="LiveId" clId="{70AC3D02-762B-42A9-A6F8-528CED61E437}" dt="2025-10-22T08:05:41.602" v="0" actId="27028"/>
          <pc:sldLayoutMkLst>
            <pc:docMk/>
            <pc:sldMasterMk cId="2267133483" sldId="2147483660"/>
            <pc:sldLayoutMk cId="666879479" sldId="2147483671"/>
          </pc:sldLayoutMkLst>
        </pc:sldLayoutChg>
      </pc:sldMasterChg>
    </pc:docChg>
  </pc:docChgLst>
  <pc:docChgLst>
    <pc:chgData name="Tomáš Bratina" userId="2033f5136aa55253" providerId="LiveId" clId="{8ECA8620-7B00-4EDA-805E-0BA470DD3A9F}"/>
    <pc:docChg chg="undo custSel addSld delSld modSld sldOrd">
      <pc:chgData name="Tomáš Bratina" userId="2033f5136aa55253" providerId="LiveId" clId="{8ECA8620-7B00-4EDA-805E-0BA470DD3A9F}" dt="2025-10-30T14:44:38.028" v="325" actId="47"/>
      <pc:docMkLst>
        <pc:docMk/>
      </pc:docMkLst>
      <pc:sldChg chg="modSp mod">
        <pc:chgData name="Tomáš Bratina" userId="2033f5136aa55253" providerId="LiveId" clId="{8ECA8620-7B00-4EDA-805E-0BA470DD3A9F}" dt="2025-10-29T10:50:05.130" v="1" actId="20577"/>
        <pc:sldMkLst>
          <pc:docMk/>
          <pc:sldMk cId="111899844" sldId="256"/>
        </pc:sldMkLst>
        <pc:spChg chg="mod">
          <ac:chgData name="Tomáš Bratina" userId="2033f5136aa55253" providerId="LiveId" clId="{8ECA8620-7B00-4EDA-805E-0BA470DD3A9F}" dt="2025-10-29T10:50:05.130" v="1" actId="20577"/>
          <ac:spMkLst>
            <pc:docMk/>
            <pc:sldMk cId="111899844" sldId="256"/>
            <ac:spMk id="3" creationId="{3A8E53EA-7845-48BE-B734-B3831985D13E}"/>
          </ac:spMkLst>
        </pc:spChg>
      </pc:sldChg>
      <pc:sldChg chg="del">
        <pc:chgData name="Tomáš Bratina" userId="2033f5136aa55253" providerId="LiveId" clId="{8ECA8620-7B00-4EDA-805E-0BA470DD3A9F}" dt="2025-10-29T10:50:09.180" v="32" actId="47"/>
        <pc:sldMkLst>
          <pc:docMk/>
          <pc:sldMk cId="1310252784" sldId="258"/>
        </pc:sldMkLst>
      </pc:sldChg>
      <pc:sldChg chg="del">
        <pc:chgData name="Tomáš Bratina" userId="2033f5136aa55253" providerId="LiveId" clId="{8ECA8620-7B00-4EDA-805E-0BA470DD3A9F}" dt="2025-10-29T10:50:09.203" v="33" actId="47"/>
        <pc:sldMkLst>
          <pc:docMk/>
          <pc:sldMk cId="4141490838" sldId="259"/>
        </pc:sldMkLst>
      </pc:sldChg>
      <pc:sldChg chg="del">
        <pc:chgData name="Tomáš Bratina" userId="2033f5136aa55253" providerId="LiveId" clId="{8ECA8620-7B00-4EDA-805E-0BA470DD3A9F}" dt="2025-10-29T10:50:09.235" v="34" actId="47"/>
        <pc:sldMkLst>
          <pc:docMk/>
          <pc:sldMk cId="3906593193" sldId="260"/>
        </pc:sldMkLst>
      </pc:sldChg>
      <pc:sldChg chg="del">
        <pc:chgData name="Tomáš Bratina" userId="2033f5136aa55253" providerId="LiveId" clId="{8ECA8620-7B00-4EDA-805E-0BA470DD3A9F}" dt="2025-10-29T10:50:09.274" v="35" actId="47"/>
        <pc:sldMkLst>
          <pc:docMk/>
          <pc:sldMk cId="996991534" sldId="261"/>
        </pc:sldMkLst>
      </pc:sldChg>
      <pc:sldChg chg="del">
        <pc:chgData name="Tomáš Bratina" userId="2033f5136aa55253" providerId="LiveId" clId="{8ECA8620-7B00-4EDA-805E-0BA470DD3A9F}" dt="2025-10-29T10:50:09.675" v="36" actId="47"/>
        <pc:sldMkLst>
          <pc:docMk/>
          <pc:sldMk cId="4250796840" sldId="262"/>
        </pc:sldMkLst>
      </pc:sldChg>
      <pc:sldChg chg="del">
        <pc:chgData name="Tomáš Bratina" userId="2033f5136aa55253" providerId="LiveId" clId="{8ECA8620-7B00-4EDA-805E-0BA470DD3A9F}" dt="2025-10-29T10:50:10.173" v="37" actId="47"/>
        <pc:sldMkLst>
          <pc:docMk/>
          <pc:sldMk cId="1673447071" sldId="263"/>
        </pc:sldMkLst>
      </pc:sldChg>
      <pc:sldChg chg="del">
        <pc:chgData name="Tomáš Bratina" userId="2033f5136aa55253" providerId="LiveId" clId="{8ECA8620-7B00-4EDA-805E-0BA470DD3A9F}" dt="2025-10-29T10:50:11.183" v="46" actId="47"/>
        <pc:sldMkLst>
          <pc:docMk/>
          <pc:sldMk cId="1603987714" sldId="264"/>
        </pc:sldMkLst>
      </pc:sldChg>
      <pc:sldChg chg="del">
        <pc:chgData name="Tomáš Bratina" userId="2033f5136aa55253" providerId="LiveId" clId="{8ECA8620-7B00-4EDA-805E-0BA470DD3A9F}" dt="2025-10-29T10:50:11.366" v="47" actId="47"/>
        <pc:sldMkLst>
          <pc:docMk/>
          <pc:sldMk cId="4052342062" sldId="265"/>
        </pc:sldMkLst>
      </pc:sldChg>
      <pc:sldChg chg="del">
        <pc:chgData name="Tomáš Bratina" userId="2033f5136aa55253" providerId="LiveId" clId="{8ECA8620-7B00-4EDA-805E-0BA470DD3A9F}" dt="2025-10-29T10:50:11.562" v="48" actId="47"/>
        <pc:sldMkLst>
          <pc:docMk/>
          <pc:sldMk cId="868838194" sldId="266"/>
        </pc:sldMkLst>
      </pc:sldChg>
      <pc:sldChg chg="del">
        <pc:chgData name="Tomáš Bratina" userId="2033f5136aa55253" providerId="LiveId" clId="{8ECA8620-7B00-4EDA-805E-0BA470DD3A9F}" dt="2025-10-29T10:50:11.761" v="49" actId="47"/>
        <pc:sldMkLst>
          <pc:docMk/>
          <pc:sldMk cId="4103404134" sldId="267"/>
        </pc:sldMkLst>
      </pc:sldChg>
      <pc:sldChg chg="del">
        <pc:chgData name="Tomáš Bratina" userId="2033f5136aa55253" providerId="LiveId" clId="{8ECA8620-7B00-4EDA-805E-0BA470DD3A9F}" dt="2025-10-29T10:50:11.936" v="50" actId="47"/>
        <pc:sldMkLst>
          <pc:docMk/>
          <pc:sldMk cId="2608114977" sldId="268"/>
        </pc:sldMkLst>
      </pc:sldChg>
      <pc:sldChg chg="del">
        <pc:chgData name="Tomáš Bratina" userId="2033f5136aa55253" providerId="LiveId" clId="{8ECA8620-7B00-4EDA-805E-0BA470DD3A9F}" dt="2025-10-29T10:50:12.546" v="51" actId="47"/>
        <pc:sldMkLst>
          <pc:docMk/>
          <pc:sldMk cId="1347483794" sldId="269"/>
        </pc:sldMkLst>
      </pc:sldChg>
      <pc:sldChg chg="del">
        <pc:chgData name="Tomáš Bratina" userId="2033f5136aa55253" providerId="LiveId" clId="{8ECA8620-7B00-4EDA-805E-0BA470DD3A9F}" dt="2025-10-29T10:50:12.717" v="52" actId="47"/>
        <pc:sldMkLst>
          <pc:docMk/>
          <pc:sldMk cId="1241158032" sldId="270"/>
        </pc:sldMkLst>
      </pc:sldChg>
      <pc:sldChg chg="del">
        <pc:chgData name="Tomáš Bratina" userId="2033f5136aa55253" providerId="LiveId" clId="{8ECA8620-7B00-4EDA-805E-0BA470DD3A9F}" dt="2025-10-29T10:50:12.863" v="53" actId="47"/>
        <pc:sldMkLst>
          <pc:docMk/>
          <pc:sldMk cId="2679978754" sldId="271"/>
        </pc:sldMkLst>
      </pc:sldChg>
      <pc:sldChg chg="del">
        <pc:chgData name="Tomáš Bratina" userId="2033f5136aa55253" providerId="LiveId" clId="{8ECA8620-7B00-4EDA-805E-0BA470DD3A9F}" dt="2025-10-29T10:50:13.034" v="54" actId="47"/>
        <pc:sldMkLst>
          <pc:docMk/>
          <pc:sldMk cId="2986296760" sldId="272"/>
        </pc:sldMkLst>
      </pc:sldChg>
      <pc:sldChg chg="del">
        <pc:chgData name="Tomáš Bratina" userId="2033f5136aa55253" providerId="LiveId" clId="{8ECA8620-7B00-4EDA-805E-0BA470DD3A9F}" dt="2025-10-29T10:50:13.192" v="55" actId="47"/>
        <pc:sldMkLst>
          <pc:docMk/>
          <pc:sldMk cId="1120185924" sldId="273"/>
        </pc:sldMkLst>
      </pc:sldChg>
      <pc:sldChg chg="del">
        <pc:chgData name="Tomáš Bratina" userId="2033f5136aa55253" providerId="LiveId" clId="{8ECA8620-7B00-4EDA-805E-0BA470DD3A9F}" dt="2025-10-29T10:50:13.351" v="56" actId="47"/>
        <pc:sldMkLst>
          <pc:docMk/>
          <pc:sldMk cId="1444219217" sldId="274"/>
        </pc:sldMkLst>
      </pc:sldChg>
      <pc:sldChg chg="del">
        <pc:chgData name="Tomáš Bratina" userId="2033f5136aa55253" providerId="LiveId" clId="{8ECA8620-7B00-4EDA-805E-0BA470DD3A9F}" dt="2025-10-29T10:50:13.546" v="57" actId="47"/>
        <pc:sldMkLst>
          <pc:docMk/>
          <pc:sldMk cId="1550814900" sldId="275"/>
        </pc:sldMkLst>
      </pc:sldChg>
      <pc:sldChg chg="del">
        <pc:chgData name="Tomáš Bratina" userId="2033f5136aa55253" providerId="LiveId" clId="{8ECA8620-7B00-4EDA-805E-0BA470DD3A9F}" dt="2025-10-29T10:50:14.309" v="58" actId="47"/>
        <pc:sldMkLst>
          <pc:docMk/>
          <pc:sldMk cId="2441870619" sldId="276"/>
        </pc:sldMkLst>
      </pc:sldChg>
      <pc:sldChg chg="modSp add del mod">
        <pc:chgData name="Tomáš Bratina" userId="2033f5136aa55253" providerId="LiveId" clId="{8ECA8620-7B00-4EDA-805E-0BA470DD3A9F}" dt="2025-10-30T11:04:28.591" v="201" actId="20577"/>
        <pc:sldMkLst>
          <pc:docMk/>
          <pc:sldMk cId="342116108" sldId="277"/>
        </pc:sldMkLst>
        <pc:spChg chg="mod">
          <ac:chgData name="Tomáš Bratina" userId="2033f5136aa55253" providerId="LiveId" clId="{8ECA8620-7B00-4EDA-805E-0BA470DD3A9F}" dt="2025-10-30T11:04:28.591" v="201" actId="20577"/>
          <ac:spMkLst>
            <pc:docMk/>
            <pc:sldMk cId="342116108" sldId="277"/>
            <ac:spMk id="2" creationId="{CDE8038F-27E9-6B73-ABEE-BAF001293F0C}"/>
          </ac:spMkLst>
        </pc:spChg>
      </pc:sldChg>
      <pc:sldChg chg="modSp mod">
        <pc:chgData name="Tomáš Bratina" userId="2033f5136aa55253" providerId="LiveId" clId="{8ECA8620-7B00-4EDA-805E-0BA470DD3A9F}" dt="2025-10-29T10:58:54.759" v="154" actId="20577"/>
        <pc:sldMkLst>
          <pc:docMk/>
          <pc:sldMk cId="73033566" sldId="278"/>
        </pc:sldMkLst>
        <pc:spChg chg="mod">
          <ac:chgData name="Tomáš Bratina" userId="2033f5136aa55253" providerId="LiveId" clId="{8ECA8620-7B00-4EDA-805E-0BA470DD3A9F}" dt="2025-10-29T10:58:54.759" v="154" actId="20577"/>
          <ac:spMkLst>
            <pc:docMk/>
            <pc:sldMk cId="73033566" sldId="278"/>
            <ac:spMk id="2" creationId="{6D76764D-4157-E0AC-469A-2544FF161BD1}"/>
          </ac:spMkLst>
        </pc:spChg>
      </pc:sldChg>
      <pc:sldChg chg="modSp mod">
        <pc:chgData name="Tomáš Bratina" userId="2033f5136aa55253" providerId="LiveId" clId="{8ECA8620-7B00-4EDA-805E-0BA470DD3A9F}" dt="2025-10-29T10:59:42.617" v="160" actId="20577"/>
        <pc:sldMkLst>
          <pc:docMk/>
          <pc:sldMk cId="3292420938" sldId="279"/>
        </pc:sldMkLst>
        <pc:spChg chg="mod">
          <ac:chgData name="Tomáš Bratina" userId="2033f5136aa55253" providerId="LiveId" clId="{8ECA8620-7B00-4EDA-805E-0BA470DD3A9F}" dt="2025-10-29T10:59:42.617" v="160" actId="20577"/>
          <ac:spMkLst>
            <pc:docMk/>
            <pc:sldMk cId="3292420938" sldId="279"/>
            <ac:spMk id="2" creationId="{AC64A892-D6C5-E7A6-5764-32B09FD86384}"/>
          </ac:spMkLst>
        </pc:spChg>
      </pc:sldChg>
      <pc:sldChg chg="modSp mod">
        <pc:chgData name="Tomáš Bratina" userId="2033f5136aa55253" providerId="LiveId" clId="{8ECA8620-7B00-4EDA-805E-0BA470DD3A9F}" dt="2025-10-29T10:59:45.057" v="161" actId="20577"/>
        <pc:sldMkLst>
          <pc:docMk/>
          <pc:sldMk cId="3039915766" sldId="280"/>
        </pc:sldMkLst>
        <pc:spChg chg="mod">
          <ac:chgData name="Tomáš Bratina" userId="2033f5136aa55253" providerId="LiveId" clId="{8ECA8620-7B00-4EDA-805E-0BA470DD3A9F}" dt="2025-10-29T10:59:45.057" v="161" actId="20577"/>
          <ac:spMkLst>
            <pc:docMk/>
            <pc:sldMk cId="3039915766" sldId="280"/>
            <ac:spMk id="2" creationId="{5B867223-6EAD-EBB7-40A6-2B2F41DE164C}"/>
          </ac:spMkLst>
        </pc:spChg>
      </pc:sldChg>
      <pc:sldChg chg="modSp mod">
        <pc:chgData name="Tomáš Bratina" userId="2033f5136aa55253" providerId="LiveId" clId="{8ECA8620-7B00-4EDA-805E-0BA470DD3A9F}" dt="2025-10-29T10:59:46.526" v="162" actId="20577"/>
        <pc:sldMkLst>
          <pc:docMk/>
          <pc:sldMk cId="1173973466" sldId="281"/>
        </pc:sldMkLst>
        <pc:spChg chg="mod">
          <ac:chgData name="Tomáš Bratina" userId="2033f5136aa55253" providerId="LiveId" clId="{8ECA8620-7B00-4EDA-805E-0BA470DD3A9F}" dt="2025-10-29T10:59:46.526" v="162" actId="20577"/>
          <ac:spMkLst>
            <pc:docMk/>
            <pc:sldMk cId="1173973466" sldId="281"/>
            <ac:spMk id="2" creationId="{DC916C2F-EC29-C674-2E71-C9DECE9025CE}"/>
          </ac:spMkLst>
        </pc:spChg>
      </pc:sldChg>
      <pc:sldChg chg="modSp mod">
        <pc:chgData name="Tomáš Bratina" userId="2033f5136aa55253" providerId="LiveId" clId="{8ECA8620-7B00-4EDA-805E-0BA470DD3A9F}" dt="2025-10-29T10:59:49.482" v="163" actId="20577"/>
        <pc:sldMkLst>
          <pc:docMk/>
          <pc:sldMk cId="3248503092" sldId="282"/>
        </pc:sldMkLst>
        <pc:spChg chg="mod">
          <ac:chgData name="Tomáš Bratina" userId="2033f5136aa55253" providerId="LiveId" clId="{8ECA8620-7B00-4EDA-805E-0BA470DD3A9F}" dt="2025-10-29T10:59:49.482" v="163" actId="20577"/>
          <ac:spMkLst>
            <pc:docMk/>
            <pc:sldMk cId="3248503092" sldId="282"/>
            <ac:spMk id="2" creationId="{54F1666E-392C-0658-F031-3E54064DE281}"/>
          </ac:spMkLst>
        </pc:spChg>
      </pc:sldChg>
      <pc:sldChg chg="modSp mod">
        <pc:chgData name="Tomáš Bratina" userId="2033f5136aa55253" providerId="LiveId" clId="{8ECA8620-7B00-4EDA-805E-0BA470DD3A9F}" dt="2025-10-29T10:59:50.849" v="164" actId="20577"/>
        <pc:sldMkLst>
          <pc:docMk/>
          <pc:sldMk cId="119319949" sldId="283"/>
        </pc:sldMkLst>
        <pc:spChg chg="mod">
          <ac:chgData name="Tomáš Bratina" userId="2033f5136aa55253" providerId="LiveId" clId="{8ECA8620-7B00-4EDA-805E-0BA470DD3A9F}" dt="2025-10-29T10:59:50.849" v="164" actId="20577"/>
          <ac:spMkLst>
            <pc:docMk/>
            <pc:sldMk cId="119319949" sldId="283"/>
            <ac:spMk id="2" creationId="{890F4251-04A5-108C-96C2-D13B7CA3F1D3}"/>
          </ac:spMkLst>
        </pc:spChg>
      </pc:sldChg>
      <pc:sldChg chg="modSp mod">
        <pc:chgData name="Tomáš Bratina" userId="2033f5136aa55253" providerId="LiveId" clId="{8ECA8620-7B00-4EDA-805E-0BA470DD3A9F}" dt="2025-10-29T10:59:52.294" v="165" actId="20577"/>
        <pc:sldMkLst>
          <pc:docMk/>
          <pc:sldMk cId="4001003390" sldId="284"/>
        </pc:sldMkLst>
        <pc:spChg chg="mod">
          <ac:chgData name="Tomáš Bratina" userId="2033f5136aa55253" providerId="LiveId" clId="{8ECA8620-7B00-4EDA-805E-0BA470DD3A9F}" dt="2025-10-29T10:59:52.294" v="165" actId="20577"/>
          <ac:spMkLst>
            <pc:docMk/>
            <pc:sldMk cId="4001003390" sldId="284"/>
            <ac:spMk id="2" creationId="{408C01E1-3883-7A19-0456-CFF61A337C9A}"/>
          </ac:spMkLst>
        </pc:spChg>
      </pc:sldChg>
      <pc:sldChg chg="modSp mod">
        <pc:chgData name="Tomáš Bratina" userId="2033f5136aa55253" providerId="LiveId" clId="{8ECA8620-7B00-4EDA-805E-0BA470DD3A9F}" dt="2025-10-29T10:59:53.745" v="166" actId="20577"/>
        <pc:sldMkLst>
          <pc:docMk/>
          <pc:sldMk cId="4137343835" sldId="285"/>
        </pc:sldMkLst>
        <pc:spChg chg="mod">
          <ac:chgData name="Tomáš Bratina" userId="2033f5136aa55253" providerId="LiveId" clId="{8ECA8620-7B00-4EDA-805E-0BA470DD3A9F}" dt="2025-10-29T10:59:53.745" v="166" actId="20577"/>
          <ac:spMkLst>
            <pc:docMk/>
            <pc:sldMk cId="4137343835" sldId="285"/>
            <ac:spMk id="2" creationId="{0A573439-7186-FA7D-A437-61C9ACA0D829}"/>
          </ac:spMkLst>
        </pc:spChg>
      </pc:sldChg>
      <pc:sldChg chg="modSp mod">
        <pc:chgData name="Tomáš Bratina" userId="2033f5136aa55253" providerId="LiveId" clId="{8ECA8620-7B00-4EDA-805E-0BA470DD3A9F}" dt="2025-10-29T10:59:57.414" v="167" actId="20577"/>
        <pc:sldMkLst>
          <pc:docMk/>
          <pc:sldMk cId="2156761094" sldId="286"/>
        </pc:sldMkLst>
        <pc:spChg chg="mod">
          <ac:chgData name="Tomáš Bratina" userId="2033f5136aa55253" providerId="LiveId" clId="{8ECA8620-7B00-4EDA-805E-0BA470DD3A9F}" dt="2025-10-29T10:59:57.414" v="167" actId="20577"/>
          <ac:spMkLst>
            <pc:docMk/>
            <pc:sldMk cId="2156761094" sldId="286"/>
            <ac:spMk id="2" creationId="{9B6A79A4-78B9-C9A7-830B-2FB23A02D632}"/>
          </ac:spMkLst>
        </pc:spChg>
      </pc:sldChg>
      <pc:sldChg chg="modSp mod">
        <pc:chgData name="Tomáš Bratina" userId="2033f5136aa55253" providerId="LiveId" clId="{8ECA8620-7B00-4EDA-805E-0BA470DD3A9F}" dt="2025-10-29T10:59:58.841" v="168" actId="20577"/>
        <pc:sldMkLst>
          <pc:docMk/>
          <pc:sldMk cId="3022190556" sldId="287"/>
        </pc:sldMkLst>
        <pc:spChg chg="mod">
          <ac:chgData name="Tomáš Bratina" userId="2033f5136aa55253" providerId="LiveId" clId="{8ECA8620-7B00-4EDA-805E-0BA470DD3A9F}" dt="2025-10-29T10:59:58.841" v="168" actId="20577"/>
          <ac:spMkLst>
            <pc:docMk/>
            <pc:sldMk cId="3022190556" sldId="287"/>
            <ac:spMk id="2" creationId="{36E6E736-EBAF-9604-F348-E71A9886A9DA}"/>
          </ac:spMkLst>
        </pc:spChg>
      </pc:sldChg>
      <pc:sldChg chg="modSp mod">
        <pc:chgData name="Tomáš Bratina" userId="2033f5136aa55253" providerId="LiveId" clId="{8ECA8620-7B00-4EDA-805E-0BA470DD3A9F}" dt="2025-10-29T11:00:00.333" v="169" actId="20577"/>
        <pc:sldMkLst>
          <pc:docMk/>
          <pc:sldMk cId="37356041" sldId="288"/>
        </pc:sldMkLst>
        <pc:spChg chg="mod">
          <ac:chgData name="Tomáš Bratina" userId="2033f5136aa55253" providerId="LiveId" clId="{8ECA8620-7B00-4EDA-805E-0BA470DD3A9F}" dt="2025-10-29T11:00:00.333" v="169" actId="20577"/>
          <ac:spMkLst>
            <pc:docMk/>
            <pc:sldMk cId="37356041" sldId="288"/>
            <ac:spMk id="2" creationId="{6B703928-AE2D-9617-D7D8-D80595C6EBA7}"/>
          </ac:spMkLst>
        </pc:spChg>
      </pc:sldChg>
      <pc:sldChg chg="modSp mod">
        <pc:chgData name="Tomáš Bratina" userId="2033f5136aa55253" providerId="LiveId" clId="{8ECA8620-7B00-4EDA-805E-0BA470DD3A9F}" dt="2025-10-29T11:00:02.164" v="170" actId="20577"/>
        <pc:sldMkLst>
          <pc:docMk/>
          <pc:sldMk cId="262459167" sldId="289"/>
        </pc:sldMkLst>
        <pc:spChg chg="mod">
          <ac:chgData name="Tomáš Bratina" userId="2033f5136aa55253" providerId="LiveId" clId="{8ECA8620-7B00-4EDA-805E-0BA470DD3A9F}" dt="2025-10-29T11:00:02.164" v="170" actId="20577"/>
          <ac:spMkLst>
            <pc:docMk/>
            <pc:sldMk cId="262459167" sldId="289"/>
            <ac:spMk id="2" creationId="{72A57B3E-EFB3-DABE-9010-D30BF9724D59}"/>
          </ac:spMkLst>
        </pc:spChg>
      </pc:sldChg>
      <pc:sldChg chg="modSp mod">
        <pc:chgData name="Tomáš Bratina" userId="2033f5136aa55253" providerId="LiveId" clId="{8ECA8620-7B00-4EDA-805E-0BA470DD3A9F}" dt="2025-10-29T10:59:00.029" v="155" actId="20577"/>
        <pc:sldMkLst>
          <pc:docMk/>
          <pc:sldMk cId="1865820983" sldId="290"/>
        </pc:sldMkLst>
        <pc:spChg chg="mod">
          <ac:chgData name="Tomáš Bratina" userId="2033f5136aa55253" providerId="LiveId" clId="{8ECA8620-7B00-4EDA-805E-0BA470DD3A9F}" dt="2025-10-29T10:59:00.029" v="155" actId="20577"/>
          <ac:spMkLst>
            <pc:docMk/>
            <pc:sldMk cId="1865820983" sldId="290"/>
            <ac:spMk id="2" creationId="{B75072E3-0C4B-0D16-0F33-B2A5DE9313EE}"/>
          </ac:spMkLst>
        </pc:spChg>
      </pc:sldChg>
      <pc:sldChg chg="modSp mod">
        <pc:chgData name="Tomáš Bratina" userId="2033f5136aa55253" providerId="LiveId" clId="{8ECA8620-7B00-4EDA-805E-0BA470DD3A9F}" dt="2025-10-29T11:00:05.807" v="171" actId="20577"/>
        <pc:sldMkLst>
          <pc:docMk/>
          <pc:sldMk cId="641223919" sldId="291"/>
        </pc:sldMkLst>
        <pc:spChg chg="mod">
          <ac:chgData name="Tomáš Bratina" userId="2033f5136aa55253" providerId="LiveId" clId="{8ECA8620-7B00-4EDA-805E-0BA470DD3A9F}" dt="2025-10-29T11:00:05.807" v="171" actId="20577"/>
          <ac:spMkLst>
            <pc:docMk/>
            <pc:sldMk cId="641223919" sldId="291"/>
            <ac:spMk id="2" creationId="{FA01A181-7AA9-0123-94F4-C78ED2556AC6}"/>
          </ac:spMkLst>
        </pc:spChg>
      </pc:sldChg>
      <pc:sldChg chg="modSp mod">
        <pc:chgData name="Tomáš Bratina" userId="2033f5136aa55253" providerId="LiveId" clId="{8ECA8620-7B00-4EDA-805E-0BA470DD3A9F}" dt="2025-10-29T11:00:07.677" v="172" actId="20577"/>
        <pc:sldMkLst>
          <pc:docMk/>
          <pc:sldMk cId="1039305457" sldId="292"/>
        </pc:sldMkLst>
        <pc:spChg chg="mod">
          <ac:chgData name="Tomáš Bratina" userId="2033f5136aa55253" providerId="LiveId" clId="{8ECA8620-7B00-4EDA-805E-0BA470DD3A9F}" dt="2025-10-29T11:00:07.677" v="172" actId="20577"/>
          <ac:spMkLst>
            <pc:docMk/>
            <pc:sldMk cId="1039305457" sldId="292"/>
            <ac:spMk id="2" creationId="{DF2BC665-D441-926B-8C32-F86FCA9E817D}"/>
          </ac:spMkLst>
        </pc:spChg>
      </pc:sldChg>
      <pc:sldChg chg="modSp mod">
        <pc:chgData name="Tomáš Bratina" userId="2033f5136aa55253" providerId="LiveId" clId="{8ECA8620-7B00-4EDA-805E-0BA470DD3A9F}" dt="2025-10-29T11:00:09.857" v="173" actId="20577"/>
        <pc:sldMkLst>
          <pc:docMk/>
          <pc:sldMk cId="1576640878" sldId="293"/>
        </pc:sldMkLst>
        <pc:spChg chg="mod">
          <ac:chgData name="Tomáš Bratina" userId="2033f5136aa55253" providerId="LiveId" clId="{8ECA8620-7B00-4EDA-805E-0BA470DD3A9F}" dt="2025-10-29T11:00:09.857" v="173" actId="20577"/>
          <ac:spMkLst>
            <pc:docMk/>
            <pc:sldMk cId="1576640878" sldId="293"/>
            <ac:spMk id="2" creationId="{D5EF6F34-815F-D65A-183D-61891D6C3201}"/>
          </ac:spMkLst>
        </pc:spChg>
      </pc:sldChg>
      <pc:sldChg chg="modSp mod">
        <pc:chgData name="Tomáš Bratina" userId="2033f5136aa55253" providerId="LiveId" clId="{8ECA8620-7B00-4EDA-805E-0BA470DD3A9F}" dt="2025-10-29T11:00:11.242" v="174" actId="20577"/>
        <pc:sldMkLst>
          <pc:docMk/>
          <pc:sldMk cId="980165706" sldId="294"/>
        </pc:sldMkLst>
        <pc:spChg chg="mod">
          <ac:chgData name="Tomáš Bratina" userId="2033f5136aa55253" providerId="LiveId" clId="{8ECA8620-7B00-4EDA-805E-0BA470DD3A9F}" dt="2025-10-29T11:00:11.242" v="174" actId="20577"/>
          <ac:spMkLst>
            <pc:docMk/>
            <pc:sldMk cId="980165706" sldId="294"/>
            <ac:spMk id="2" creationId="{F1C289B1-0CCD-F8E1-D83A-321E3531DE30}"/>
          </ac:spMkLst>
        </pc:spChg>
      </pc:sldChg>
      <pc:sldChg chg="modSp mod">
        <pc:chgData name="Tomáš Bratina" userId="2033f5136aa55253" providerId="LiveId" clId="{8ECA8620-7B00-4EDA-805E-0BA470DD3A9F}" dt="2025-10-29T11:00:12.832" v="175" actId="20577"/>
        <pc:sldMkLst>
          <pc:docMk/>
          <pc:sldMk cId="2763836923" sldId="295"/>
        </pc:sldMkLst>
        <pc:spChg chg="mod">
          <ac:chgData name="Tomáš Bratina" userId="2033f5136aa55253" providerId="LiveId" clId="{8ECA8620-7B00-4EDA-805E-0BA470DD3A9F}" dt="2025-10-29T11:00:12.832" v="175" actId="20577"/>
          <ac:spMkLst>
            <pc:docMk/>
            <pc:sldMk cId="2763836923" sldId="295"/>
            <ac:spMk id="2" creationId="{3A208D85-B986-7FCF-882F-6D620AF2ED28}"/>
          </ac:spMkLst>
        </pc:spChg>
      </pc:sldChg>
      <pc:sldChg chg="modSp mod">
        <pc:chgData name="Tomáš Bratina" userId="2033f5136aa55253" providerId="LiveId" clId="{8ECA8620-7B00-4EDA-805E-0BA470DD3A9F}" dt="2025-10-29T11:00:15.213" v="176" actId="20577"/>
        <pc:sldMkLst>
          <pc:docMk/>
          <pc:sldMk cId="1207278501" sldId="296"/>
        </pc:sldMkLst>
        <pc:spChg chg="mod">
          <ac:chgData name="Tomáš Bratina" userId="2033f5136aa55253" providerId="LiveId" clId="{8ECA8620-7B00-4EDA-805E-0BA470DD3A9F}" dt="2025-10-29T11:00:15.213" v="176" actId="20577"/>
          <ac:spMkLst>
            <pc:docMk/>
            <pc:sldMk cId="1207278501" sldId="296"/>
            <ac:spMk id="2" creationId="{F7C12A42-F242-FA76-5002-20C623B9AB09}"/>
          </ac:spMkLst>
        </pc:spChg>
      </pc:sldChg>
      <pc:sldChg chg="modSp mod">
        <pc:chgData name="Tomáš Bratina" userId="2033f5136aa55253" providerId="LiveId" clId="{8ECA8620-7B00-4EDA-805E-0BA470DD3A9F}" dt="2025-10-29T11:00:17.483" v="177" actId="20577"/>
        <pc:sldMkLst>
          <pc:docMk/>
          <pc:sldMk cId="1918229840" sldId="297"/>
        </pc:sldMkLst>
        <pc:spChg chg="mod">
          <ac:chgData name="Tomáš Bratina" userId="2033f5136aa55253" providerId="LiveId" clId="{8ECA8620-7B00-4EDA-805E-0BA470DD3A9F}" dt="2025-10-29T11:00:17.483" v="177" actId="20577"/>
          <ac:spMkLst>
            <pc:docMk/>
            <pc:sldMk cId="1918229840" sldId="297"/>
            <ac:spMk id="2" creationId="{9A9E3172-64A4-A16F-D483-5D996F538DF2}"/>
          </ac:spMkLst>
        </pc:spChg>
      </pc:sldChg>
      <pc:sldChg chg="modSp mod">
        <pc:chgData name="Tomáš Bratina" userId="2033f5136aa55253" providerId="LiveId" clId="{8ECA8620-7B00-4EDA-805E-0BA470DD3A9F}" dt="2025-10-29T11:00:19.395" v="178" actId="20577"/>
        <pc:sldMkLst>
          <pc:docMk/>
          <pc:sldMk cId="2131922575" sldId="298"/>
        </pc:sldMkLst>
        <pc:spChg chg="mod">
          <ac:chgData name="Tomáš Bratina" userId="2033f5136aa55253" providerId="LiveId" clId="{8ECA8620-7B00-4EDA-805E-0BA470DD3A9F}" dt="2025-10-29T11:00:19.395" v="178" actId="20577"/>
          <ac:spMkLst>
            <pc:docMk/>
            <pc:sldMk cId="2131922575" sldId="298"/>
            <ac:spMk id="2" creationId="{EDC4EF13-8B33-23B6-0709-511F75805922}"/>
          </ac:spMkLst>
        </pc:spChg>
      </pc:sldChg>
      <pc:sldChg chg="modSp mod">
        <pc:chgData name="Tomáš Bratina" userId="2033f5136aa55253" providerId="LiveId" clId="{8ECA8620-7B00-4EDA-805E-0BA470DD3A9F}" dt="2025-10-29T11:00:21.905" v="179" actId="20577"/>
        <pc:sldMkLst>
          <pc:docMk/>
          <pc:sldMk cId="3439026817" sldId="299"/>
        </pc:sldMkLst>
        <pc:spChg chg="mod">
          <ac:chgData name="Tomáš Bratina" userId="2033f5136aa55253" providerId="LiveId" clId="{8ECA8620-7B00-4EDA-805E-0BA470DD3A9F}" dt="2025-10-29T11:00:21.905" v="179" actId="20577"/>
          <ac:spMkLst>
            <pc:docMk/>
            <pc:sldMk cId="3439026817" sldId="299"/>
            <ac:spMk id="2" creationId="{763ECE9D-5211-FAB2-3035-893866366522}"/>
          </ac:spMkLst>
        </pc:spChg>
      </pc:sldChg>
      <pc:sldChg chg="modSp mod">
        <pc:chgData name="Tomáš Bratina" userId="2033f5136aa55253" providerId="LiveId" clId="{8ECA8620-7B00-4EDA-805E-0BA470DD3A9F}" dt="2025-10-29T11:00:23.323" v="180" actId="20577"/>
        <pc:sldMkLst>
          <pc:docMk/>
          <pc:sldMk cId="1123531829" sldId="300"/>
        </pc:sldMkLst>
        <pc:spChg chg="mod">
          <ac:chgData name="Tomáš Bratina" userId="2033f5136aa55253" providerId="LiveId" clId="{8ECA8620-7B00-4EDA-805E-0BA470DD3A9F}" dt="2025-10-29T11:00:23.323" v="180" actId="20577"/>
          <ac:spMkLst>
            <pc:docMk/>
            <pc:sldMk cId="1123531829" sldId="300"/>
            <ac:spMk id="2" creationId="{D99DED84-9B65-F5AB-6551-428BC07E3AD4}"/>
          </ac:spMkLst>
        </pc:spChg>
      </pc:sldChg>
      <pc:sldChg chg="modSp mod">
        <pc:chgData name="Tomáš Bratina" userId="2033f5136aa55253" providerId="LiveId" clId="{8ECA8620-7B00-4EDA-805E-0BA470DD3A9F}" dt="2025-10-29T11:00:25.451" v="181" actId="20577"/>
        <pc:sldMkLst>
          <pc:docMk/>
          <pc:sldMk cId="2084194006" sldId="301"/>
        </pc:sldMkLst>
        <pc:spChg chg="mod">
          <ac:chgData name="Tomáš Bratina" userId="2033f5136aa55253" providerId="LiveId" clId="{8ECA8620-7B00-4EDA-805E-0BA470DD3A9F}" dt="2025-10-29T11:00:25.451" v="181" actId="20577"/>
          <ac:spMkLst>
            <pc:docMk/>
            <pc:sldMk cId="2084194006" sldId="301"/>
            <ac:spMk id="2" creationId="{B432EE32-6A34-DF31-DE8A-D0AE9C7FBCFF}"/>
          </ac:spMkLst>
        </pc:spChg>
      </pc:sldChg>
      <pc:sldChg chg="modSp mod">
        <pc:chgData name="Tomáš Bratina" userId="2033f5136aa55253" providerId="LiveId" clId="{8ECA8620-7B00-4EDA-805E-0BA470DD3A9F}" dt="2025-10-29T10:59:11.474" v="156" actId="20577"/>
        <pc:sldMkLst>
          <pc:docMk/>
          <pc:sldMk cId="1559747277" sldId="302"/>
        </pc:sldMkLst>
        <pc:spChg chg="mod">
          <ac:chgData name="Tomáš Bratina" userId="2033f5136aa55253" providerId="LiveId" clId="{8ECA8620-7B00-4EDA-805E-0BA470DD3A9F}" dt="2025-10-29T10:59:11.474" v="156" actId="20577"/>
          <ac:spMkLst>
            <pc:docMk/>
            <pc:sldMk cId="1559747277" sldId="302"/>
            <ac:spMk id="2" creationId="{58036A6D-C287-A0CC-15B9-EF6F98E6CB7D}"/>
          </ac:spMkLst>
        </pc:spChg>
      </pc:sldChg>
      <pc:sldChg chg="modSp mod">
        <pc:chgData name="Tomáš Bratina" userId="2033f5136aa55253" providerId="LiveId" clId="{8ECA8620-7B00-4EDA-805E-0BA470DD3A9F}" dt="2025-10-29T11:00:29.761" v="182" actId="20577"/>
        <pc:sldMkLst>
          <pc:docMk/>
          <pc:sldMk cId="4140856097" sldId="303"/>
        </pc:sldMkLst>
        <pc:spChg chg="mod">
          <ac:chgData name="Tomáš Bratina" userId="2033f5136aa55253" providerId="LiveId" clId="{8ECA8620-7B00-4EDA-805E-0BA470DD3A9F}" dt="2025-10-29T11:00:29.761" v="182" actId="20577"/>
          <ac:spMkLst>
            <pc:docMk/>
            <pc:sldMk cId="4140856097" sldId="303"/>
            <ac:spMk id="2" creationId="{584ED01B-1893-1A10-4E99-1AAF1E99F196}"/>
          </ac:spMkLst>
        </pc:spChg>
      </pc:sldChg>
      <pc:sldChg chg="modSp mod">
        <pc:chgData name="Tomáš Bratina" userId="2033f5136aa55253" providerId="LiveId" clId="{8ECA8620-7B00-4EDA-805E-0BA470DD3A9F}" dt="2025-10-29T11:00:31.364" v="183" actId="20577"/>
        <pc:sldMkLst>
          <pc:docMk/>
          <pc:sldMk cId="1530066730" sldId="304"/>
        </pc:sldMkLst>
        <pc:spChg chg="mod">
          <ac:chgData name="Tomáš Bratina" userId="2033f5136aa55253" providerId="LiveId" clId="{8ECA8620-7B00-4EDA-805E-0BA470DD3A9F}" dt="2025-10-29T11:00:31.364" v="183" actId="20577"/>
          <ac:spMkLst>
            <pc:docMk/>
            <pc:sldMk cId="1530066730" sldId="304"/>
            <ac:spMk id="2" creationId="{DE74A97F-6D65-BDBF-02AE-F6C2E635CB6F}"/>
          </ac:spMkLst>
        </pc:spChg>
      </pc:sldChg>
      <pc:sldChg chg="modSp mod">
        <pc:chgData name="Tomáš Bratina" userId="2033f5136aa55253" providerId="LiveId" clId="{8ECA8620-7B00-4EDA-805E-0BA470DD3A9F}" dt="2025-10-29T11:00:32.984" v="184" actId="20577"/>
        <pc:sldMkLst>
          <pc:docMk/>
          <pc:sldMk cId="74531117" sldId="305"/>
        </pc:sldMkLst>
        <pc:spChg chg="mod">
          <ac:chgData name="Tomáš Bratina" userId="2033f5136aa55253" providerId="LiveId" clId="{8ECA8620-7B00-4EDA-805E-0BA470DD3A9F}" dt="2025-10-29T11:00:32.984" v="184" actId="20577"/>
          <ac:spMkLst>
            <pc:docMk/>
            <pc:sldMk cId="74531117" sldId="305"/>
            <ac:spMk id="2" creationId="{47DF7AD8-CE9A-BA41-E60D-B1E561558D6B}"/>
          </ac:spMkLst>
        </pc:spChg>
      </pc:sldChg>
      <pc:sldChg chg="modSp mod">
        <pc:chgData name="Tomáš Bratina" userId="2033f5136aa55253" providerId="LiveId" clId="{8ECA8620-7B00-4EDA-805E-0BA470DD3A9F}" dt="2025-10-29T11:00:35.597" v="185" actId="20577"/>
        <pc:sldMkLst>
          <pc:docMk/>
          <pc:sldMk cId="1241228468" sldId="306"/>
        </pc:sldMkLst>
        <pc:spChg chg="mod">
          <ac:chgData name="Tomáš Bratina" userId="2033f5136aa55253" providerId="LiveId" clId="{8ECA8620-7B00-4EDA-805E-0BA470DD3A9F}" dt="2025-10-29T11:00:35.597" v="185" actId="20577"/>
          <ac:spMkLst>
            <pc:docMk/>
            <pc:sldMk cId="1241228468" sldId="306"/>
            <ac:spMk id="2" creationId="{1B141E49-755B-F49F-5619-51608A5251BB}"/>
          </ac:spMkLst>
        </pc:spChg>
      </pc:sldChg>
      <pc:sldChg chg="modSp mod">
        <pc:chgData name="Tomáš Bratina" userId="2033f5136aa55253" providerId="LiveId" clId="{8ECA8620-7B00-4EDA-805E-0BA470DD3A9F}" dt="2025-10-29T11:00:37.175" v="186" actId="20577"/>
        <pc:sldMkLst>
          <pc:docMk/>
          <pc:sldMk cId="4125648442" sldId="307"/>
        </pc:sldMkLst>
        <pc:spChg chg="mod">
          <ac:chgData name="Tomáš Bratina" userId="2033f5136aa55253" providerId="LiveId" clId="{8ECA8620-7B00-4EDA-805E-0BA470DD3A9F}" dt="2025-10-29T11:00:37.175" v="186" actId="20577"/>
          <ac:spMkLst>
            <pc:docMk/>
            <pc:sldMk cId="4125648442" sldId="307"/>
            <ac:spMk id="2" creationId="{B9F818CB-DD50-2C58-9C20-5498F70E3E2B}"/>
          </ac:spMkLst>
        </pc:spChg>
      </pc:sldChg>
      <pc:sldChg chg="modSp mod">
        <pc:chgData name="Tomáš Bratina" userId="2033f5136aa55253" providerId="LiveId" clId="{8ECA8620-7B00-4EDA-805E-0BA470DD3A9F}" dt="2025-10-29T11:00:38.927" v="187" actId="20577"/>
        <pc:sldMkLst>
          <pc:docMk/>
          <pc:sldMk cId="3063922552" sldId="308"/>
        </pc:sldMkLst>
        <pc:spChg chg="mod">
          <ac:chgData name="Tomáš Bratina" userId="2033f5136aa55253" providerId="LiveId" clId="{8ECA8620-7B00-4EDA-805E-0BA470DD3A9F}" dt="2025-10-29T11:00:38.927" v="187" actId="20577"/>
          <ac:spMkLst>
            <pc:docMk/>
            <pc:sldMk cId="3063922552" sldId="308"/>
            <ac:spMk id="2" creationId="{59963CBC-D7BF-EF04-20D1-CEE009C02E01}"/>
          </ac:spMkLst>
        </pc:spChg>
      </pc:sldChg>
      <pc:sldChg chg="modSp mod">
        <pc:chgData name="Tomáš Bratina" userId="2033f5136aa55253" providerId="LiveId" clId="{8ECA8620-7B00-4EDA-805E-0BA470DD3A9F}" dt="2025-10-29T11:00:40.992" v="188" actId="20577"/>
        <pc:sldMkLst>
          <pc:docMk/>
          <pc:sldMk cId="4107269266" sldId="309"/>
        </pc:sldMkLst>
        <pc:spChg chg="mod">
          <ac:chgData name="Tomáš Bratina" userId="2033f5136aa55253" providerId="LiveId" clId="{8ECA8620-7B00-4EDA-805E-0BA470DD3A9F}" dt="2025-10-29T11:00:40.992" v="188" actId="20577"/>
          <ac:spMkLst>
            <pc:docMk/>
            <pc:sldMk cId="4107269266" sldId="309"/>
            <ac:spMk id="2" creationId="{EC68A0E6-B37E-B6CE-7E06-D8ADEDDC845D}"/>
          </ac:spMkLst>
        </pc:spChg>
      </pc:sldChg>
      <pc:sldChg chg="del">
        <pc:chgData name="Tomáš Bratina" userId="2033f5136aa55253" providerId="LiveId" clId="{8ECA8620-7B00-4EDA-805E-0BA470DD3A9F}" dt="2025-10-29T10:50:08.956" v="25" actId="47"/>
        <pc:sldMkLst>
          <pc:docMk/>
          <pc:sldMk cId="2762747488" sldId="316"/>
        </pc:sldMkLst>
      </pc:sldChg>
      <pc:sldChg chg="del">
        <pc:chgData name="Tomáš Bratina" userId="2033f5136aa55253" providerId="LiveId" clId="{8ECA8620-7B00-4EDA-805E-0BA470DD3A9F}" dt="2025-10-29T10:50:06.827" v="2" actId="47"/>
        <pc:sldMkLst>
          <pc:docMk/>
          <pc:sldMk cId="3136833058" sldId="317"/>
        </pc:sldMkLst>
      </pc:sldChg>
      <pc:sldChg chg="del">
        <pc:chgData name="Tomáš Bratina" userId="2033f5136aa55253" providerId="LiveId" clId="{8ECA8620-7B00-4EDA-805E-0BA470DD3A9F}" dt="2025-10-29T10:50:07.070" v="3" actId="47"/>
        <pc:sldMkLst>
          <pc:docMk/>
          <pc:sldMk cId="27323418" sldId="318"/>
        </pc:sldMkLst>
      </pc:sldChg>
      <pc:sldChg chg="del">
        <pc:chgData name="Tomáš Bratina" userId="2033f5136aa55253" providerId="LiveId" clId="{8ECA8620-7B00-4EDA-805E-0BA470DD3A9F}" dt="2025-10-29T10:50:07.245" v="4" actId="47"/>
        <pc:sldMkLst>
          <pc:docMk/>
          <pc:sldMk cId="2696237827" sldId="319"/>
        </pc:sldMkLst>
      </pc:sldChg>
      <pc:sldChg chg="del">
        <pc:chgData name="Tomáš Bratina" userId="2033f5136aa55253" providerId="LiveId" clId="{8ECA8620-7B00-4EDA-805E-0BA470DD3A9F}" dt="2025-10-29T10:50:07.440" v="5" actId="47"/>
        <pc:sldMkLst>
          <pc:docMk/>
          <pc:sldMk cId="3208996927" sldId="320"/>
        </pc:sldMkLst>
      </pc:sldChg>
      <pc:sldChg chg="del">
        <pc:chgData name="Tomáš Bratina" userId="2033f5136aa55253" providerId="LiveId" clId="{8ECA8620-7B00-4EDA-805E-0BA470DD3A9F}" dt="2025-10-29T10:50:07.604" v="6" actId="47"/>
        <pc:sldMkLst>
          <pc:docMk/>
          <pc:sldMk cId="252219171" sldId="321"/>
        </pc:sldMkLst>
      </pc:sldChg>
      <pc:sldChg chg="del">
        <pc:chgData name="Tomáš Bratina" userId="2033f5136aa55253" providerId="LiveId" clId="{8ECA8620-7B00-4EDA-805E-0BA470DD3A9F}" dt="2025-10-29T10:50:08.928" v="24" actId="47"/>
        <pc:sldMkLst>
          <pc:docMk/>
          <pc:sldMk cId="2897539513" sldId="322"/>
        </pc:sldMkLst>
      </pc:sldChg>
      <pc:sldChg chg="del">
        <pc:chgData name="Tomáš Bratina" userId="2033f5136aa55253" providerId="LiveId" clId="{8ECA8620-7B00-4EDA-805E-0BA470DD3A9F}" dt="2025-10-29T10:50:08.886" v="23" actId="47"/>
        <pc:sldMkLst>
          <pc:docMk/>
          <pc:sldMk cId="2572412310" sldId="323"/>
        </pc:sldMkLst>
      </pc:sldChg>
      <pc:sldChg chg="del">
        <pc:chgData name="Tomáš Bratina" userId="2033f5136aa55253" providerId="LiveId" clId="{8ECA8620-7B00-4EDA-805E-0BA470DD3A9F}" dt="2025-10-29T10:50:08.854" v="22" actId="47"/>
        <pc:sldMkLst>
          <pc:docMk/>
          <pc:sldMk cId="2671048439" sldId="324"/>
        </pc:sldMkLst>
      </pc:sldChg>
      <pc:sldChg chg="del">
        <pc:chgData name="Tomáš Bratina" userId="2033f5136aa55253" providerId="LiveId" clId="{8ECA8620-7B00-4EDA-805E-0BA470DD3A9F}" dt="2025-10-29T10:50:08.822" v="21" actId="47"/>
        <pc:sldMkLst>
          <pc:docMk/>
          <pc:sldMk cId="1818018101" sldId="325"/>
        </pc:sldMkLst>
      </pc:sldChg>
      <pc:sldChg chg="del">
        <pc:chgData name="Tomáš Bratina" userId="2033f5136aa55253" providerId="LiveId" clId="{8ECA8620-7B00-4EDA-805E-0BA470DD3A9F}" dt="2025-10-29T10:50:08.790" v="20" actId="47"/>
        <pc:sldMkLst>
          <pc:docMk/>
          <pc:sldMk cId="2345862913" sldId="326"/>
        </pc:sldMkLst>
      </pc:sldChg>
      <pc:sldChg chg="del">
        <pc:chgData name="Tomáš Bratina" userId="2033f5136aa55253" providerId="LiveId" clId="{8ECA8620-7B00-4EDA-805E-0BA470DD3A9F}" dt="2025-10-29T10:50:08.759" v="19" actId="47"/>
        <pc:sldMkLst>
          <pc:docMk/>
          <pc:sldMk cId="565767021" sldId="327"/>
        </pc:sldMkLst>
      </pc:sldChg>
      <pc:sldChg chg="del">
        <pc:chgData name="Tomáš Bratina" userId="2033f5136aa55253" providerId="LiveId" clId="{8ECA8620-7B00-4EDA-805E-0BA470DD3A9F}" dt="2025-10-29T10:50:08.729" v="18" actId="47"/>
        <pc:sldMkLst>
          <pc:docMk/>
          <pc:sldMk cId="2612398877" sldId="328"/>
        </pc:sldMkLst>
      </pc:sldChg>
      <pc:sldChg chg="del">
        <pc:chgData name="Tomáš Bratina" userId="2033f5136aa55253" providerId="LiveId" clId="{8ECA8620-7B00-4EDA-805E-0BA470DD3A9F}" dt="2025-10-29T10:50:08.696" v="17" actId="47"/>
        <pc:sldMkLst>
          <pc:docMk/>
          <pc:sldMk cId="2845580606" sldId="329"/>
        </pc:sldMkLst>
      </pc:sldChg>
      <pc:sldChg chg="del">
        <pc:chgData name="Tomáš Bratina" userId="2033f5136aa55253" providerId="LiveId" clId="{8ECA8620-7B00-4EDA-805E-0BA470DD3A9F}" dt="2025-10-29T10:50:08.664" v="16" actId="47"/>
        <pc:sldMkLst>
          <pc:docMk/>
          <pc:sldMk cId="1272052758" sldId="330"/>
        </pc:sldMkLst>
      </pc:sldChg>
      <pc:sldChg chg="del">
        <pc:chgData name="Tomáš Bratina" userId="2033f5136aa55253" providerId="LiveId" clId="{8ECA8620-7B00-4EDA-805E-0BA470DD3A9F}" dt="2025-10-29T10:50:08.632" v="15" actId="47"/>
        <pc:sldMkLst>
          <pc:docMk/>
          <pc:sldMk cId="1828172064" sldId="331"/>
        </pc:sldMkLst>
      </pc:sldChg>
      <pc:sldChg chg="del">
        <pc:chgData name="Tomáš Bratina" userId="2033f5136aa55253" providerId="LiveId" clId="{8ECA8620-7B00-4EDA-805E-0BA470DD3A9F}" dt="2025-10-29T10:50:08.601" v="14" actId="47"/>
        <pc:sldMkLst>
          <pc:docMk/>
          <pc:sldMk cId="1402252120" sldId="332"/>
        </pc:sldMkLst>
      </pc:sldChg>
      <pc:sldChg chg="del">
        <pc:chgData name="Tomáš Bratina" userId="2033f5136aa55253" providerId="LiveId" clId="{8ECA8620-7B00-4EDA-805E-0BA470DD3A9F}" dt="2025-10-29T10:50:08.569" v="13" actId="47"/>
        <pc:sldMkLst>
          <pc:docMk/>
          <pc:sldMk cId="3812138106" sldId="333"/>
        </pc:sldMkLst>
      </pc:sldChg>
      <pc:sldChg chg="del">
        <pc:chgData name="Tomáš Bratina" userId="2033f5136aa55253" providerId="LiveId" clId="{8ECA8620-7B00-4EDA-805E-0BA470DD3A9F}" dt="2025-10-29T10:50:08.537" v="12" actId="47"/>
        <pc:sldMkLst>
          <pc:docMk/>
          <pc:sldMk cId="1869432484" sldId="334"/>
        </pc:sldMkLst>
      </pc:sldChg>
      <pc:sldChg chg="del">
        <pc:chgData name="Tomáš Bratina" userId="2033f5136aa55253" providerId="LiveId" clId="{8ECA8620-7B00-4EDA-805E-0BA470DD3A9F}" dt="2025-10-29T10:50:08.489" v="11" actId="47"/>
        <pc:sldMkLst>
          <pc:docMk/>
          <pc:sldMk cId="740502682" sldId="335"/>
        </pc:sldMkLst>
      </pc:sldChg>
      <pc:sldChg chg="del">
        <pc:chgData name="Tomáš Bratina" userId="2033f5136aa55253" providerId="LiveId" clId="{8ECA8620-7B00-4EDA-805E-0BA470DD3A9F}" dt="2025-10-29T10:50:08.458" v="10" actId="47"/>
        <pc:sldMkLst>
          <pc:docMk/>
          <pc:sldMk cId="1840673163" sldId="336"/>
        </pc:sldMkLst>
      </pc:sldChg>
      <pc:sldChg chg="del">
        <pc:chgData name="Tomáš Bratina" userId="2033f5136aa55253" providerId="LiveId" clId="{8ECA8620-7B00-4EDA-805E-0BA470DD3A9F}" dt="2025-10-29T10:50:08.434" v="9" actId="47"/>
        <pc:sldMkLst>
          <pc:docMk/>
          <pc:sldMk cId="2140016710" sldId="337"/>
        </pc:sldMkLst>
      </pc:sldChg>
      <pc:sldChg chg="del">
        <pc:chgData name="Tomáš Bratina" userId="2033f5136aa55253" providerId="LiveId" clId="{8ECA8620-7B00-4EDA-805E-0BA470DD3A9F}" dt="2025-10-29T10:50:07.949" v="8" actId="47"/>
        <pc:sldMkLst>
          <pc:docMk/>
          <pc:sldMk cId="1779580074" sldId="338"/>
        </pc:sldMkLst>
      </pc:sldChg>
      <pc:sldChg chg="del">
        <pc:chgData name="Tomáš Bratina" userId="2033f5136aa55253" providerId="LiveId" clId="{8ECA8620-7B00-4EDA-805E-0BA470DD3A9F}" dt="2025-10-29T10:50:07.779" v="7" actId="47"/>
        <pc:sldMkLst>
          <pc:docMk/>
          <pc:sldMk cId="2707182013" sldId="339"/>
        </pc:sldMkLst>
      </pc:sldChg>
      <pc:sldChg chg="del">
        <pc:chgData name="Tomáš Bratina" userId="2033f5136aa55253" providerId="LiveId" clId="{8ECA8620-7B00-4EDA-805E-0BA470DD3A9F}" dt="2025-10-29T10:50:08.989" v="26" actId="47"/>
        <pc:sldMkLst>
          <pc:docMk/>
          <pc:sldMk cId="906013680" sldId="340"/>
        </pc:sldMkLst>
      </pc:sldChg>
      <pc:sldChg chg="del">
        <pc:chgData name="Tomáš Bratina" userId="2033f5136aa55253" providerId="LiveId" clId="{8ECA8620-7B00-4EDA-805E-0BA470DD3A9F}" dt="2025-10-29T10:50:09.013" v="27" actId="47"/>
        <pc:sldMkLst>
          <pc:docMk/>
          <pc:sldMk cId="1760423415" sldId="341"/>
        </pc:sldMkLst>
      </pc:sldChg>
      <pc:sldChg chg="del">
        <pc:chgData name="Tomáš Bratina" userId="2033f5136aa55253" providerId="LiveId" clId="{8ECA8620-7B00-4EDA-805E-0BA470DD3A9F}" dt="2025-10-29T10:50:09.057" v="28" actId="47"/>
        <pc:sldMkLst>
          <pc:docMk/>
          <pc:sldMk cId="3409104310" sldId="342"/>
        </pc:sldMkLst>
      </pc:sldChg>
      <pc:sldChg chg="del">
        <pc:chgData name="Tomáš Bratina" userId="2033f5136aa55253" providerId="LiveId" clId="{8ECA8620-7B00-4EDA-805E-0BA470DD3A9F}" dt="2025-10-29T10:50:09.078" v="29" actId="47"/>
        <pc:sldMkLst>
          <pc:docMk/>
          <pc:sldMk cId="1477396948" sldId="343"/>
        </pc:sldMkLst>
      </pc:sldChg>
      <pc:sldChg chg="del">
        <pc:chgData name="Tomáš Bratina" userId="2033f5136aa55253" providerId="LiveId" clId="{8ECA8620-7B00-4EDA-805E-0BA470DD3A9F}" dt="2025-10-29T10:50:09.115" v="30" actId="47"/>
        <pc:sldMkLst>
          <pc:docMk/>
          <pc:sldMk cId="3864184445" sldId="344"/>
        </pc:sldMkLst>
      </pc:sldChg>
      <pc:sldChg chg="del">
        <pc:chgData name="Tomáš Bratina" userId="2033f5136aa55253" providerId="LiveId" clId="{8ECA8620-7B00-4EDA-805E-0BA470DD3A9F}" dt="2025-10-29T10:50:09.150" v="31" actId="47"/>
        <pc:sldMkLst>
          <pc:docMk/>
          <pc:sldMk cId="810974805" sldId="345"/>
        </pc:sldMkLst>
      </pc:sldChg>
      <pc:sldChg chg="del">
        <pc:chgData name="Tomáš Bratina" userId="2033f5136aa55253" providerId="LiveId" clId="{8ECA8620-7B00-4EDA-805E-0BA470DD3A9F}" dt="2025-10-29T10:50:10.192" v="38" actId="47"/>
        <pc:sldMkLst>
          <pc:docMk/>
          <pc:sldMk cId="1520686638" sldId="346"/>
        </pc:sldMkLst>
      </pc:sldChg>
      <pc:sldChg chg="del">
        <pc:chgData name="Tomáš Bratina" userId="2033f5136aa55253" providerId="LiveId" clId="{8ECA8620-7B00-4EDA-805E-0BA470DD3A9F}" dt="2025-10-29T10:50:10.230" v="39" actId="47"/>
        <pc:sldMkLst>
          <pc:docMk/>
          <pc:sldMk cId="2977726619" sldId="347"/>
        </pc:sldMkLst>
      </pc:sldChg>
      <pc:sldChg chg="del">
        <pc:chgData name="Tomáš Bratina" userId="2033f5136aa55253" providerId="LiveId" clId="{8ECA8620-7B00-4EDA-805E-0BA470DD3A9F}" dt="2025-10-29T10:50:10.255" v="40" actId="47"/>
        <pc:sldMkLst>
          <pc:docMk/>
          <pc:sldMk cId="3506716115" sldId="348"/>
        </pc:sldMkLst>
      </pc:sldChg>
      <pc:sldChg chg="del">
        <pc:chgData name="Tomáš Bratina" userId="2033f5136aa55253" providerId="LiveId" clId="{8ECA8620-7B00-4EDA-805E-0BA470DD3A9F}" dt="2025-10-29T10:50:10.288" v="41" actId="47"/>
        <pc:sldMkLst>
          <pc:docMk/>
          <pc:sldMk cId="3585863209" sldId="349"/>
        </pc:sldMkLst>
      </pc:sldChg>
      <pc:sldChg chg="del">
        <pc:chgData name="Tomáš Bratina" userId="2033f5136aa55253" providerId="LiveId" clId="{8ECA8620-7B00-4EDA-805E-0BA470DD3A9F}" dt="2025-10-29T10:50:10.318" v="42" actId="47"/>
        <pc:sldMkLst>
          <pc:docMk/>
          <pc:sldMk cId="4264763596" sldId="350"/>
        </pc:sldMkLst>
      </pc:sldChg>
      <pc:sldChg chg="del">
        <pc:chgData name="Tomáš Bratina" userId="2033f5136aa55253" providerId="LiveId" clId="{8ECA8620-7B00-4EDA-805E-0BA470DD3A9F}" dt="2025-10-29T10:50:10.350" v="43" actId="47"/>
        <pc:sldMkLst>
          <pc:docMk/>
          <pc:sldMk cId="2496507344" sldId="351"/>
        </pc:sldMkLst>
      </pc:sldChg>
      <pc:sldChg chg="del">
        <pc:chgData name="Tomáš Bratina" userId="2033f5136aa55253" providerId="LiveId" clId="{8ECA8620-7B00-4EDA-805E-0BA470DD3A9F}" dt="2025-10-29T10:50:10.782" v="44" actId="47"/>
        <pc:sldMkLst>
          <pc:docMk/>
          <pc:sldMk cId="4238097992" sldId="352"/>
        </pc:sldMkLst>
      </pc:sldChg>
      <pc:sldChg chg="del">
        <pc:chgData name="Tomáš Bratina" userId="2033f5136aa55253" providerId="LiveId" clId="{8ECA8620-7B00-4EDA-805E-0BA470DD3A9F}" dt="2025-10-29T10:50:10.986" v="45" actId="47"/>
        <pc:sldMkLst>
          <pc:docMk/>
          <pc:sldMk cId="3714088063" sldId="353"/>
        </pc:sldMkLst>
      </pc:sldChg>
      <pc:sldChg chg="add">
        <pc:chgData name="Tomáš Bratina" userId="2033f5136aa55253" providerId="LiveId" clId="{8ECA8620-7B00-4EDA-805E-0BA470DD3A9F}" dt="2025-10-29T10:51:05.859" v="62"/>
        <pc:sldMkLst>
          <pc:docMk/>
          <pc:sldMk cId="2154256060" sldId="355"/>
        </pc:sldMkLst>
      </pc:sldChg>
      <pc:sldChg chg="add">
        <pc:chgData name="Tomáš Bratina" userId="2033f5136aa55253" providerId="LiveId" clId="{8ECA8620-7B00-4EDA-805E-0BA470DD3A9F}" dt="2025-10-29T10:51:07.290" v="64"/>
        <pc:sldMkLst>
          <pc:docMk/>
          <pc:sldMk cId="2385899298" sldId="356"/>
        </pc:sldMkLst>
      </pc:sldChg>
      <pc:sldChg chg="add">
        <pc:chgData name="Tomáš Bratina" userId="2033f5136aa55253" providerId="LiveId" clId="{8ECA8620-7B00-4EDA-805E-0BA470DD3A9F}" dt="2025-10-29T10:51:08.182" v="66"/>
        <pc:sldMkLst>
          <pc:docMk/>
          <pc:sldMk cId="587140701" sldId="357"/>
        </pc:sldMkLst>
      </pc:sldChg>
      <pc:sldChg chg="add">
        <pc:chgData name="Tomáš Bratina" userId="2033f5136aa55253" providerId="LiveId" clId="{8ECA8620-7B00-4EDA-805E-0BA470DD3A9F}" dt="2025-10-29T10:51:09.025" v="68"/>
        <pc:sldMkLst>
          <pc:docMk/>
          <pc:sldMk cId="4020638685" sldId="358"/>
        </pc:sldMkLst>
      </pc:sldChg>
      <pc:sldChg chg="add">
        <pc:chgData name="Tomáš Bratina" userId="2033f5136aa55253" providerId="LiveId" clId="{8ECA8620-7B00-4EDA-805E-0BA470DD3A9F}" dt="2025-10-29T10:51:09.774" v="70"/>
        <pc:sldMkLst>
          <pc:docMk/>
          <pc:sldMk cId="792133148" sldId="359"/>
        </pc:sldMkLst>
      </pc:sldChg>
      <pc:sldChg chg="add">
        <pc:chgData name="Tomáš Bratina" userId="2033f5136aa55253" providerId="LiveId" clId="{8ECA8620-7B00-4EDA-805E-0BA470DD3A9F}" dt="2025-10-29T10:51:10.457" v="72"/>
        <pc:sldMkLst>
          <pc:docMk/>
          <pc:sldMk cId="2789122102" sldId="360"/>
        </pc:sldMkLst>
      </pc:sldChg>
      <pc:sldChg chg="add">
        <pc:chgData name="Tomáš Bratina" userId="2033f5136aa55253" providerId="LiveId" clId="{8ECA8620-7B00-4EDA-805E-0BA470DD3A9F}" dt="2025-10-29T10:51:11.141" v="74"/>
        <pc:sldMkLst>
          <pc:docMk/>
          <pc:sldMk cId="1714356476" sldId="361"/>
        </pc:sldMkLst>
      </pc:sldChg>
      <pc:sldChg chg="add">
        <pc:chgData name="Tomáš Bratina" userId="2033f5136aa55253" providerId="LiveId" clId="{8ECA8620-7B00-4EDA-805E-0BA470DD3A9F}" dt="2025-10-29T10:51:11.904" v="76"/>
        <pc:sldMkLst>
          <pc:docMk/>
          <pc:sldMk cId="342341052" sldId="362"/>
        </pc:sldMkLst>
      </pc:sldChg>
      <pc:sldChg chg="add">
        <pc:chgData name="Tomáš Bratina" userId="2033f5136aa55253" providerId="LiveId" clId="{8ECA8620-7B00-4EDA-805E-0BA470DD3A9F}" dt="2025-10-29T10:51:12.589" v="78"/>
        <pc:sldMkLst>
          <pc:docMk/>
          <pc:sldMk cId="3417843699" sldId="363"/>
        </pc:sldMkLst>
      </pc:sldChg>
      <pc:sldChg chg="add">
        <pc:chgData name="Tomáš Bratina" userId="2033f5136aa55253" providerId="LiveId" clId="{8ECA8620-7B00-4EDA-805E-0BA470DD3A9F}" dt="2025-10-29T10:51:14.170" v="80"/>
        <pc:sldMkLst>
          <pc:docMk/>
          <pc:sldMk cId="2622897794" sldId="364"/>
        </pc:sldMkLst>
      </pc:sldChg>
      <pc:sldChg chg="add">
        <pc:chgData name="Tomáš Bratina" userId="2033f5136aa55253" providerId="LiveId" clId="{8ECA8620-7B00-4EDA-805E-0BA470DD3A9F}" dt="2025-10-29T10:51:15.354" v="82"/>
        <pc:sldMkLst>
          <pc:docMk/>
          <pc:sldMk cId="531840567" sldId="365"/>
        </pc:sldMkLst>
      </pc:sldChg>
      <pc:sldChg chg="add">
        <pc:chgData name="Tomáš Bratina" userId="2033f5136aa55253" providerId="LiveId" clId="{8ECA8620-7B00-4EDA-805E-0BA470DD3A9F}" dt="2025-10-29T10:51:16.575" v="84"/>
        <pc:sldMkLst>
          <pc:docMk/>
          <pc:sldMk cId="3404444061" sldId="366"/>
        </pc:sldMkLst>
      </pc:sldChg>
      <pc:sldChg chg="add">
        <pc:chgData name="Tomáš Bratina" userId="2033f5136aa55253" providerId="LiveId" clId="{8ECA8620-7B00-4EDA-805E-0BA470DD3A9F}" dt="2025-10-29T10:51:17.545" v="86"/>
        <pc:sldMkLst>
          <pc:docMk/>
          <pc:sldMk cId="3436384479" sldId="367"/>
        </pc:sldMkLst>
      </pc:sldChg>
      <pc:sldChg chg="add">
        <pc:chgData name="Tomáš Bratina" userId="2033f5136aa55253" providerId="LiveId" clId="{8ECA8620-7B00-4EDA-805E-0BA470DD3A9F}" dt="2025-10-29T10:51:18.774" v="88"/>
        <pc:sldMkLst>
          <pc:docMk/>
          <pc:sldMk cId="1699256174" sldId="368"/>
        </pc:sldMkLst>
      </pc:sldChg>
      <pc:sldChg chg="add">
        <pc:chgData name="Tomáš Bratina" userId="2033f5136aa55253" providerId="LiveId" clId="{8ECA8620-7B00-4EDA-805E-0BA470DD3A9F}" dt="2025-10-29T10:51:19.810" v="90"/>
        <pc:sldMkLst>
          <pc:docMk/>
          <pc:sldMk cId="1428288772" sldId="369"/>
        </pc:sldMkLst>
      </pc:sldChg>
      <pc:sldChg chg="modSp add mod">
        <pc:chgData name="Tomáš Bratina" userId="2033f5136aa55253" providerId="LiveId" clId="{8ECA8620-7B00-4EDA-805E-0BA470DD3A9F}" dt="2025-10-30T11:11:16.024" v="203" actId="20577"/>
        <pc:sldMkLst>
          <pc:docMk/>
          <pc:sldMk cId="2695725939" sldId="370"/>
        </pc:sldMkLst>
        <pc:spChg chg="mod">
          <ac:chgData name="Tomáš Bratina" userId="2033f5136aa55253" providerId="LiveId" clId="{8ECA8620-7B00-4EDA-805E-0BA470DD3A9F}" dt="2025-10-30T11:11:16.024" v="203" actId="20577"/>
          <ac:spMkLst>
            <pc:docMk/>
            <pc:sldMk cId="2695725939" sldId="370"/>
            <ac:spMk id="3" creationId="{92DA1AA9-6FEC-EBC5-F6E7-52D088E0786E}"/>
          </ac:spMkLst>
        </pc:spChg>
      </pc:sldChg>
      <pc:sldChg chg="modSp add mod">
        <pc:chgData name="Tomáš Bratina" userId="2033f5136aa55253" providerId="LiveId" clId="{8ECA8620-7B00-4EDA-805E-0BA470DD3A9F}" dt="2025-10-30T11:11:21.130" v="205" actId="20577"/>
        <pc:sldMkLst>
          <pc:docMk/>
          <pc:sldMk cId="1650516538" sldId="371"/>
        </pc:sldMkLst>
        <pc:spChg chg="mod">
          <ac:chgData name="Tomáš Bratina" userId="2033f5136aa55253" providerId="LiveId" clId="{8ECA8620-7B00-4EDA-805E-0BA470DD3A9F}" dt="2025-10-30T11:11:21.130" v="205" actId="20577"/>
          <ac:spMkLst>
            <pc:docMk/>
            <pc:sldMk cId="1650516538" sldId="371"/>
            <ac:spMk id="3" creationId="{8FCF0EE7-AD04-4AD9-017E-D1A4A836B394}"/>
          </ac:spMkLst>
        </pc:spChg>
      </pc:sldChg>
      <pc:sldChg chg="modSp add mod">
        <pc:chgData name="Tomáš Bratina" userId="2033f5136aa55253" providerId="LiveId" clId="{8ECA8620-7B00-4EDA-805E-0BA470DD3A9F}" dt="2025-10-30T11:11:28.898" v="207" actId="20577"/>
        <pc:sldMkLst>
          <pc:docMk/>
          <pc:sldMk cId="3210761766" sldId="372"/>
        </pc:sldMkLst>
        <pc:spChg chg="mod">
          <ac:chgData name="Tomáš Bratina" userId="2033f5136aa55253" providerId="LiveId" clId="{8ECA8620-7B00-4EDA-805E-0BA470DD3A9F}" dt="2025-10-30T11:11:28.898" v="207" actId="20577"/>
          <ac:spMkLst>
            <pc:docMk/>
            <pc:sldMk cId="3210761766" sldId="372"/>
            <ac:spMk id="3" creationId="{BE51080E-B761-6BED-79AE-B0E2630631C1}"/>
          </ac:spMkLst>
        </pc:spChg>
      </pc:sldChg>
      <pc:sldChg chg="modSp add mod">
        <pc:chgData name="Tomáš Bratina" userId="2033f5136aa55253" providerId="LiveId" clId="{8ECA8620-7B00-4EDA-805E-0BA470DD3A9F}" dt="2025-10-30T11:11:31.722" v="209" actId="20577"/>
        <pc:sldMkLst>
          <pc:docMk/>
          <pc:sldMk cId="1946642627" sldId="373"/>
        </pc:sldMkLst>
        <pc:spChg chg="mod">
          <ac:chgData name="Tomáš Bratina" userId="2033f5136aa55253" providerId="LiveId" clId="{8ECA8620-7B00-4EDA-805E-0BA470DD3A9F}" dt="2025-10-30T11:11:31.722" v="209" actId="20577"/>
          <ac:spMkLst>
            <pc:docMk/>
            <pc:sldMk cId="1946642627" sldId="373"/>
            <ac:spMk id="3" creationId="{6AD2482C-FEE5-EDB8-1AE0-C9F3D6DE3121}"/>
          </ac:spMkLst>
        </pc:spChg>
      </pc:sldChg>
      <pc:sldChg chg="modSp add mod">
        <pc:chgData name="Tomáš Bratina" userId="2033f5136aa55253" providerId="LiveId" clId="{8ECA8620-7B00-4EDA-805E-0BA470DD3A9F}" dt="2025-10-30T11:11:35.370" v="211" actId="20577"/>
        <pc:sldMkLst>
          <pc:docMk/>
          <pc:sldMk cId="2142885668" sldId="374"/>
        </pc:sldMkLst>
        <pc:spChg chg="mod">
          <ac:chgData name="Tomáš Bratina" userId="2033f5136aa55253" providerId="LiveId" clId="{8ECA8620-7B00-4EDA-805E-0BA470DD3A9F}" dt="2025-10-30T11:11:35.370" v="211" actId="20577"/>
          <ac:spMkLst>
            <pc:docMk/>
            <pc:sldMk cId="2142885668" sldId="374"/>
            <ac:spMk id="3" creationId="{CB2A1EDC-9154-8914-764D-BF38717D135F}"/>
          </ac:spMkLst>
        </pc:spChg>
      </pc:sldChg>
      <pc:sldChg chg="modSp add del mod">
        <pc:chgData name="Tomáš Bratina" userId="2033f5136aa55253" providerId="LiveId" clId="{8ECA8620-7B00-4EDA-805E-0BA470DD3A9F}" dt="2025-10-30T11:11:42.866" v="214" actId="47"/>
        <pc:sldMkLst>
          <pc:docMk/>
          <pc:sldMk cId="2168903086" sldId="375"/>
        </pc:sldMkLst>
        <pc:spChg chg="mod">
          <ac:chgData name="Tomáš Bratina" userId="2033f5136aa55253" providerId="LiveId" clId="{8ECA8620-7B00-4EDA-805E-0BA470DD3A9F}" dt="2025-10-30T11:11:38.916" v="213" actId="20577"/>
          <ac:spMkLst>
            <pc:docMk/>
            <pc:sldMk cId="2168903086" sldId="375"/>
            <ac:spMk id="3" creationId="{39F779DE-A277-6146-7148-98E266D8BC47}"/>
          </ac:spMkLst>
        </pc:spChg>
      </pc:sldChg>
      <pc:sldChg chg="modSp add mod">
        <pc:chgData name="Tomáš Bratina" userId="2033f5136aa55253" providerId="LiveId" clId="{8ECA8620-7B00-4EDA-805E-0BA470DD3A9F}" dt="2025-10-30T11:11:45.881" v="216" actId="20577"/>
        <pc:sldMkLst>
          <pc:docMk/>
          <pc:sldMk cId="2332078473" sldId="376"/>
        </pc:sldMkLst>
        <pc:spChg chg="mod">
          <ac:chgData name="Tomáš Bratina" userId="2033f5136aa55253" providerId="LiveId" clId="{8ECA8620-7B00-4EDA-805E-0BA470DD3A9F}" dt="2025-10-30T11:11:45.881" v="216" actId="20577"/>
          <ac:spMkLst>
            <pc:docMk/>
            <pc:sldMk cId="2332078473" sldId="376"/>
            <ac:spMk id="3" creationId="{C9BE83B7-D764-8977-7421-ADE9BB45AC50}"/>
          </ac:spMkLst>
        </pc:spChg>
      </pc:sldChg>
      <pc:sldChg chg="add">
        <pc:chgData name="Tomáš Bratina" userId="2033f5136aa55253" providerId="LiveId" clId="{8ECA8620-7B00-4EDA-805E-0BA470DD3A9F}" dt="2025-10-29T10:51:28.414" v="106"/>
        <pc:sldMkLst>
          <pc:docMk/>
          <pc:sldMk cId="2764786614" sldId="377"/>
        </pc:sldMkLst>
      </pc:sldChg>
      <pc:sldChg chg="add">
        <pc:chgData name="Tomáš Bratina" userId="2033f5136aa55253" providerId="LiveId" clId="{8ECA8620-7B00-4EDA-805E-0BA470DD3A9F}" dt="2025-10-29T10:51:29.730" v="108"/>
        <pc:sldMkLst>
          <pc:docMk/>
          <pc:sldMk cId="2122564938" sldId="378"/>
        </pc:sldMkLst>
      </pc:sldChg>
      <pc:sldChg chg="add">
        <pc:chgData name="Tomáš Bratina" userId="2033f5136aa55253" providerId="LiveId" clId="{8ECA8620-7B00-4EDA-805E-0BA470DD3A9F}" dt="2025-10-29T10:51:31.987" v="110"/>
        <pc:sldMkLst>
          <pc:docMk/>
          <pc:sldMk cId="4100198731" sldId="379"/>
        </pc:sldMkLst>
      </pc:sldChg>
      <pc:sldChg chg="modSp add del mod">
        <pc:chgData name="Tomáš Bratina" userId="2033f5136aa55253" providerId="LiveId" clId="{8ECA8620-7B00-4EDA-805E-0BA470DD3A9F}" dt="2025-10-30T14:44:32.420" v="308" actId="47"/>
        <pc:sldMkLst>
          <pc:docMk/>
          <pc:sldMk cId="1879916562" sldId="380"/>
        </pc:sldMkLst>
        <pc:spChg chg="mod">
          <ac:chgData name="Tomáš Bratina" userId="2033f5136aa55253" providerId="LiveId" clId="{8ECA8620-7B00-4EDA-805E-0BA470DD3A9F}" dt="2025-10-29T10:59:25.514" v="157" actId="20577"/>
          <ac:spMkLst>
            <pc:docMk/>
            <pc:sldMk cId="1879916562" sldId="380"/>
            <ac:spMk id="2" creationId="{16B40883-CD98-F5AB-CBA3-B6C4789330E4}"/>
          </ac:spMkLst>
        </pc:spChg>
      </pc:sldChg>
      <pc:sldChg chg="modSp add del mod">
        <pc:chgData name="Tomáš Bratina" userId="2033f5136aa55253" providerId="LiveId" clId="{8ECA8620-7B00-4EDA-805E-0BA470DD3A9F}" dt="2025-10-30T14:44:33.838" v="309" actId="47"/>
        <pc:sldMkLst>
          <pc:docMk/>
          <pc:sldMk cId="1887000958" sldId="381"/>
        </pc:sldMkLst>
        <pc:spChg chg="mod">
          <ac:chgData name="Tomáš Bratina" userId="2033f5136aa55253" providerId="LiveId" clId="{8ECA8620-7B00-4EDA-805E-0BA470DD3A9F}" dt="2025-10-29T11:00:48.958" v="189" actId="20577"/>
          <ac:spMkLst>
            <pc:docMk/>
            <pc:sldMk cId="1887000958" sldId="381"/>
            <ac:spMk id="2" creationId="{4E558101-1183-2C83-7CF0-424F6F6FB647}"/>
          </ac:spMkLst>
        </pc:spChg>
      </pc:sldChg>
      <pc:sldChg chg="modSp add del mod">
        <pc:chgData name="Tomáš Bratina" userId="2033f5136aa55253" providerId="LiveId" clId="{8ECA8620-7B00-4EDA-805E-0BA470DD3A9F}" dt="2025-10-30T14:44:34.244" v="310" actId="47"/>
        <pc:sldMkLst>
          <pc:docMk/>
          <pc:sldMk cId="2239563847" sldId="382"/>
        </pc:sldMkLst>
        <pc:spChg chg="mod">
          <ac:chgData name="Tomáš Bratina" userId="2033f5136aa55253" providerId="LiveId" clId="{8ECA8620-7B00-4EDA-805E-0BA470DD3A9F}" dt="2025-10-29T11:00:50.680" v="190" actId="20577"/>
          <ac:spMkLst>
            <pc:docMk/>
            <pc:sldMk cId="2239563847" sldId="382"/>
            <ac:spMk id="2" creationId="{17B6C35E-EEF3-90C7-EAA4-EB8440520E5A}"/>
          </ac:spMkLst>
        </pc:spChg>
      </pc:sldChg>
      <pc:sldChg chg="modSp add del mod">
        <pc:chgData name="Tomáš Bratina" userId="2033f5136aa55253" providerId="LiveId" clId="{8ECA8620-7B00-4EDA-805E-0BA470DD3A9F}" dt="2025-10-30T14:44:34.556" v="311" actId="47"/>
        <pc:sldMkLst>
          <pc:docMk/>
          <pc:sldMk cId="50640201" sldId="383"/>
        </pc:sldMkLst>
        <pc:spChg chg="mod">
          <ac:chgData name="Tomáš Bratina" userId="2033f5136aa55253" providerId="LiveId" clId="{8ECA8620-7B00-4EDA-805E-0BA470DD3A9F}" dt="2025-10-29T11:00:52.885" v="191" actId="20577"/>
          <ac:spMkLst>
            <pc:docMk/>
            <pc:sldMk cId="50640201" sldId="383"/>
            <ac:spMk id="2" creationId="{4F0A9C9C-99F1-3907-6195-3DF4EB5175AA}"/>
          </ac:spMkLst>
        </pc:spChg>
      </pc:sldChg>
      <pc:sldChg chg="modSp add del mod">
        <pc:chgData name="Tomáš Bratina" userId="2033f5136aa55253" providerId="LiveId" clId="{8ECA8620-7B00-4EDA-805E-0BA470DD3A9F}" dt="2025-10-30T14:44:34.797" v="312" actId="47"/>
        <pc:sldMkLst>
          <pc:docMk/>
          <pc:sldMk cId="3775039247" sldId="384"/>
        </pc:sldMkLst>
        <pc:spChg chg="mod">
          <ac:chgData name="Tomáš Bratina" userId="2033f5136aa55253" providerId="LiveId" clId="{8ECA8620-7B00-4EDA-805E-0BA470DD3A9F}" dt="2025-10-29T11:00:54.254" v="192" actId="20577"/>
          <ac:spMkLst>
            <pc:docMk/>
            <pc:sldMk cId="3775039247" sldId="384"/>
            <ac:spMk id="2" creationId="{CF1437D1-6A84-0D29-B6CC-4D47C838D732}"/>
          </ac:spMkLst>
        </pc:spChg>
      </pc:sldChg>
      <pc:sldChg chg="modSp add del mod">
        <pc:chgData name="Tomáš Bratina" userId="2033f5136aa55253" providerId="LiveId" clId="{8ECA8620-7B00-4EDA-805E-0BA470DD3A9F}" dt="2025-10-30T14:44:34.982" v="313" actId="47"/>
        <pc:sldMkLst>
          <pc:docMk/>
          <pc:sldMk cId="1756296003" sldId="385"/>
        </pc:sldMkLst>
        <pc:spChg chg="mod">
          <ac:chgData name="Tomáš Bratina" userId="2033f5136aa55253" providerId="LiveId" clId="{8ECA8620-7B00-4EDA-805E-0BA470DD3A9F}" dt="2025-10-29T11:00:55.718" v="193" actId="20577"/>
          <ac:spMkLst>
            <pc:docMk/>
            <pc:sldMk cId="1756296003" sldId="385"/>
            <ac:spMk id="2" creationId="{16CAEFAC-F93E-5B3A-D516-2AA7D93BF59E}"/>
          </ac:spMkLst>
        </pc:spChg>
      </pc:sldChg>
      <pc:sldChg chg="modSp add del mod">
        <pc:chgData name="Tomáš Bratina" userId="2033f5136aa55253" providerId="LiveId" clId="{8ECA8620-7B00-4EDA-805E-0BA470DD3A9F}" dt="2025-10-30T14:44:35.173" v="314" actId="47"/>
        <pc:sldMkLst>
          <pc:docMk/>
          <pc:sldMk cId="508760306" sldId="386"/>
        </pc:sldMkLst>
        <pc:spChg chg="mod">
          <ac:chgData name="Tomáš Bratina" userId="2033f5136aa55253" providerId="LiveId" clId="{8ECA8620-7B00-4EDA-805E-0BA470DD3A9F}" dt="2025-10-29T11:00:58.680" v="194" actId="20577"/>
          <ac:spMkLst>
            <pc:docMk/>
            <pc:sldMk cId="508760306" sldId="386"/>
            <ac:spMk id="2" creationId="{3BCD1432-A66B-2AA6-5511-AD738E934A2B}"/>
          </ac:spMkLst>
        </pc:spChg>
      </pc:sldChg>
      <pc:sldChg chg="modSp add del mod">
        <pc:chgData name="Tomáš Bratina" userId="2033f5136aa55253" providerId="LiveId" clId="{8ECA8620-7B00-4EDA-805E-0BA470DD3A9F}" dt="2025-10-30T14:44:35.331" v="315" actId="47"/>
        <pc:sldMkLst>
          <pc:docMk/>
          <pc:sldMk cId="1376488982" sldId="387"/>
        </pc:sldMkLst>
        <pc:spChg chg="mod">
          <ac:chgData name="Tomáš Bratina" userId="2033f5136aa55253" providerId="LiveId" clId="{8ECA8620-7B00-4EDA-805E-0BA470DD3A9F}" dt="2025-10-29T11:01:01" v="195" actId="20577"/>
          <ac:spMkLst>
            <pc:docMk/>
            <pc:sldMk cId="1376488982" sldId="387"/>
            <ac:spMk id="2" creationId="{FF368FC4-2307-5DC1-E281-3031FDB44C37}"/>
          </ac:spMkLst>
        </pc:spChg>
      </pc:sldChg>
      <pc:sldChg chg="modSp add del mod">
        <pc:chgData name="Tomáš Bratina" userId="2033f5136aa55253" providerId="LiveId" clId="{8ECA8620-7B00-4EDA-805E-0BA470DD3A9F}" dt="2025-10-30T14:44:35.511" v="316" actId="47"/>
        <pc:sldMkLst>
          <pc:docMk/>
          <pc:sldMk cId="4201240228" sldId="388"/>
        </pc:sldMkLst>
        <pc:spChg chg="mod">
          <ac:chgData name="Tomáš Bratina" userId="2033f5136aa55253" providerId="LiveId" clId="{8ECA8620-7B00-4EDA-805E-0BA470DD3A9F}" dt="2025-10-29T11:01:03.186" v="196" actId="20577"/>
          <ac:spMkLst>
            <pc:docMk/>
            <pc:sldMk cId="4201240228" sldId="388"/>
            <ac:spMk id="2" creationId="{C48968C3-47AB-5188-E458-7FDBF60FD76E}"/>
          </ac:spMkLst>
        </pc:spChg>
      </pc:sldChg>
      <pc:sldChg chg="modSp add del mod">
        <pc:chgData name="Tomáš Bratina" userId="2033f5136aa55253" providerId="LiveId" clId="{8ECA8620-7B00-4EDA-805E-0BA470DD3A9F}" dt="2025-10-30T14:44:36.034" v="317" actId="47"/>
        <pc:sldMkLst>
          <pc:docMk/>
          <pc:sldMk cId="508206111" sldId="389"/>
        </pc:sldMkLst>
        <pc:spChg chg="mod">
          <ac:chgData name="Tomáš Bratina" userId="2033f5136aa55253" providerId="LiveId" clId="{8ECA8620-7B00-4EDA-805E-0BA470DD3A9F}" dt="2025-10-29T11:01:05.362" v="197" actId="20577"/>
          <ac:spMkLst>
            <pc:docMk/>
            <pc:sldMk cId="508206111" sldId="389"/>
            <ac:spMk id="2" creationId="{5A1DD8D3-5E38-5A53-CA07-D10AF0DD4BD1}"/>
          </ac:spMkLst>
        </pc:spChg>
      </pc:sldChg>
      <pc:sldChg chg="modSp add del mod">
        <pc:chgData name="Tomáš Bratina" userId="2033f5136aa55253" providerId="LiveId" clId="{8ECA8620-7B00-4EDA-805E-0BA470DD3A9F}" dt="2025-10-30T14:44:36.048" v="318" actId="47"/>
        <pc:sldMkLst>
          <pc:docMk/>
          <pc:sldMk cId="553197378" sldId="390"/>
        </pc:sldMkLst>
        <pc:spChg chg="mod">
          <ac:chgData name="Tomáš Bratina" userId="2033f5136aa55253" providerId="LiveId" clId="{8ECA8620-7B00-4EDA-805E-0BA470DD3A9F}" dt="2025-10-29T11:01:07.013" v="198" actId="20577"/>
          <ac:spMkLst>
            <pc:docMk/>
            <pc:sldMk cId="553197378" sldId="390"/>
            <ac:spMk id="2" creationId="{14C6ED1F-243C-157F-FC02-D07610EF7781}"/>
          </ac:spMkLst>
        </pc:spChg>
      </pc:sldChg>
      <pc:sldChg chg="modSp add del mod">
        <pc:chgData name="Tomáš Bratina" userId="2033f5136aa55253" providerId="LiveId" clId="{8ECA8620-7B00-4EDA-805E-0BA470DD3A9F}" dt="2025-10-30T14:44:36.076" v="319" actId="47"/>
        <pc:sldMkLst>
          <pc:docMk/>
          <pc:sldMk cId="3347557516" sldId="391"/>
        </pc:sldMkLst>
        <pc:spChg chg="mod">
          <ac:chgData name="Tomáš Bratina" userId="2033f5136aa55253" providerId="LiveId" clId="{8ECA8620-7B00-4EDA-805E-0BA470DD3A9F}" dt="2025-10-29T11:01:08.715" v="199" actId="20577"/>
          <ac:spMkLst>
            <pc:docMk/>
            <pc:sldMk cId="3347557516" sldId="391"/>
            <ac:spMk id="2" creationId="{413525EF-4682-4DA1-FD21-B1DD3F2AEB03}"/>
          </ac:spMkLst>
        </pc:spChg>
      </pc:sldChg>
      <pc:sldChg chg="add del ord">
        <pc:chgData name="Tomáš Bratina" userId="2033f5136aa55253" providerId="LiveId" clId="{8ECA8620-7B00-4EDA-805E-0BA470DD3A9F}" dt="2025-10-30T14:44:26.938" v="306" actId="47"/>
        <pc:sldMkLst>
          <pc:docMk/>
          <pc:sldMk cId="361075454" sldId="392"/>
        </pc:sldMkLst>
      </pc:sldChg>
      <pc:sldChg chg="modSp add del mod ord">
        <pc:chgData name="Tomáš Bratina" userId="2033f5136aa55253" providerId="LiveId" clId="{8ECA8620-7B00-4EDA-805E-0BA470DD3A9F}" dt="2025-10-30T14:44:28.484" v="307" actId="47"/>
        <pc:sldMkLst>
          <pc:docMk/>
          <pc:sldMk cId="74729218" sldId="393"/>
        </pc:sldMkLst>
        <pc:spChg chg="mod">
          <ac:chgData name="Tomáš Bratina" userId="2033f5136aa55253" providerId="LiveId" clId="{8ECA8620-7B00-4EDA-805E-0BA470DD3A9F}" dt="2025-10-30T11:26:42.488" v="293" actId="20577"/>
          <ac:spMkLst>
            <pc:docMk/>
            <pc:sldMk cId="74729218" sldId="393"/>
            <ac:spMk id="2" creationId="{4B667215-2756-1BD4-D5CD-B71E7080BD37}"/>
          </ac:spMkLst>
        </pc:spChg>
      </pc:sldChg>
      <pc:sldChg chg="modSp new mod">
        <pc:chgData name="Tomáš Bratina" userId="2033f5136aa55253" providerId="LiveId" clId="{8ECA8620-7B00-4EDA-805E-0BA470DD3A9F}" dt="2025-10-30T11:24:51.237" v="284"/>
        <pc:sldMkLst>
          <pc:docMk/>
          <pc:sldMk cId="1122867899" sldId="394"/>
        </pc:sldMkLst>
        <pc:spChg chg="mod">
          <ac:chgData name="Tomáš Bratina" userId="2033f5136aa55253" providerId="LiveId" clId="{8ECA8620-7B00-4EDA-805E-0BA470DD3A9F}" dt="2025-10-30T11:24:31.374" v="277" actId="20577"/>
          <ac:spMkLst>
            <pc:docMk/>
            <pc:sldMk cId="1122867899" sldId="394"/>
            <ac:spMk id="2" creationId="{7AD396CD-69A1-1174-67F6-F7C676E59AD2}"/>
          </ac:spMkLst>
        </pc:spChg>
        <pc:spChg chg="mod">
          <ac:chgData name="Tomáš Bratina" userId="2033f5136aa55253" providerId="LiveId" clId="{8ECA8620-7B00-4EDA-805E-0BA470DD3A9F}" dt="2025-10-30T11:24:51.237" v="284"/>
          <ac:spMkLst>
            <pc:docMk/>
            <pc:sldMk cId="1122867899" sldId="394"/>
            <ac:spMk id="3" creationId="{08E94511-842B-7FF0-9847-70A7147D77DF}"/>
          </ac:spMkLst>
        </pc:spChg>
      </pc:sldChg>
      <pc:sldChg chg="add">
        <pc:chgData name="Tomáš Bratina" userId="2033f5136aa55253" providerId="LiveId" clId="{8ECA8620-7B00-4EDA-805E-0BA470DD3A9F}" dt="2025-10-30T11:28:07.954" v="295"/>
        <pc:sldMkLst>
          <pc:docMk/>
          <pc:sldMk cId="1004798979" sldId="395"/>
        </pc:sldMkLst>
      </pc:sldChg>
      <pc:sldChg chg="add">
        <pc:chgData name="Tomáš Bratina" userId="2033f5136aa55253" providerId="LiveId" clId="{8ECA8620-7B00-4EDA-805E-0BA470DD3A9F}" dt="2025-10-30T11:28:08.818" v="297"/>
        <pc:sldMkLst>
          <pc:docMk/>
          <pc:sldMk cId="910644712" sldId="396"/>
        </pc:sldMkLst>
      </pc:sldChg>
      <pc:sldChg chg="add">
        <pc:chgData name="Tomáš Bratina" userId="2033f5136aa55253" providerId="LiveId" clId="{8ECA8620-7B00-4EDA-805E-0BA470DD3A9F}" dt="2025-10-30T11:28:09.464" v="299"/>
        <pc:sldMkLst>
          <pc:docMk/>
          <pc:sldMk cId="1365574315" sldId="397"/>
        </pc:sldMkLst>
      </pc:sldChg>
      <pc:sldChg chg="add del">
        <pc:chgData name="Tomáš Bratina" userId="2033f5136aa55253" providerId="LiveId" clId="{8ECA8620-7B00-4EDA-805E-0BA470DD3A9F}" dt="2025-10-30T14:44:37.699" v="323" actId="47"/>
        <pc:sldMkLst>
          <pc:docMk/>
          <pc:sldMk cId="2270828204" sldId="398"/>
        </pc:sldMkLst>
      </pc:sldChg>
      <pc:sldChg chg="add del">
        <pc:chgData name="Tomáš Bratina" userId="2033f5136aa55253" providerId="LiveId" clId="{8ECA8620-7B00-4EDA-805E-0BA470DD3A9F}" dt="2025-10-30T14:44:37.865" v="324" actId="47"/>
        <pc:sldMkLst>
          <pc:docMk/>
          <pc:sldMk cId="2267902493" sldId="399"/>
        </pc:sldMkLst>
      </pc:sldChg>
      <pc:sldChg chg="add del">
        <pc:chgData name="Tomáš Bratina" userId="2033f5136aa55253" providerId="LiveId" clId="{8ECA8620-7B00-4EDA-805E-0BA470DD3A9F}" dt="2025-10-30T14:44:38.028" v="325" actId="47"/>
        <pc:sldMkLst>
          <pc:docMk/>
          <pc:sldMk cId="2625557713" sldId="40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69AB42-A97A-AE56-7046-438B46911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6CE42F6-BE4E-95AA-67D3-849AFE336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D1AA7B95-26DD-8521-88CF-FC7A66C88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30. 10. 2025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8071BC4-B91A-C462-3BC0-4A6D41DD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B028D47-9A19-E6C5-F737-866714BDB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5615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FA7B95-9334-8C91-2FF9-4C91A7F22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AB64F65-6C70-291F-C9C7-73E14C05E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850E4FE-8CB3-7B81-59B8-EF1EA62E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30. 10. 2025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64557224-2800-8F40-34BA-56AFF920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6C6EBBB-1201-E54D-8874-D80EE187F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103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5D206E-9A25-D9B8-FE32-79E9B2014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C9E1F81-E5C9-6BFB-D678-7A9244A54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EBC9FDE-F61A-51B0-42F9-6A762AB9C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30. 10. 2025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A2723BB-336D-E655-66C7-DB73E68F0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67DD359-1D5D-6DF5-CDA5-50C1D9749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77838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07150D-C85D-23F3-F47D-DBF3947F0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49679DB-4335-E64E-0DA6-86E4E9C96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BD5941BF-5FE1-F6C0-D1F2-BC8BDE68C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F6181C42-8C2B-DB6A-0ADF-1B39AD146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30. 10. 2025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DA55AB38-9282-08E2-9828-E22D5A34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00851EE-6A8F-6CB2-9C49-85FF31A3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0749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0F4A54-1680-AA53-AFAE-E9A11627D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8249892-BBD2-3660-0941-DBE4F9E16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D367A03D-368D-0699-613F-D13FDEA55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638F483-68F4-102D-9704-8AB92132C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B7CE5965-235E-2C2D-F841-6FA8C904FC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89EA9D70-19E4-641D-FAEE-FA5AA12E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30. 10. 2025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6035EC7E-2D07-7113-0CE6-3238642E5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04C95B9E-CCF6-8CAF-FA94-82B7E77D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0806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10A354-5456-D3A8-A128-9CE76B686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2C31C3E7-3D74-E2B4-9D0A-3A61258B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30. 10. 2025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5D8F3FAA-2264-8E8E-7EE2-E9622BC01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7BF07EE9-4D42-BC8D-8E42-BCA208405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93449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FF1AFCE9-70A4-3AFF-E844-C5F1C4842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30. 10. 2025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3EA134A4-3E53-2F99-CD13-40E38098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66159A7-E4CF-8608-758F-FB36CEC4B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77934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CCA1F3-0E60-7565-4F11-E3B42C326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551DB66-42A9-BCB8-AC71-777BEF1DB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A60F8A8-4E17-3F9E-02A3-C681F5545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913CE90-0173-9DF0-A53A-0300D8944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30. 10. 2025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AADD0A9F-C9A5-8C2C-BF7A-68E3C3E97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424C779C-F5D3-9017-E4DB-68B4804A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0028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5B79E3-5B20-937A-8A76-52373638E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BB7F9AB5-B6BA-86BA-049C-B6CC47272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9F03231-8BD6-702C-97CA-F3A3E1F91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87882D36-FA31-BE06-8E9E-06FA233F6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30. 10. 2025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A2E9A64D-65B6-2355-B9FE-B3F7F962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7A53982-A593-8EDB-7D5A-4BFE9D2E5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3206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D68511-E103-7F5D-84DC-D9C2C2494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9A40FE9E-DB4F-EDB8-8D8E-30EA91264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C75F494-931C-F700-0A33-8AF7B3E3E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30. 10. 2025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A0695C3-F90A-FB50-DE2D-5F43E15CC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FA64BA4-72DB-1E55-7B13-FBF5177F2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7413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7F5C968B-D896-721B-93D7-096726689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952B661C-E326-2FFE-AAAD-47DDBD60A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0F082DD8-C4FB-989A-1E87-6EDDFB784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F57B-A9B6-4963-9A22-6407BD0E57A5}" type="datetimeFigureOut">
              <a:rPr lang="sk-SK" smtClean="0"/>
              <a:t>30. 10. 2025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C52BE3A-589D-6D3A-5238-374EE5222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9CE67F27-19A8-EAEE-A865-3155357E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66879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7920000" cy="252000"/>
          </a:xfrm>
        </p:spPr>
        <p:txBody>
          <a:bodyPr/>
          <a:lstStyle>
            <a:lvl1pPr>
              <a:defRPr sz="1200"/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70407D-EE58-4A0B-824B-1D3AE42DD9CF}" type="slidenum">
              <a:rPr lang="cs-CZ" altLang="cs-CZ"/>
              <a:pPr/>
              <a:t>‹#›</a:t>
            </a:fld>
            <a:endParaRPr lang="cs-CZ" altLang="cs-CZ" dirty="0"/>
          </a:p>
        </p:txBody>
      </p:sp>
      <p:sp>
        <p:nvSpPr>
          <p:cNvPr id="13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cs-CZ" dirty="0"/>
              <a:t>Kliknutím vložíte nadpis</a:t>
            </a:r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390E4E2C-8A81-45F0-A5ED-59F1EE588A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cs-CZ" noProof="0" dirty="0"/>
              <a:t>Kliknutím vložíte text</a:t>
            </a:r>
            <a:endParaRPr lang="en-GB" noProof="0" dirty="0"/>
          </a:p>
          <a:p>
            <a:pPr lvl="1"/>
            <a:r>
              <a:rPr lang="cs-CZ" noProof="0" dirty="0"/>
              <a:t>Druhá úroveň</a:t>
            </a:r>
            <a:endParaRPr lang="en-GB" noProof="0" dirty="0"/>
          </a:p>
          <a:p>
            <a:pPr lvl="2"/>
            <a:r>
              <a:rPr lang="cs-CZ" noProof="0" dirty="0"/>
              <a:t>Třetí úroveň</a:t>
            </a:r>
            <a:endParaRPr lang="en-GB" noProof="0" dirty="0"/>
          </a:p>
        </p:txBody>
      </p:sp>
      <p:pic>
        <p:nvPicPr>
          <p:cNvPr id="7" name="Obrázek 8">
            <a:extLst>
              <a:ext uri="{FF2B5EF4-FFF2-40B4-BE49-F238E27FC236}">
                <a16:creationId xmlns:a16="http://schemas.microsoft.com/office/drawing/2014/main" id="{98FE51A2-DFE6-8C4C-AE3B-7EEE5FB3D6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7341" cy="59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29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pos="43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71C2CCB8-7FD0-0422-24CA-D22FBCFDF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D0EE2B0-7E16-795E-92B7-AB759F3E3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FA031FA6-E2AB-B510-2129-1F84843DC7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DF57B-A9B6-4963-9A22-6407BD0E57A5}" type="datetimeFigureOut">
              <a:rPr lang="sk-SK" smtClean="0"/>
              <a:t>30. 10. 2025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FF23698-C11E-0DC2-E675-177C82E10F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C957248-CECB-30FB-F0B9-B391B4A594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DB682-D53A-4B65-8D3A-301AF749090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6713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85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9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cs-CZ" altLang="cs-CZ" sz="12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64530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2"/>
                </a:solidFill>
                <a:latin typeface="+mj-lt"/>
              </a:defRPr>
            </a:lvl1pPr>
          </a:lstStyle>
          <a:p>
            <a:fld id="{0DE708CC-0C3F-4567-9698-B54C0F35BD31}" type="slidenum">
              <a:rPr lang="cs-CZ" altLang="cs-CZ" smtClean="0"/>
              <a:pPr/>
              <a:t>‹#›</a:t>
            </a:fld>
            <a:endParaRPr lang="cs-CZ" altLang="cs-CZ" dirty="0"/>
          </a:p>
        </p:txBody>
      </p:sp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73EFD05-44F7-4406-AC4D-1167FBFF8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20000"/>
            <a:ext cx="10753200" cy="4515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cs-CZ" dirty="0"/>
              <a:t>Kliknutím vložíte nadpis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A4DA628E-D8CA-41EE-AA1A-D14D1A53A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800" y="1872000"/>
            <a:ext cx="10753200" cy="39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/>
            </a:pPr>
            <a:r>
              <a:rPr lang="cs-CZ" noProof="0" dirty="0"/>
              <a:t>Kliknutím vložíte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hf hdr="0" dt="0"/>
  <p:txStyles>
    <p:titleStyle>
      <a:lvl1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9pPr>
    </p:titleStyle>
    <p:bodyStyle>
      <a:lvl1pPr marL="0" marR="0" indent="0" algn="l" defTabSz="914400" rtl="0" eaLnBrk="1" fontAlgn="base" latinLnBrk="0" hangingPunct="1">
        <a:lnSpc>
          <a:spcPct val="114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tabLst/>
        <a:defRPr sz="2800" b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defRPr sz="1500" b="0">
          <a:solidFill>
            <a:schemeClr val="tx1"/>
          </a:solidFill>
          <a:latin typeface="+mn-lt"/>
        </a:defRPr>
      </a:lvl2pPr>
      <a:lvl3pPr marL="914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folHlink"/>
        </a:buClr>
        <a:buSzPct val="80000"/>
        <a:buFontTx/>
        <a:buNone/>
        <a:defRPr sz="1500" b="0">
          <a:solidFill>
            <a:schemeClr val="tx1"/>
          </a:solidFill>
          <a:latin typeface="+mn-lt"/>
        </a:defRPr>
      </a:lvl3pPr>
      <a:lvl4pPr marL="1371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2"/>
        </a:buClr>
        <a:buSzPct val="90000"/>
        <a:buFontTx/>
        <a:buNone/>
        <a:defRPr sz="1500" b="0">
          <a:solidFill>
            <a:schemeClr val="tx1"/>
          </a:solidFill>
          <a:latin typeface="+mn-lt"/>
        </a:defRPr>
      </a:lvl4pPr>
      <a:lvl5pPr marL="18288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Tx/>
        <a:buNone/>
        <a:defRPr sz="1500" b="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Blip>
          <a:blip r:embed="rId3"/>
        </a:buBlip>
        <a:defRPr>
          <a:solidFill>
            <a:schemeClr val="tx1"/>
          </a:solidFill>
          <a:latin typeface="+mn-lt"/>
        </a:defRPr>
      </a:lvl6pPr>
      <a:lvl7pPr marL="27432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 baseline="0">
          <a:solidFill>
            <a:schemeClr val="tx1"/>
          </a:solidFill>
          <a:latin typeface="+mn-lt"/>
        </a:defRPr>
      </a:lvl7pPr>
      <a:lvl8pPr marL="3200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8pPr>
      <a:lvl9pPr marL="3657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35" userDrawn="1">
          <p15:clr>
            <a:srgbClr val="F26B43"/>
          </p15:clr>
        </p15:guide>
        <p15:guide id="2" pos="4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gu.com/lingupedia/uttale/slik-uttaler-du-vokalen-o" TargetMode="External"/><Relationship Id="rId2" Type="http://schemas.openxmlformats.org/officeDocument/2006/relationships/hyperlink" Target="https://lingu.com/lingupedia/uttale/slik-uttaler-du-vokalen-ae" TargetMode="Externa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B4FC2D-F7F9-0F23-EFE2-62F41B0D37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Norština pro začátečníky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A8E53EA-7845-48BE-B734-B3831985D1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b="0" dirty="0"/>
              <a:t>30</a:t>
            </a:r>
            <a:r>
              <a:rPr lang="sk-SK" b="0" dirty="0"/>
              <a:t>.10.202</a:t>
            </a:r>
            <a:r>
              <a:rPr lang="nb-NO" b="0" dirty="0"/>
              <a:t>5</a:t>
            </a:r>
            <a:endParaRPr lang="sk-SK" b="0" dirty="0"/>
          </a:p>
        </p:txBody>
      </p:sp>
    </p:spTree>
    <p:extLst>
      <p:ext uri="{BB962C8B-B14F-4D97-AF65-F5344CB8AC3E}">
        <p14:creationId xmlns:p14="http://schemas.microsoft.com/office/powerpoint/2010/main" val="111899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E8038F-27E9-6B73-ABEE-BAF001293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B09866B-4ED5-97A8-EBF0-C40BC5940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cs-CZ" sz="3000" dirty="0"/>
          </a:p>
          <a:p>
            <a:pPr marL="0" indent="0">
              <a:buNone/>
            </a:pPr>
            <a:r>
              <a:rPr lang="cs-CZ" sz="3000" dirty="0"/>
              <a:t>Vymyslete </a:t>
            </a:r>
            <a:r>
              <a:rPr lang="cs-CZ" sz="3000" b="1" dirty="0"/>
              <a:t>deset</a:t>
            </a:r>
            <a:r>
              <a:rPr lang="cs-CZ" sz="3000" dirty="0"/>
              <a:t> otázek, na které lze odpovědět </a:t>
            </a:r>
            <a:r>
              <a:rPr lang="cs-CZ" sz="3000" i="1" dirty="0">
                <a:solidFill>
                  <a:schemeClr val="accent1"/>
                </a:solidFill>
              </a:rPr>
              <a:t>ano</a:t>
            </a:r>
            <a:r>
              <a:rPr lang="cs-CZ" sz="3000" dirty="0"/>
              <a:t>/</a:t>
            </a:r>
            <a:r>
              <a:rPr lang="cs-CZ" sz="3000" i="1" dirty="0">
                <a:solidFill>
                  <a:schemeClr val="accent1"/>
                </a:solidFill>
              </a:rPr>
              <a:t>ne</a:t>
            </a:r>
            <a:r>
              <a:rPr lang="cs-CZ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116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76764D-4157-E0AC-469A-2544FF161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3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292DC5A-1D60-91E6-A7C6-6890D0FB5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Tvořte krátké odpovědi.</a:t>
            </a:r>
          </a:p>
          <a:p>
            <a:pPr marL="0" indent="0">
              <a:buNone/>
            </a:pPr>
            <a:endParaRPr lang="sk-SK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Reiser du til Norge? – Nei, ____________________.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Kan du hjelpe meg? – Ja, ____________________.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Går du på norskkurs? – Ja, ____________________. 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Leser du boka? – Nei, ____________________. 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Vil du ta trikken? – Ja, ____________________.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73033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D2BB4-65E6-8511-67C4-BDC1C2F33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64A892-D6C5-E7A6-5764-32B09FD86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3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868E41D-4C09-EA48-DEED-9A200552B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Tvořte krátké odpovědi.</a:t>
            </a:r>
          </a:p>
          <a:p>
            <a:pPr marL="0" indent="0">
              <a:buNone/>
            </a:pPr>
            <a:endParaRPr lang="sk-SK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Reiser du til Norge? – Nei, </a:t>
            </a:r>
            <a:r>
              <a:rPr lang="nb-NO" sz="3000" b="1" dirty="0"/>
              <a:t>det gjør jeg ikke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Kan du hjelpe meg? – Ja, ____________________.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Går du på norskkurs? – Ja, ____________________. 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Leser du boka? – Nei, ____________________. 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Vil du ta trikken? – Ja, ____________________.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3292420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28B68-DF45-DCE2-0BD4-4CCFBD642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867223-6EAD-EBB7-40A6-2B2F41DE1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3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FF83FF1-AB10-D88A-FC28-E5F3C895E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Tvořte krátké odpovědi.</a:t>
            </a:r>
          </a:p>
          <a:p>
            <a:pPr marL="0" indent="0">
              <a:buNone/>
            </a:pPr>
            <a:endParaRPr lang="sk-SK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Reiser du til Norge? – Nei, </a:t>
            </a:r>
            <a:r>
              <a:rPr lang="nb-NO" sz="3000" b="1" dirty="0"/>
              <a:t>det gjør jeg ikke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Kan du hjelpe meg? – Ja, </a:t>
            </a:r>
            <a:r>
              <a:rPr lang="nb-NO" sz="3000" b="1" dirty="0"/>
              <a:t>det kan jeg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Går du på norskkurs? – Ja, ____________________. 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Leser du boka? – Nei, ____________________. 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Vil du ta trikken? – Ja, ____________________.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303991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EF40C-0BED-8C11-69A3-B540B10B2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916C2F-EC29-C674-2E71-C9DECE902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3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A1EA47F-3E03-505B-4AAC-D8DE73B16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Tvořte krátké odpovědi.</a:t>
            </a:r>
          </a:p>
          <a:p>
            <a:pPr marL="0" indent="0">
              <a:buNone/>
            </a:pPr>
            <a:endParaRPr lang="sk-SK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Reiser du til Norge? – Nei, </a:t>
            </a:r>
            <a:r>
              <a:rPr lang="nb-NO" sz="3000" b="1" dirty="0"/>
              <a:t>det gjør jeg ikke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Kan du hjelpe meg? – Ja, </a:t>
            </a:r>
            <a:r>
              <a:rPr lang="nb-NO" sz="3000" b="1" dirty="0"/>
              <a:t>det kan jeg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Går du på norskkurs? – Ja, </a:t>
            </a:r>
            <a:r>
              <a:rPr lang="nb-NO" sz="3000" b="1" dirty="0"/>
              <a:t>det gjør jeg</a:t>
            </a:r>
            <a:r>
              <a:rPr lang="nb-NO" sz="3000" dirty="0"/>
              <a:t>. 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Leser du boka? – Nei, ____________________. 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Vil du ta trikken? – Ja, ____________________.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1173973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E2147-356B-7D7C-EF9F-1DED5EB3F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F1666E-392C-0658-F031-3E54064DE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3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268445C-66A2-CD6F-4BF3-B0472F19C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Tvořte krátké odpovědi.</a:t>
            </a:r>
          </a:p>
          <a:p>
            <a:pPr marL="0" indent="0">
              <a:buNone/>
            </a:pPr>
            <a:endParaRPr lang="sk-SK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Reiser du til Norge? – Nei, </a:t>
            </a:r>
            <a:r>
              <a:rPr lang="nb-NO" sz="3000" b="1" dirty="0"/>
              <a:t>det gjør jeg ikke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Kan du hjelpe meg? – Ja, </a:t>
            </a:r>
            <a:r>
              <a:rPr lang="nb-NO" sz="3000" b="1" dirty="0"/>
              <a:t>det kan jeg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Går du på norskkurs? – Ja, </a:t>
            </a:r>
            <a:r>
              <a:rPr lang="nb-NO" sz="3000" b="1" dirty="0"/>
              <a:t>det gjør jeg</a:t>
            </a:r>
            <a:r>
              <a:rPr lang="nb-NO" sz="3000" dirty="0"/>
              <a:t>. 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Leser du boka? – Nei, </a:t>
            </a:r>
            <a:r>
              <a:rPr lang="nb-NO" sz="3000" b="1" dirty="0"/>
              <a:t>det gjør jeg ikke</a:t>
            </a:r>
            <a:r>
              <a:rPr lang="nb-NO" sz="3000" dirty="0"/>
              <a:t>. 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Vil du ta trikken? – Ja, ____________________.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3248503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D93B6-2F86-2B61-6B68-C63C1D15F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0F4251-04A5-108C-96C2-D13B7CA3F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3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9ACD47A-BF1C-59EF-E3F8-D14F60C88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Tvořte krátké odpovědi.</a:t>
            </a:r>
          </a:p>
          <a:p>
            <a:pPr marL="0" indent="0">
              <a:buNone/>
            </a:pPr>
            <a:endParaRPr lang="sk-SK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Reiser du til Norge? – Nei, </a:t>
            </a:r>
            <a:r>
              <a:rPr lang="nb-NO" sz="3000" b="1" dirty="0"/>
              <a:t>det gjør jeg ikke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Kan du hjelpe meg? – Ja, </a:t>
            </a:r>
            <a:r>
              <a:rPr lang="nb-NO" sz="3000" b="1" dirty="0"/>
              <a:t>det kan jeg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Går du på norskkurs? – Ja, </a:t>
            </a:r>
            <a:r>
              <a:rPr lang="nb-NO" sz="3000" b="1" dirty="0"/>
              <a:t>det gjør jeg</a:t>
            </a:r>
            <a:r>
              <a:rPr lang="nb-NO" sz="3000" dirty="0"/>
              <a:t>. 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Leser du boka? – Nei, </a:t>
            </a:r>
            <a:r>
              <a:rPr lang="nb-NO" sz="3000" b="1" dirty="0"/>
              <a:t>det gjør jeg ikke</a:t>
            </a:r>
            <a:r>
              <a:rPr lang="nb-NO" sz="3000" dirty="0"/>
              <a:t>. 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Vil du ta trikken? – Ja, </a:t>
            </a:r>
            <a:r>
              <a:rPr lang="nb-NO" sz="3000" b="1" dirty="0"/>
              <a:t>det vil jeg</a:t>
            </a:r>
            <a:r>
              <a:rPr lang="nb-NO" sz="3000" dirty="0"/>
              <a:t>.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119319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AC922-9D0C-E14F-1A3E-247F44BBE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8C01E1-3883-7A19-0456-CFF61A337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3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62823E7-C583-887F-B911-FE7EF5EB3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Tvořte krátké odpovědi.</a:t>
            </a:r>
          </a:p>
          <a:p>
            <a:pPr marL="0" indent="0">
              <a:buNone/>
            </a:pPr>
            <a:endParaRPr lang="sk-SK" sz="3000" dirty="0"/>
          </a:p>
          <a:p>
            <a:pPr marL="514350" indent="-514350">
              <a:buFont typeface="+mj-lt"/>
              <a:buAutoNum type="arabicParenR" startAt="6"/>
            </a:pPr>
            <a:r>
              <a:rPr lang="nb-NO" sz="3000" dirty="0"/>
              <a:t>Er han norsk? – Nei, ____________________.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Har du dårlig tid? – Ja, ____________________.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Kan jeg komme? – Nei, ____________________. 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Snakker du norsk? – Ja, ____________________. 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Må jeg gå hjem? – Nei, ____________________.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4001003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4742D-F51B-8D2B-851F-8A6BBBC3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573439-7186-FA7D-A437-61C9ACA0D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3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7F0DCDC-3C63-572E-5D6F-FA29DC808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Tvořte krátké odpovědi.</a:t>
            </a:r>
          </a:p>
          <a:p>
            <a:pPr marL="0" indent="0">
              <a:buNone/>
            </a:pPr>
            <a:endParaRPr lang="sk-SK" sz="3000" dirty="0"/>
          </a:p>
          <a:p>
            <a:pPr marL="514350" indent="-514350">
              <a:buFont typeface="+mj-lt"/>
              <a:buAutoNum type="arabicParenR" startAt="6"/>
            </a:pPr>
            <a:r>
              <a:rPr lang="nb-NO" sz="3000" dirty="0"/>
              <a:t>Er han norsk? – Nei, </a:t>
            </a:r>
            <a:r>
              <a:rPr lang="nb-NO" sz="3000" b="1" dirty="0"/>
              <a:t>det er han ikke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Har du dårlig tid? – Ja, ____________________.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Kan jeg komme? – Nei, ____________________. 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Snakker du norsk? – Ja, ____________________. 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Må jeg gå hjem? – Nei, ____________________.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4137343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DC9A-6AFC-352A-A92B-938B25C53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6A79A4-78B9-C9A7-830B-2FB23A02D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3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1B11CCF-DD88-2804-9A8A-5189144B8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Tvořte krátké odpovědi.</a:t>
            </a:r>
          </a:p>
          <a:p>
            <a:pPr marL="0" indent="0">
              <a:buNone/>
            </a:pPr>
            <a:endParaRPr lang="sk-SK" sz="3000" dirty="0"/>
          </a:p>
          <a:p>
            <a:pPr marL="514350" indent="-514350">
              <a:buFont typeface="+mj-lt"/>
              <a:buAutoNum type="arabicParenR" startAt="6"/>
            </a:pPr>
            <a:r>
              <a:rPr lang="nb-NO" sz="3000" dirty="0"/>
              <a:t>Er han norsk? – Nei, </a:t>
            </a:r>
            <a:r>
              <a:rPr lang="nb-NO" sz="3000" b="1" dirty="0"/>
              <a:t>det er han ikke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Har du dårlig tid? – Ja, </a:t>
            </a:r>
            <a:r>
              <a:rPr lang="nb-NO" sz="3000" b="1" dirty="0"/>
              <a:t>det har jeg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Kan jeg komme? – Nei, ____________________. 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Snakker du norsk? – Ja, ____________________. 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Må jeg gå hjem? – Nei, ____________________.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2156761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852C3-0C56-B6B8-5951-79B298864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E6E736-EBAF-9604-F348-E71A9886A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3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8AFFCBF-F363-6F68-8140-9F5E5FCAF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Tvořte krátké odpovědi.</a:t>
            </a:r>
          </a:p>
          <a:p>
            <a:pPr marL="0" indent="0">
              <a:buNone/>
            </a:pPr>
            <a:endParaRPr lang="sk-SK" sz="3000" dirty="0"/>
          </a:p>
          <a:p>
            <a:pPr marL="514350" indent="-514350">
              <a:buFont typeface="+mj-lt"/>
              <a:buAutoNum type="arabicParenR" startAt="6"/>
            </a:pPr>
            <a:r>
              <a:rPr lang="nb-NO" sz="3000" dirty="0"/>
              <a:t>Er han norsk? – Nei, </a:t>
            </a:r>
            <a:r>
              <a:rPr lang="nb-NO" sz="3000" b="1" dirty="0"/>
              <a:t>det er han ikke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Har du dårlig tid? – Ja, </a:t>
            </a:r>
            <a:r>
              <a:rPr lang="nb-NO" sz="3000" b="1" dirty="0"/>
              <a:t>det har jeg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Kan jeg komme? – Nei, </a:t>
            </a:r>
            <a:r>
              <a:rPr lang="nb-NO" sz="3000" b="1" dirty="0"/>
              <a:t>det kan du ikke</a:t>
            </a:r>
            <a:r>
              <a:rPr lang="nb-NO" sz="3000" dirty="0"/>
              <a:t>. 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Snakker du norsk? – Ja, ____________________. 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Må jeg gå hjem? – Nei, ____________________.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3022190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4BDFC-9393-FA59-A108-BD96F41A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703928-AE2D-9617-D7D8-D80595C6E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3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FEA4865-FF1E-4FD3-324B-D945E423C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Tvořte krátké odpovědi.</a:t>
            </a:r>
          </a:p>
          <a:p>
            <a:pPr marL="0" indent="0">
              <a:buNone/>
            </a:pPr>
            <a:endParaRPr lang="sk-SK" sz="3000" dirty="0"/>
          </a:p>
          <a:p>
            <a:pPr marL="514350" indent="-514350">
              <a:buFont typeface="+mj-lt"/>
              <a:buAutoNum type="arabicParenR" startAt="6"/>
            </a:pPr>
            <a:r>
              <a:rPr lang="nb-NO" sz="3000" dirty="0"/>
              <a:t>Er han norsk? – Nei, </a:t>
            </a:r>
            <a:r>
              <a:rPr lang="nb-NO" sz="3000" b="1" dirty="0"/>
              <a:t>det er han ikke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Har du dårlig tid? – Ja, </a:t>
            </a:r>
            <a:r>
              <a:rPr lang="nb-NO" sz="3000" b="1" dirty="0"/>
              <a:t>det har jeg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Kan jeg komme? – Nei, </a:t>
            </a:r>
            <a:r>
              <a:rPr lang="nb-NO" sz="3000" b="1" dirty="0"/>
              <a:t>det kan du ikke</a:t>
            </a:r>
            <a:r>
              <a:rPr lang="nb-NO" sz="3000" dirty="0"/>
              <a:t>. 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Snakker du norsk? – Ja, </a:t>
            </a:r>
            <a:r>
              <a:rPr lang="nb-NO" sz="3000" b="1" dirty="0"/>
              <a:t>det gjør jeg</a:t>
            </a:r>
            <a:r>
              <a:rPr lang="nb-NO" sz="3000" dirty="0"/>
              <a:t>. 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Må jeg gå hjem? – Nei, ____________________.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37356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2C498-D5D5-8524-CC6A-708AF585E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A57B3E-EFB3-DABE-9010-D30BF9724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3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054F4DA-6A20-68BB-4F9D-D1EEAC073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3" y="1748589"/>
            <a:ext cx="10772755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Tvořte krátké odpovědi.</a:t>
            </a:r>
          </a:p>
          <a:p>
            <a:pPr marL="0" indent="0">
              <a:buNone/>
            </a:pPr>
            <a:endParaRPr lang="sk-SK" sz="3000" dirty="0"/>
          </a:p>
          <a:p>
            <a:pPr marL="514350" indent="-514350">
              <a:buFont typeface="+mj-lt"/>
              <a:buAutoNum type="arabicParenR" startAt="6"/>
            </a:pPr>
            <a:r>
              <a:rPr lang="nb-NO" sz="3000" dirty="0"/>
              <a:t>Er han norsk? – Nei, </a:t>
            </a:r>
            <a:r>
              <a:rPr lang="nb-NO" sz="3000" b="1" dirty="0"/>
              <a:t>det er han ikke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Har du dårlig tid? – Ja, </a:t>
            </a:r>
            <a:r>
              <a:rPr lang="nb-NO" sz="3000" b="1" dirty="0"/>
              <a:t>det har jeg</a:t>
            </a:r>
            <a:r>
              <a:rPr lang="nb-NO" sz="3000" dirty="0"/>
              <a:t>.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Kan jeg komme? – Nei, </a:t>
            </a:r>
            <a:r>
              <a:rPr lang="nb-NO" sz="3000" b="1" dirty="0"/>
              <a:t>det kan du ikke</a:t>
            </a:r>
            <a:r>
              <a:rPr lang="nb-NO" sz="3000" dirty="0"/>
              <a:t>. 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Snakker du norsk? – Ja, </a:t>
            </a:r>
            <a:r>
              <a:rPr lang="nb-NO" sz="3000" b="1" dirty="0"/>
              <a:t>det gjør jeg</a:t>
            </a:r>
            <a:r>
              <a:rPr lang="nb-NO" sz="3000" dirty="0"/>
              <a:t>. 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Må jeg gå hjem? – Nei, </a:t>
            </a:r>
            <a:r>
              <a:rPr lang="nb-NO" sz="3000" b="1" dirty="0"/>
              <a:t>det må</a:t>
            </a:r>
            <a:r>
              <a:rPr lang="nb-NO" sz="3000" dirty="0"/>
              <a:t>/</a:t>
            </a:r>
            <a:r>
              <a:rPr lang="nb-NO" sz="3000" b="1" dirty="0"/>
              <a:t>trenger</a:t>
            </a:r>
            <a:r>
              <a:rPr lang="nb-NO" sz="3000" dirty="0"/>
              <a:t>/</a:t>
            </a:r>
            <a:r>
              <a:rPr lang="nb-NO" sz="3000" b="1" dirty="0"/>
              <a:t>behøver du ikke.</a:t>
            </a:r>
            <a:endParaRPr lang="sk-SK" sz="3000" b="1" dirty="0"/>
          </a:p>
        </p:txBody>
      </p:sp>
    </p:spTree>
    <p:extLst>
      <p:ext uri="{BB962C8B-B14F-4D97-AF65-F5344CB8AC3E}">
        <p14:creationId xmlns:p14="http://schemas.microsoft.com/office/powerpoint/2010/main" val="262459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9D316-3F29-BFC9-9D9F-0BF410F7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5072E3-0C4B-0D16-0F33-B2A5DE931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4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108DBEB-E67E-848B-24E0-54BCE0266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Utvořte rozkazovací způsob.</a:t>
            </a:r>
          </a:p>
          <a:p>
            <a:pPr marL="0" indent="0">
              <a:buNone/>
            </a:pPr>
            <a:endParaRPr lang="sk-SK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komme – __________!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lære – __________!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gå – __________!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vente – __________!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snakke – __________!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1865820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F3275-C320-D34E-1DCD-69D9B77F7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01A181-7AA9-0123-94F4-C78ED255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4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EB6E676-61E9-2213-0D6B-E6471A665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Utvořte rozkazovací způsob.</a:t>
            </a:r>
          </a:p>
          <a:p>
            <a:pPr marL="0" indent="0">
              <a:buNone/>
            </a:pPr>
            <a:endParaRPr lang="sk-SK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komme – </a:t>
            </a:r>
            <a:r>
              <a:rPr lang="nb-NO" sz="3000" b="1" dirty="0"/>
              <a:t>Kom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lære – __________!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gå – __________!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vente – __________!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snakke – __________!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641223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77190-95C8-8CA7-D7AA-6C8A4C03E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2BC665-D441-926B-8C32-F86FCA9E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4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B673268-B352-CBCD-8430-5BBB27B37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Utvořte rozkazovací způsob.</a:t>
            </a:r>
          </a:p>
          <a:p>
            <a:pPr marL="0" indent="0">
              <a:buNone/>
            </a:pPr>
            <a:endParaRPr lang="sk-SK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komme – </a:t>
            </a:r>
            <a:r>
              <a:rPr lang="nb-NO" sz="3000" b="1" dirty="0"/>
              <a:t>Kom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lære – </a:t>
            </a:r>
            <a:r>
              <a:rPr lang="nb-NO" sz="3000" b="1" dirty="0"/>
              <a:t>Lær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gå – __________!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vente – __________!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snakke – __________!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1039305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A46F4-35B7-8C9F-D2A7-CA808918E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EF6F34-815F-D65A-183D-61891D6C3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4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CEB403C-DA49-B8A7-71BF-4C1DFC966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Utvořte rozkazovací způsob.</a:t>
            </a:r>
          </a:p>
          <a:p>
            <a:pPr marL="0" indent="0">
              <a:buNone/>
            </a:pPr>
            <a:endParaRPr lang="sk-SK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komme – </a:t>
            </a:r>
            <a:r>
              <a:rPr lang="nb-NO" sz="3000" b="1" dirty="0"/>
              <a:t>Kom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lære – </a:t>
            </a:r>
            <a:r>
              <a:rPr lang="nb-NO" sz="3000" b="1" dirty="0"/>
              <a:t>Lær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gå – </a:t>
            </a:r>
            <a:r>
              <a:rPr lang="nb-NO" sz="3000" b="1" dirty="0"/>
              <a:t>Gå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vente – __________!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snakke – __________!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1576640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32CCD-9C42-1C03-0F25-FE44EA450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C289B1-0CCD-F8E1-D83A-321E3531D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4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9E62714-660D-9E08-C3BA-E055F417B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Utvořte rozkazovací způsob.</a:t>
            </a:r>
          </a:p>
          <a:p>
            <a:pPr marL="0" indent="0">
              <a:buNone/>
            </a:pPr>
            <a:endParaRPr lang="sk-SK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komme – </a:t>
            </a:r>
            <a:r>
              <a:rPr lang="nb-NO" sz="3000" b="1" dirty="0"/>
              <a:t>Kom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lære – </a:t>
            </a:r>
            <a:r>
              <a:rPr lang="nb-NO" sz="3000" b="1" dirty="0"/>
              <a:t>Lær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gå – </a:t>
            </a:r>
            <a:r>
              <a:rPr lang="nb-NO" sz="3000" b="1" dirty="0"/>
              <a:t>Gå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vente – </a:t>
            </a:r>
            <a:r>
              <a:rPr lang="nb-NO" sz="3000" b="1" dirty="0"/>
              <a:t>Vent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snakke – __________!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980165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3EE98-B624-0505-4E15-B781F66F6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208D85-B986-7FCF-882F-6D620AF2E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4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C6935EA-5F32-DB1D-C287-DD9307EB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Utvořte rozkazovací způsob.</a:t>
            </a:r>
          </a:p>
          <a:p>
            <a:pPr marL="0" indent="0">
              <a:buNone/>
            </a:pPr>
            <a:endParaRPr lang="sk-SK" sz="3000" dirty="0"/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komme – </a:t>
            </a:r>
            <a:r>
              <a:rPr lang="nb-NO" sz="3000" b="1" dirty="0"/>
              <a:t>Kom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lære – </a:t>
            </a:r>
            <a:r>
              <a:rPr lang="nb-NO" sz="3000" b="1" dirty="0"/>
              <a:t>Lær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gå – </a:t>
            </a:r>
            <a:r>
              <a:rPr lang="nb-NO" sz="3000" b="1" dirty="0"/>
              <a:t>Gå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vente – </a:t>
            </a:r>
            <a:r>
              <a:rPr lang="nb-NO" sz="3000" b="1" dirty="0"/>
              <a:t>Vent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/>
            </a:pPr>
            <a:r>
              <a:rPr lang="nb-NO" sz="3000" dirty="0"/>
              <a:t>å snakke – </a:t>
            </a:r>
            <a:r>
              <a:rPr lang="nb-NO" sz="3000" b="1" dirty="0"/>
              <a:t>Snakk</a:t>
            </a:r>
            <a:r>
              <a:rPr lang="nb-NO" sz="3000" dirty="0"/>
              <a:t>!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2763836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72931-355E-6911-192C-E03D69890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C12A42-F242-FA76-5002-20C623B9A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4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0F0ADC3-D464-652D-77BF-CED5BE5C9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Utvořte rozkazovací způsob.</a:t>
            </a:r>
          </a:p>
          <a:p>
            <a:pPr marL="0" indent="0">
              <a:buNone/>
            </a:pPr>
            <a:endParaRPr lang="sk-SK" sz="3000" dirty="0"/>
          </a:p>
          <a:p>
            <a:pPr marL="514350" indent="-514350">
              <a:buFont typeface="+mj-lt"/>
              <a:buAutoNum type="arabicParenR" startAt="6"/>
            </a:pPr>
            <a:r>
              <a:rPr lang="nb-NO" sz="3000" dirty="0"/>
              <a:t>å se – __________!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være – __________!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stå – __________!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ta – __________!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ringe – __________!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1207278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7BC64-5A1D-2BA3-7D96-2860873E3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9E3172-64A4-A16F-D483-5D996F53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4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ED67D76-6BEA-2D6A-8064-38E40A351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Utvořte rozkazovací způsob.</a:t>
            </a:r>
          </a:p>
          <a:p>
            <a:pPr marL="0" indent="0">
              <a:buNone/>
            </a:pPr>
            <a:endParaRPr lang="sk-SK" sz="3000" dirty="0"/>
          </a:p>
          <a:p>
            <a:pPr marL="514350" indent="-514350">
              <a:buFont typeface="+mj-lt"/>
              <a:buAutoNum type="arabicParenR" startAt="6"/>
            </a:pPr>
            <a:r>
              <a:rPr lang="nb-NO" sz="3000" dirty="0"/>
              <a:t>å se – </a:t>
            </a:r>
            <a:r>
              <a:rPr lang="nb-NO" sz="3000" b="1" dirty="0"/>
              <a:t>Se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være – __________!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stå – __________!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ta – __________!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ringe – __________!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1918229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00F50-55F2-E434-3658-CEC8EFE8B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C4EF13-8B33-23B6-0709-511F75805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4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E8E8331-00E7-10B8-F869-5E622CB64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Utvořte rozkazovací způsob.</a:t>
            </a:r>
          </a:p>
          <a:p>
            <a:pPr marL="0" indent="0">
              <a:buNone/>
            </a:pPr>
            <a:endParaRPr lang="sk-SK" sz="3000" dirty="0"/>
          </a:p>
          <a:p>
            <a:pPr marL="514350" indent="-514350">
              <a:buFont typeface="+mj-lt"/>
              <a:buAutoNum type="arabicParenR" startAt="6"/>
            </a:pPr>
            <a:r>
              <a:rPr lang="nb-NO" sz="3000" dirty="0"/>
              <a:t>å se – </a:t>
            </a:r>
            <a:r>
              <a:rPr lang="nb-NO" sz="3000" b="1" dirty="0"/>
              <a:t>Se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være – </a:t>
            </a:r>
            <a:r>
              <a:rPr lang="nb-NO" sz="3000" b="1" dirty="0"/>
              <a:t>Vær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stå – __________!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ta – __________!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ringe – __________!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2131922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78592-47D7-6477-DD13-12F7D3711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3ECE9D-5211-FAB2-3035-89386636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4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707E198-B2DA-8656-4B09-125AE4E37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Utvořte rozkazovací způsob.</a:t>
            </a:r>
          </a:p>
          <a:p>
            <a:pPr marL="0" indent="0">
              <a:buNone/>
            </a:pPr>
            <a:endParaRPr lang="sk-SK" sz="3000" dirty="0"/>
          </a:p>
          <a:p>
            <a:pPr marL="514350" indent="-514350">
              <a:buFont typeface="+mj-lt"/>
              <a:buAutoNum type="arabicParenR" startAt="6"/>
            </a:pPr>
            <a:r>
              <a:rPr lang="nb-NO" sz="3000" dirty="0"/>
              <a:t>å se – </a:t>
            </a:r>
            <a:r>
              <a:rPr lang="nb-NO" sz="3000" b="1" dirty="0"/>
              <a:t>Se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være – </a:t>
            </a:r>
            <a:r>
              <a:rPr lang="nb-NO" sz="3000" b="1" dirty="0"/>
              <a:t>Vær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stå – </a:t>
            </a:r>
            <a:r>
              <a:rPr lang="nb-NO" sz="3000" b="1" dirty="0"/>
              <a:t>Stå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ta – __________!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ringe – __________!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3439026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D0DB-9CF8-A0AF-56CC-435840E9E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9DED84-9B65-F5AB-6551-428BC07E3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4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990A2FD-533E-A408-FB2E-4486702BE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Utvořte rozkazovací způsob.</a:t>
            </a:r>
          </a:p>
          <a:p>
            <a:pPr marL="0" indent="0">
              <a:buNone/>
            </a:pPr>
            <a:endParaRPr lang="sk-SK" sz="3000" dirty="0"/>
          </a:p>
          <a:p>
            <a:pPr marL="514350" indent="-514350">
              <a:buFont typeface="+mj-lt"/>
              <a:buAutoNum type="arabicParenR" startAt="6"/>
            </a:pPr>
            <a:r>
              <a:rPr lang="nb-NO" sz="3000" dirty="0"/>
              <a:t>å se – </a:t>
            </a:r>
            <a:r>
              <a:rPr lang="nb-NO" sz="3000" b="1" dirty="0"/>
              <a:t>Se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være – </a:t>
            </a:r>
            <a:r>
              <a:rPr lang="nb-NO" sz="3000" b="1" dirty="0"/>
              <a:t>Vær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stå – </a:t>
            </a:r>
            <a:r>
              <a:rPr lang="nb-NO" sz="3000" b="1" dirty="0"/>
              <a:t>Stå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ta – </a:t>
            </a:r>
            <a:r>
              <a:rPr lang="nb-NO" sz="3000" b="1" dirty="0"/>
              <a:t>Ta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ringe – __________!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11235318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0C994-7186-D207-66AE-416579B48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32EE32-6A34-DF31-DE8A-D0AE9C7FB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4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AB6115B-8720-F107-37AD-5CCEEB0D0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48589"/>
            <a:ext cx="10552176" cy="4432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Utvořte rozkazovací způsob.</a:t>
            </a:r>
          </a:p>
          <a:p>
            <a:pPr marL="0" indent="0">
              <a:buNone/>
            </a:pPr>
            <a:endParaRPr lang="sk-SK" sz="3000" dirty="0"/>
          </a:p>
          <a:p>
            <a:pPr marL="514350" indent="-514350">
              <a:buFont typeface="+mj-lt"/>
              <a:buAutoNum type="arabicParenR" startAt="6"/>
            </a:pPr>
            <a:r>
              <a:rPr lang="nb-NO" sz="3000" dirty="0"/>
              <a:t>å se – </a:t>
            </a:r>
            <a:r>
              <a:rPr lang="nb-NO" sz="3000" b="1" dirty="0"/>
              <a:t>Se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være – </a:t>
            </a:r>
            <a:r>
              <a:rPr lang="nb-NO" sz="3000" b="1" dirty="0"/>
              <a:t>Vær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stå – </a:t>
            </a:r>
            <a:r>
              <a:rPr lang="nb-NO" sz="3000" b="1" dirty="0"/>
              <a:t>Stå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ta – </a:t>
            </a:r>
            <a:r>
              <a:rPr lang="nb-NO" sz="3000" b="1" dirty="0"/>
              <a:t>Ta</a:t>
            </a:r>
            <a:r>
              <a:rPr lang="nb-NO" sz="3000" dirty="0"/>
              <a:t>!</a:t>
            </a:r>
          </a:p>
          <a:p>
            <a:pPr marL="457200" indent="-457200">
              <a:buFont typeface="+mj-lt"/>
              <a:buAutoNum type="arabicParenR" startAt="6"/>
            </a:pPr>
            <a:r>
              <a:rPr lang="nb-NO" sz="3000" dirty="0"/>
              <a:t>å ringe – </a:t>
            </a:r>
            <a:r>
              <a:rPr lang="nb-NO" sz="3000" b="1" dirty="0"/>
              <a:t>Ring</a:t>
            </a:r>
            <a:r>
              <a:rPr lang="nb-NO" sz="3000" dirty="0"/>
              <a:t>!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2084194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17735-C00C-F007-0E09-A75261580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036A6D-C287-A0CC-15B9-EF6F98E6C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5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F5B83A8-D9AE-A735-4017-31B663944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507959"/>
            <a:ext cx="10552176" cy="46733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Které slovo nepatří mezi ostatní?</a:t>
            </a:r>
            <a:endParaRPr lang="sk-SK" sz="3000" dirty="0"/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mandag, formiddag, fredag, søndag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er, et, en, ei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hvem, hver, hvor, hva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Danmark, Tyskland, Solveig, Island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jogge, lenge, pleie, vite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den, der, det, dere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hete, vite, spørre, gjøre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15597472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0E88B-266B-5F1D-15C9-4E16E11F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4ED01B-1893-1A10-4E99-1AAF1E99F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5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6982324-53B7-055B-47D1-B80B35E1A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507959"/>
            <a:ext cx="10552176" cy="46733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Které slovo nepatří mezi ostatní?</a:t>
            </a:r>
            <a:endParaRPr lang="sk-SK" sz="3000" dirty="0"/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mandag, </a:t>
            </a:r>
            <a:r>
              <a:rPr lang="nb-NO" sz="3000" b="1" dirty="0"/>
              <a:t>formiddag</a:t>
            </a:r>
            <a:r>
              <a:rPr lang="nb-NO" sz="3000" dirty="0"/>
              <a:t>, fredag, søndag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er, et, en, ei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hvem, hver, hvor, hva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Danmark, Tyskland, Solveig, Island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jogge, lenge, pleie, vite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den, der, det, dere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hete, vite, spørre, gjøre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4140856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4FBB8-D510-D283-2258-8839CE87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74A97F-6D65-BDBF-02AE-F6C2E635C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5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AEC366D-0C3D-0F7E-95A1-7920D74CD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507959"/>
            <a:ext cx="10552176" cy="46733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Které slovo nepatří mezi ostatní?</a:t>
            </a:r>
            <a:endParaRPr lang="sk-SK" sz="3000" dirty="0"/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mandag, </a:t>
            </a:r>
            <a:r>
              <a:rPr lang="nb-NO" sz="3000" b="1" dirty="0"/>
              <a:t>formiddag</a:t>
            </a:r>
            <a:r>
              <a:rPr lang="nb-NO" sz="3000" dirty="0"/>
              <a:t>, fredag, søndag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 </a:t>
            </a:r>
            <a:r>
              <a:rPr lang="nb-NO" sz="3000" b="1" dirty="0"/>
              <a:t>er</a:t>
            </a:r>
            <a:r>
              <a:rPr lang="nb-NO" sz="3000" dirty="0"/>
              <a:t>, et, en, ei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hvem, hver, hvor, hva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Danmark, Tyskland, Solveig, Island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jogge, lenge, pleie, vite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den, der, det, dere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hete, vite, spørre, gjøre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1530066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D7501-1676-9534-C69F-68AF99739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DF7AD8-CE9A-BA41-E60D-B1E561558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5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C335EF8-3AAE-510A-3BF9-D3A93582B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507959"/>
            <a:ext cx="10552176" cy="46733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Které slovo nepatří mezi ostatní?</a:t>
            </a:r>
            <a:endParaRPr lang="sk-SK" sz="3000" dirty="0"/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mandag, </a:t>
            </a:r>
            <a:r>
              <a:rPr lang="nb-NO" sz="3000" b="1" dirty="0"/>
              <a:t>formiddag</a:t>
            </a:r>
            <a:r>
              <a:rPr lang="nb-NO" sz="3000" dirty="0"/>
              <a:t>, fredag, søndag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 </a:t>
            </a:r>
            <a:r>
              <a:rPr lang="nb-NO" sz="3000" b="1" dirty="0"/>
              <a:t>er</a:t>
            </a:r>
            <a:r>
              <a:rPr lang="nb-NO" sz="3000" dirty="0"/>
              <a:t>, et, en, ei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hvem, </a:t>
            </a:r>
            <a:r>
              <a:rPr lang="nb-NO" sz="3000" b="1" dirty="0"/>
              <a:t>hver</a:t>
            </a:r>
            <a:r>
              <a:rPr lang="nb-NO" sz="3000" dirty="0"/>
              <a:t>, hvor, hva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Danmark, Tyskland, Solveig, Island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jogge, lenge, pleie, vite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den, der, det, dere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hete, vite, spørre, gjøre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745311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DCCDC-F7F9-08B3-A845-DD3F7C282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141E49-755B-F49F-5619-51608A525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5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CB01EF-00DE-0DBB-818D-B0BF772D4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507959"/>
            <a:ext cx="10552176" cy="46733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Které slovo nepatří mezi ostatní?</a:t>
            </a:r>
            <a:endParaRPr lang="sk-SK" sz="3000" dirty="0"/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mandag, </a:t>
            </a:r>
            <a:r>
              <a:rPr lang="nb-NO" sz="3000" b="1" dirty="0"/>
              <a:t>formiddag</a:t>
            </a:r>
            <a:r>
              <a:rPr lang="nb-NO" sz="3000" dirty="0"/>
              <a:t>, fredag, søndag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 </a:t>
            </a:r>
            <a:r>
              <a:rPr lang="nb-NO" sz="3000" b="1" dirty="0"/>
              <a:t>er</a:t>
            </a:r>
            <a:r>
              <a:rPr lang="nb-NO" sz="3000" dirty="0"/>
              <a:t>, et, en, ei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hvem, </a:t>
            </a:r>
            <a:r>
              <a:rPr lang="nb-NO" sz="3000" b="1" dirty="0"/>
              <a:t>hver</a:t>
            </a:r>
            <a:r>
              <a:rPr lang="nb-NO" sz="3000" dirty="0"/>
              <a:t>, hvor, hva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Danmark, Tyskland, </a:t>
            </a:r>
            <a:r>
              <a:rPr lang="nb-NO" sz="3000" b="1" dirty="0"/>
              <a:t>Solveig</a:t>
            </a:r>
            <a:r>
              <a:rPr lang="nb-NO" sz="3000" dirty="0"/>
              <a:t>, Island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jogge, lenge, pleie, vite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den, der, det, dere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hete, vite, spørre, gjøre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12412284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1DE6-F7BC-FA3E-E917-53FBE811E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818CB-DD50-2C58-9C20-5498F70E3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5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576583-FAC9-BC70-A1F9-D6C8C8317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507959"/>
            <a:ext cx="10552176" cy="46733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Které slovo nepatří mezi ostatní?</a:t>
            </a:r>
            <a:endParaRPr lang="sk-SK" sz="3000" dirty="0"/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mandag, </a:t>
            </a:r>
            <a:r>
              <a:rPr lang="nb-NO" sz="3000" b="1" dirty="0"/>
              <a:t>formiddag</a:t>
            </a:r>
            <a:r>
              <a:rPr lang="nb-NO" sz="3000" dirty="0"/>
              <a:t>, fredag, søndag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 </a:t>
            </a:r>
            <a:r>
              <a:rPr lang="nb-NO" sz="3000" b="1" dirty="0"/>
              <a:t>er</a:t>
            </a:r>
            <a:r>
              <a:rPr lang="nb-NO" sz="3000" dirty="0"/>
              <a:t>, et, en, ei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hvem, </a:t>
            </a:r>
            <a:r>
              <a:rPr lang="nb-NO" sz="3000" b="1" dirty="0"/>
              <a:t>hver</a:t>
            </a:r>
            <a:r>
              <a:rPr lang="nb-NO" sz="3000" dirty="0"/>
              <a:t>, hvor, hva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Danmark, Tyskland, </a:t>
            </a:r>
            <a:r>
              <a:rPr lang="nb-NO" sz="3000" b="1" dirty="0"/>
              <a:t>Solveig</a:t>
            </a:r>
            <a:r>
              <a:rPr lang="nb-NO" sz="3000" dirty="0"/>
              <a:t>, Island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jogge, </a:t>
            </a:r>
            <a:r>
              <a:rPr lang="nb-NO" sz="3000" b="1" dirty="0"/>
              <a:t>lenge</a:t>
            </a:r>
            <a:r>
              <a:rPr lang="nb-NO" sz="3000" dirty="0"/>
              <a:t>, pleie, vite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den, der, det, dere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hete, vite, spørre, gjøre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41256484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3DBED-1506-5B55-F4B0-1A193A02D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963CBC-D7BF-EF04-20D1-CEE009C02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5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08BFC0B-4A3B-72A4-CBB8-7AB36B8B7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507959"/>
            <a:ext cx="10552176" cy="46733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Které slovo nepatří mezi ostatní?</a:t>
            </a:r>
            <a:endParaRPr lang="sk-SK" sz="3000" dirty="0"/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mandag, </a:t>
            </a:r>
            <a:r>
              <a:rPr lang="nb-NO" sz="3000" b="1" dirty="0"/>
              <a:t>formiddag</a:t>
            </a:r>
            <a:r>
              <a:rPr lang="nb-NO" sz="3000" dirty="0"/>
              <a:t>, fredag, søndag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 </a:t>
            </a:r>
            <a:r>
              <a:rPr lang="nb-NO" sz="3000" b="1" dirty="0"/>
              <a:t>er</a:t>
            </a:r>
            <a:r>
              <a:rPr lang="nb-NO" sz="3000" dirty="0"/>
              <a:t>, et, en, ei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hvem, </a:t>
            </a:r>
            <a:r>
              <a:rPr lang="nb-NO" sz="3000" b="1" dirty="0"/>
              <a:t>hver</a:t>
            </a:r>
            <a:r>
              <a:rPr lang="nb-NO" sz="3000" dirty="0"/>
              <a:t>, hvor, hva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Danmark, Tyskland, </a:t>
            </a:r>
            <a:r>
              <a:rPr lang="nb-NO" sz="3000" b="1" dirty="0"/>
              <a:t>Solveig</a:t>
            </a:r>
            <a:r>
              <a:rPr lang="nb-NO" sz="3000" dirty="0"/>
              <a:t>, Island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jogge, </a:t>
            </a:r>
            <a:r>
              <a:rPr lang="nb-NO" sz="3000" b="1" dirty="0"/>
              <a:t>lenge</a:t>
            </a:r>
            <a:r>
              <a:rPr lang="nb-NO" sz="3000" dirty="0"/>
              <a:t>, pleie, vite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den, </a:t>
            </a:r>
            <a:r>
              <a:rPr lang="nb-NO" sz="3000" b="1" dirty="0"/>
              <a:t>der</a:t>
            </a:r>
            <a:r>
              <a:rPr lang="nb-NO" sz="3000" dirty="0"/>
              <a:t>, det, dere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hete, vite, spørre, gjøre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30639225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613A3-4187-B3D9-4F97-89E18FFBB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68A0E6-B37E-B6CE-7E06-D8ADEDDC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r>
              <a:rPr lang="sk-SK" dirty="0"/>
              <a:t>Cvičení </a:t>
            </a:r>
            <a:r>
              <a:rPr lang="nb-NO" dirty="0"/>
              <a:t>5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E2CA288-BA43-8D3F-9A4A-00618B07D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507959"/>
            <a:ext cx="10552176" cy="46733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3000" dirty="0"/>
              <a:t>Které slovo nepatří mezi ostatní?</a:t>
            </a:r>
            <a:endParaRPr lang="sk-SK" sz="3000" dirty="0"/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mandag, </a:t>
            </a:r>
            <a:r>
              <a:rPr lang="nb-NO" sz="3000" b="1" dirty="0"/>
              <a:t>formiddag</a:t>
            </a:r>
            <a:r>
              <a:rPr lang="nb-NO" sz="3000" dirty="0"/>
              <a:t>, fredag, søndag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 </a:t>
            </a:r>
            <a:r>
              <a:rPr lang="nb-NO" sz="3000" b="1" dirty="0"/>
              <a:t>er</a:t>
            </a:r>
            <a:r>
              <a:rPr lang="nb-NO" sz="3000" dirty="0"/>
              <a:t>, et, en, ei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hvem, </a:t>
            </a:r>
            <a:r>
              <a:rPr lang="nb-NO" sz="3000" b="1" dirty="0"/>
              <a:t>hver</a:t>
            </a:r>
            <a:r>
              <a:rPr lang="nb-NO" sz="3000" dirty="0"/>
              <a:t>, hvor, hva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Danmark, Tyskland, </a:t>
            </a:r>
            <a:r>
              <a:rPr lang="nb-NO" sz="3000" b="1" dirty="0"/>
              <a:t>Solveig</a:t>
            </a:r>
            <a:r>
              <a:rPr lang="nb-NO" sz="3000" dirty="0"/>
              <a:t>, Island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jogge, </a:t>
            </a:r>
            <a:r>
              <a:rPr lang="nb-NO" sz="3000" b="1" dirty="0"/>
              <a:t>lenge</a:t>
            </a:r>
            <a:r>
              <a:rPr lang="nb-NO" sz="3000" dirty="0"/>
              <a:t>, pleie, vite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den, </a:t>
            </a:r>
            <a:r>
              <a:rPr lang="nb-NO" sz="3000" b="1" dirty="0"/>
              <a:t>der</a:t>
            </a:r>
            <a:r>
              <a:rPr lang="nb-NO" sz="3000" dirty="0"/>
              <a:t>, det, dere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arenR"/>
            </a:pPr>
            <a:r>
              <a:rPr lang="nb-NO" sz="3000" dirty="0"/>
              <a:t> </a:t>
            </a:r>
            <a:r>
              <a:rPr lang="nb-NO" sz="3000" b="1" dirty="0"/>
              <a:t>hete</a:t>
            </a:r>
            <a:r>
              <a:rPr lang="nb-NO" sz="3000" dirty="0"/>
              <a:t>, vite, spørre, gjøre</a:t>
            </a:r>
            <a:endParaRPr lang="sk-SK" sz="3000" dirty="0"/>
          </a:p>
        </p:txBody>
      </p:sp>
    </p:spTree>
    <p:extLst>
      <p:ext uri="{BB962C8B-B14F-4D97-AF65-F5344CB8AC3E}">
        <p14:creationId xmlns:p14="http://schemas.microsoft.com/office/powerpoint/2010/main" val="41072692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5F9812BB-588C-B549-B3CA-C9F2F82E3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Číslovky 0–10</a:t>
            </a: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77E7BA7C-6F87-BF12-C248-F245ACB4C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000" indent="0">
              <a:buNone/>
            </a:pPr>
            <a:endParaRPr lang="cs-CZ" dirty="0"/>
          </a:p>
          <a:p>
            <a:pPr marL="72000" indent="0">
              <a:buNone/>
            </a:pPr>
            <a:r>
              <a:rPr lang="cs-CZ" dirty="0"/>
              <a:t>	</a:t>
            </a:r>
            <a:r>
              <a:rPr lang="cs-CZ" dirty="0">
                <a:solidFill>
                  <a:schemeClr val="accent1"/>
                </a:solidFill>
              </a:rPr>
              <a:t>0</a:t>
            </a:r>
            <a:r>
              <a:rPr lang="cs-CZ" dirty="0"/>
              <a:t>	</a:t>
            </a:r>
            <a:r>
              <a:rPr lang="cs-CZ" dirty="0" err="1"/>
              <a:t>null</a:t>
            </a:r>
            <a:r>
              <a:rPr lang="cs-CZ" dirty="0"/>
              <a:t>	</a:t>
            </a:r>
            <a:r>
              <a:rPr lang="cs-CZ" sz="2000" dirty="0"/>
              <a:t>[</a:t>
            </a:r>
            <a:r>
              <a:rPr lang="cs-CZ" sz="2000" dirty="0" err="1"/>
              <a:t>nül</a:t>
            </a:r>
            <a:r>
              <a:rPr lang="cs-CZ" sz="2000" dirty="0"/>
              <a:t>]</a:t>
            </a:r>
            <a:r>
              <a:rPr lang="cs-CZ" dirty="0"/>
              <a:t>		</a:t>
            </a:r>
          </a:p>
          <a:p>
            <a:pPr marL="72000" indent="0">
              <a:buNone/>
            </a:pPr>
            <a:r>
              <a:rPr lang="cs-CZ" dirty="0"/>
              <a:t>	</a:t>
            </a:r>
            <a:r>
              <a:rPr lang="cs-CZ" dirty="0">
                <a:solidFill>
                  <a:schemeClr val="accent1"/>
                </a:solidFill>
              </a:rPr>
              <a:t>1</a:t>
            </a:r>
            <a:r>
              <a:rPr lang="cs-CZ" dirty="0"/>
              <a:t>	en	</a:t>
            </a:r>
            <a:r>
              <a:rPr lang="cs-CZ" sz="2000" dirty="0"/>
              <a:t>[</a:t>
            </a:r>
            <a:r>
              <a:rPr lang="cs-CZ" sz="2000" dirty="0" err="1"/>
              <a:t>e:n</a:t>
            </a:r>
            <a:r>
              <a:rPr lang="cs-CZ" sz="2000" dirty="0"/>
              <a:t>]</a:t>
            </a:r>
            <a:r>
              <a:rPr lang="cs-CZ" dirty="0"/>
              <a:t> 		</a:t>
            </a:r>
            <a:r>
              <a:rPr lang="cs-CZ" dirty="0">
                <a:solidFill>
                  <a:schemeClr val="accent1"/>
                </a:solidFill>
              </a:rPr>
              <a:t>6</a:t>
            </a:r>
            <a:r>
              <a:rPr lang="cs-CZ" dirty="0"/>
              <a:t> 	</a:t>
            </a:r>
            <a:r>
              <a:rPr lang="cs-CZ" dirty="0" err="1"/>
              <a:t>seks</a:t>
            </a:r>
            <a:r>
              <a:rPr lang="cs-CZ" dirty="0"/>
              <a:t>	</a:t>
            </a:r>
            <a:r>
              <a:rPr lang="cs-CZ" sz="2000" dirty="0"/>
              <a:t> [</a:t>
            </a:r>
            <a:r>
              <a:rPr lang="cs-CZ" sz="2000" dirty="0" err="1"/>
              <a:t>seks</a:t>
            </a:r>
            <a:r>
              <a:rPr lang="cs-CZ" sz="2000" dirty="0"/>
              <a:t>]</a:t>
            </a:r>
          </a:p>
          <a:p>
            <a:pPr marL="72000" indent="0">
              <a:buNone/>
            </a:pPr>
            <a:r>
              <a:rPr lang="cs-CZ" dirty="0"/>
              <a:t>	</a:t>
            </a:r>
            <a:r>
              <a:rPr lang="cs-CZ" dirty="0">
                <a:solidFill>
                  <a:schemeClr val="accent1"/>
                </a:solidFill>
              </a:rPr>
              <a:t>2</a:t>
            </a:r>
            <a:r>
              <a:rPr lang="cs-CZ" dirty="0"/>
              <a:t>	to	</a:t>
            </a:r>
            <a:r>
              <a:rPr lang="cs-CZ" sz="2000" dirty="0"/>
              <a:t>[tu:] 	</a:t>
            </a:r>
            <a:r>
              <a:rPr lang="cs-CZ" dirty="0"/>
              <a:t>	</a:t>
            </a:r>
            <a:r>
              <a:rPr lang="cs-CZ" dirty="0">
                <a:solidFill>
                  <a:schemeClr val="accent1"/>
                </a:solidFill>
              </a:rPr>
              <a:t>7 </a:t>
            </a:r>
            <a:r>
              <a:rPr lang="cs-CZ" dirty="0"/>
              <a:t>	</a:t>
            </a:r>
            <a:r>
              <a:rPr lang="cs-CZ" dirty="0" err="1"/>
              <a:t>sju</a:t>
            </a:r>
            <a:r>
              <a:rPr lang="cs-CZ" dirty="0"/>
              <a:t>	</a:t>
            </a:r>
            <a:r>
              <a:rPr lang="cs-CZ" sz="2000" dirty="0"/>
              <a:t> [</a:t>
            </a:r>
            <a:r>
              <a:rPr lang="cs-CZ" sz="2000" dirty="0" err="1"/>
              <a:t>šü</a:t>
            </a:r>
            <a:r>
              <a:rPr lang="cs-CZ" sz="2000" dirty="0"/>
              <a:t>:]</a:t>
            </a:r>
          </a:p>
          <a:p>
            <a:pPr marL="72000" indent="0">
              <a:buNone/>
            </a:pPr>
            <a:r>
              <a:rPr lang="cs-CZ" dirty="0"/>
              <a:t>	</a:t>
            </a:r>
            <a:r>
              <a:rPr lang="cs-CZ" dirty="0">
                <a:solidFill>
                  <a:schemeClr val="accent1"/>
                </a:solidFill>
              </a:rPr>
              <a:t>3</a:t>
            </a:r>
            <a:r>
              <a:rPr lang="cs-CZ" dirty="0"/>
              <a:t>	</a:t>
            </a:r>
            <a:r>
              <a:rPr lang="cs-CZ" dirty="0" err="1"/>
              <a:t>tre</a:t>
            </a:r>
            <a:r>
              <a:rPr lang="cs-CZ" dirty="0"/>
              <a:t>	</a:t>
            </a:r>
            <a:r>
              <a:rPr lang="cs-CZ" sz="2000" dirty="0"/>
              <a:t>[</a:t>
            </a:r>
            <a:r>
              <a:rPr lang="cs-CZ" sz="2000" dirty="0" err="1"/>
              <a:t>tre</a:t>
            </a:r>
            <a:r>
              <a:rPr lang="cs-CZ" sz="2000" dirty="0"/>
              <a:t>:] </a:t>
            </a:r>
            <a:r>
              <a:rPr lang="cs-CZ" dirty="0"/>
              <a:t>		</a:t>
            </a:r>
            <a:r>
              <a:rPr lang="cs-CZ" dirty="0">
                <a:solidFill>
                  <a:schemeClr val="accent1"/>
                </a:solidFill>
              </a:rPr>
              <a:t>8 </a:t>
            </a:r>
            <a:r>
              <a:rPr lang="cs-CZ" dirty="0"/>
              <a:t>	</a:t>
            </a:r>
            <a:r>
              <a:rPr lang="cs-CZ" dirty="0" err="1"/>
              <a:t>åtte</a:t>
            </a:r>
            <a:r>
              <a:rPr lang="cs-CZ" dirty="0"/>
              <a:t>	</a:t>
            </a:r>
            <a:r>
              <a:rPr lang="cs-CZ" sz="2000" dirty="0"/>
              <a:t> [</a:t>
            </a:r>
            <a:r>
              <a:rPr lang="cs-CZ" sz="2000" dirty="0" err="1"/>
              <a:t>ot:e</a:t>
            </a:r>
            <a:r>
              <a:rPr lang="cs-CZ" sz="2000" dirty="0"/>
              <a:t>]</a:t>
            </a:r>
          </a:p>
          <a:p>
            <a:pPr marL="72000" indent="0">
              <a:buNone/>
            </a:pPr>
            <a:r>
              <a:rPr lang="cs-CZ" dirty="0"/>
              <a:t>	</a:t>
            </a:r>
            <a:r>
              <a:rPr lang="cs-CZ" dirty="0">
                <a:solidFill>
                  <a:schemeClr val="accent1"/>
                </a:solidFill>
              </a:rPr>
              <a:t>4</a:t>
            </a:r>
            <a:r>
              <a:rPr lang="cs-CZ" dirty="0"/>
              <a:t>	</a:t>
            </a:r>
            <a:r>
              <a:rPr lang="cs-CZ" dirty="0" err="1"/>
              <a:t>fire</a:t>
            </a:r>
            <a:r>
              <a:rPr lang="cs-CZ" dirty="0"/>
              <a:t>	</a:t>
            </a:r>
            <a:r>
              <a:rPr lang="cs-CZ" sz="2000" dirty="0"/>
              <a:t>[</a:t>
            </a:r>
            <a:r>
              <a:rPr lang="cs-CZ" sz="2000" dirty="0" err="1"/>
              <a:t>fi:re</a:t>
            </a:r>
            <a:r>
              <a:rPr lang="cs-CZ" sz="2000" dirty="0"/>
              <a:t>] 	</a:t>
            </a:r>
            <a:r>
              <a:rPr lang="cs-CZ" dirty="0"/>
              <a:t>	</a:t>
            </a:r>
            <a:r>
              <a:rPr lang="cs-CZ" dirty="0">
                <a:solidFill>
                  <a:schemeClr val="accent1"/>
                </a:solidFill>
              </a:rPr>
              <a:t>9</a:t>
            </a:r>
            <a:r>
              <a:rPr lang="cs-CZ" dirty="0"/>
              <a:t> 	ni	 </a:t>
            </a:r>
            <a:r>
              <a:rPr lang="cs-CZ" sz="2000" dirty="0"/>
              <a:t>[ni:]</a:t>
            </a:r>
          </a:p>
          <a:p>
            <a:pPr marL="72000" indent="0">
              <a:buNone/>
            </a:pPr>
            <a:r>
              <a:rPr lang="cs-CZ" dirty="0"/>
              <a:t>	</a:t>
            </a:r>
            <a:r>
              <a:rPr lang="cs-CZ" dirty="0">
                <a:solidFill>
                  <a:schemeClr val="accent1"/>
                </a:solidFill>
              </a:rPr>
              <a:t>5</a:t>
            </a:r>
            <a:r>
              <a:rPr lang="cs-CZ" dirty="0"/>
              <a:t>	</a:t>
            </a:r>
            <a:r>
              <a:rPr lang="cs-CZ" dirty="0" err="1"/>
              <a:t>fem</a:t>
            </a:r>
            <a:r>
              <a:rPr lang="cs-CZ" dirty="0"/>
              <a:t>	</a:t>
            </a:r>
            <a:r>
              <a:rPr lang="cs-CZ" sz="2000" dirty="0"/>
              <a:t>[</a:t>
            </a:r>
            <a:r>
              <a:rPr lang="cs-CZ" sz="2000" dirty="0" err="1"/>
              <a:t>fem</a:t>
            </a:r>
            <a:r>
              <a:rPr lang="cs-CZ" sz="2000" dirty="0"/>
              <a:t>] </a:t>
            </a:r>
            <a:r>
              <a:rPr lang="cs-CZ" dirty="0"/>
              <a:t>		</a:t>
            </a:r>
            <a:r>
              <a:rPr lang="cs-CZ" dirty="0">
                <a:solidFill>
                  <a:schemeClr val="accent1"/>
                </a:solidFill>
              </a:rPr>
              <a:t>10</a:t>
            </a:r>
            <a:r>
              <a:rPr lang="cs-CZ" dirty="0"/>
              <a:t>	ti	</a:t>
            </a:r>
            <a:r>
              <a:rPr lang="cs-CZ" sz="2000" dirty="0"/>
              <a:t> [ti:]</a:t>
            </a:r>
          </a:p>
        </p:txBody>
      </p:sp>
    </p:spTree>
    <p:extLst>
      <p:ext uri="{BB962C8B-B14F-4D97-AF65-F5344CB8AC3E}">
        <p14:creationId xmlns:p14="http://schemas.microsoft.com/office/powerpoint/2010/main" val="23663210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A6C07F5-BF94-F8D8-AF8E-C34159A79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Najděte v textu následující věty a slovní spojení: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Promiňte, můžete mi pomoct?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Samozřejmě.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doleva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doprava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Nemám čas. / Mám málo času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Děkuji za pomoc!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To je zvláštní.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Nevadí.</a:t>
            </a:r>
            <a:endParaRPr lang="sk-SK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1542560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90222-4424-8BFE-D173-D46B9CBD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68D487C-E6C0-D14B-F705-FDC6F2A36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Najděte v textu následující věty a slovní spojení: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Promiňte, můžete mi pomoct?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Unnskyld, kan du hjelpe meg?</a:t>
            </a:r>
            <a:endParaRPr lang="nb-NO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Samozřejmě.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doleva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doprava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Nemám čas. / Mám málo času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Děkuji za pomoc!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To je zvláštní.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Nevadí.</a:t>
            </a:r>
            <a:endParaRPr lang="sk-SK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3858992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F16F2-99FB-08A3-7460-2C4B8AC6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5666937-4740-8BC2-6D54-A07F1954D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Najděte v textu následující věty a slovní spojení: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Promiňte, můžete mi pomoct?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Unnskyld, kan du hjelpe meg?</a:t>
            </a:r>
            <a:endParaRPr lang="nb-NO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Samozřejmě.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Selvfølgelig.</a:t>
            </a:r>
            <a:endParaRPr lang="cs-CZ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doleva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doprava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Nemám čas. / Mám málo času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Děkuji za pomoc!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To je zvláštní.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Nevadí.</a:t>
            </a:r>
            <a:endParaRPr lang="sk-SK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5871407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1D9AE-0B9C-DF1F-35CE-DF5BB280D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CC63CF2-8DC1-3315-559D-492ED883A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Najděte v textu následující věty a slovní spojení: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Promiňte, můžete mi pomoct?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Unnskyld, kan du hjelpe meg?</a:t>
            </a:r>
            <a:endParaRPr lang="nb-NO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Samozřejmě.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Selvfølgelig.</a:t>
            </a:r>
            <a:endParaRPr lang="cs-CZ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doleva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 til venstre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doprava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Nemám čas. / Mám málo času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Děkuji za pomoc!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To je zvláštní.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Nevadí.</a:t>
            </a:r>
            <a:endParaRPr lang="sk-SK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206386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D1CE6-3D5D-5FD4-CCB1-641CD98CF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04839A3-78CF-570B-85E0-338401C75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Najděte v textu následující věty a slovní spojení: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Promiňte, můžete mi pomoct?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Unnskyld, kan du hjelpe meg?</a:t>
            </a:r>
            <a:endParaRPr lang="nb-NO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Samozřejmě.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Selvfølgelig.</a:t>
            </a:r>
            <a:endParaRPr lang="cs-CZ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doleva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 til venstre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doprava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 til høyre</a:t>
            </a:r>
            <a:endParaRPr lang="cs-CZ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Nemám čas. / Mám málo času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Děkuji za pomoc!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To je zvláštní.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Nevadí.</a:t>
            </a:r>
            <a:endParaRPr lang="sk-SK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7921331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A8496-3C80-760B-E59D-4B4C7F48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922E935-F2AE-081B-D12C-44DC0A193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Najděte v textu následující věty a slovní spojení: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Promiňte, můžete mi pomoct?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Unnskyld, kan du hjelpe meg?</a:t>
            </a:r>
            <a:endParaRPr lang="nb-NO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Samozřejmě.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Selvfølgelig.</a:t>
            </a:r>
            <a:endParaRPr lang="cs-CZ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doleva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 til venstre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doprava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 til høyre</a:t>
            </a:r>
            <a:endParaRPr lang="cs-CZ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Nemám čas. / Mám málo času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Jeg har dårlig tid.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Děkuji za pomoc!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To je zvláštní.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Nevadí.</a:t>
            </a:r>
            <a:endParaRPr lang="sk-SK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891221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780C9-C91F-5278-AE60-C5E7274FA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AF064A9-9189-DDF0-2D3C-EB277B202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Najděte v textu následující věty a slovní spojení: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Promiňte, můžete mi pomoct?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Unnskyld, kan du hjelpe meg?</a:t>
            </a:r>
            <a:endParaRPr lang="nb-NO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Samozřejmě.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Selvfølgelig.</a:t>
            </a:r>
            <a:endParaRPr lang="cs-CZ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doleva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 til venstre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doprava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 til høyre</a:t>
            </a:r>
            <a:endParaRPr lang="cs-CZ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Nemám čas. / Mám málo času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Jeg har dårlig tid.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Děkuji za pomoc!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Takk for hjelpen!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To je zvláštní.</a:t>
            </a: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Nevadí.</a:t>
            </a:r>
            <a:endParaRPr lang="sk-SK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7143564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F8B56-4A88-12E9-CF6B-EA9FF77A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FF4226E-B615-D3D8-28CA-4CFBDE4E5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Najděte v textu následující věty a slovní spojení: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Promiňte, můžete mi pomoct?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Unnskyld, kan du hjelpe meg?</a:t>
            </a:r>
            <a:endParaRPr lang="nb-NO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Samozřejmě.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Selvfølgelig.</a:t>
            </a:r>
            <a:endParaRPr lang="cs-CZ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doleva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 til venstre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doprava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 til høyre</a:t>
            </a:r>
            <a:endParaRPr lang="cs-CZ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Nemám čas. / Mám málo času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Jeg har dårlig tid.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Děkuji za pomoc!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Takk for hjelpen!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To je zvláštní.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Det er merkelig.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Nevadí.</a:t>
            </a:r>
            <a:endParaRPr lang="sk-SK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423410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FC983-A8E1-A3EA-1FDE-FC6CC43D5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B4D3A60-A7E2-A1AE-66D0-18D57A64E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Najděte v textu následující věty a slovní spojení: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Promiňte, můžete mi pomoct?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Unnskyld, kan du hjelpe meg?</a:t>
            </a:r>
            <a:endParaRPr lang="nb-NO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Samozřejmě.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Selvfølgelig.</a:t>
            </a:r>
            <a:endParaRPr lang="cs-CZ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doleva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 til venstre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zahnout doprava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 til høyre</a:t>
            </a:r>
            <a:endParaRPr lang="cs-CZ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Nemám čas. / Mám málo času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Jeg har dårlig tid.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Děkuji za pomoc!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Takk for hjelpen!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To je zvláštní.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Det er merkelig.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Nevadí.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Det gjør ingenting.</a:t>
            </a:r>
            <a:endParaRPr lang="sk-SK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4178436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548B4-74B7-94F9-4C58-694961B2D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8B9514D-97C3-9D98-72F9-62C49DE7C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2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Najděte v textu všechny otázky, na které se odpovídá </a:t>
            </a:r>
            <a:r>
              <a:rPr lang="cs-CZ" sz="2500" b="1" i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ano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cs-CZ" sz="2500" b="1" i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 Všímejte si, jak se v tomto případě tvoří krátké odpovědi.</a:t>
            </a:r>
          </a:p>
          <a:p>
            <a:pPr marL="0" lvl="0" indent="0" algn="just">
              <a:lnSpc>
                <a:spcPct val="150000"/>
              </a:lnSpc>
              <a:buNone/>
            </a:pPr>
            <a:endParaRPr lang="cs-CZ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8977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FDB67-241B-BCCB-CB38-5F49F64AC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E23D5D7-3165-B6EC-4DDB-BEE09CB2A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2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Najděte v textu všechny otázky, na které se odpovídá </a:t>
            </a:r>
            <a:r>
              <a:rPr lang="cs-CZ" sz="2500" b="1" i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ano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cs-CZ" sz="2500" b="1" i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 Všímejte si, jak se v tomto případě tvoří krátké odpovědi.</a:t>
            </a:r>
          </a:p>
          <a:p>
            <a:pPr marL="0" lvl="0" indent="0" algn="just">
              <a:lnSpc>
                <a:spcPct val="150000"/>
              </a:lnSpc>
              <a:buNone/>
            </a:pPr>
            <a:endParaRPr lang="cs-CZ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Unnskyld, </a:t>
            </a:r>
            <a:r>
              <a:rPr lang="nb-NO" sz="2500" u="sng" kern="100" dirty="0">
                <a:solidFill>
                  <a:schemeClr val="accent2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kan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du hjelpe meg?</a:t>
            </a:r>
            <a:r>
              <a:rPr lang="sk-SK" sz="25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Mann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nb-NO" sz="2500" kern="100" dirty="0">
                <a:solidFill>
                  <a:schemeClr val="accent2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Ja, det </a:t>
            </a:r>
            <a:r>
              <a:rPr lang="nb-NO" sz="2500" u="sng" kern="100" dirty="0">
                <a:solidFill>
                  <a:schemeClr val="accent2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kan</a:t>
            </a:r>
            <a:r>
              <a:rPr lang="nb-NO" sz="2500" kern="100" dirty="0">
                <a:solidFill>
                  <a:schemeClr val="accent2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jeg.</a:t>
            </a:r>
            <a:endParaRPr lang="sk-SK" sz="2500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Tusen takk! </a:t>
            </a:r>
            <a:r>
              <a:rPr lang="nb-NO" sz="2500" u="sng" kern="100" dirty="0">
                <a:solidFill>
                  <a:schemeClr val="accent2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Er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det langt å gå?</a:t>
            </a:r>
            <a:r>
              <a:rPr lang="sk-SK" sz="25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dirty="0">
                <a:effectLst/>
                <a:latin typeface="+mj-lt"/>
                <a:ea typeface="Aptos" panose="020B0004020202020204" pitchFamily="34" charset="0"/>
              </a:rPr>
              <a:t>Mann</a:t>
            </a:r>
            <a:r>
              <a:rPr lang="nb-NO" sz="2500" dirty="0">
                <a:effectLst/>
                <a:latin typeface="+mj-lt"/>
                <a:ea typeface="Aptos" panose="020B0004020202020204" pitchFamily="34" charset="0"/>
              </a:rPr>
              <a:t>: </a:t>
            </a:r>
            <a:r>
              <a:rPr lang="nb-NO" sz="2500" dirty="0">
                <a:solidFill>
                  <a:schemeClr val="accent2"/>
                </a:solidFill>
                <a:effectLst/>
                <a:latin typeface="+mj-lt"/>
                <a:ea typeface="Aptos" panose="020B0004020202020204" pitchFamily="34" charset="0"/>
              </a:rPr>
              <a:t>Nei, det </a:t>
            </a:r>
            <a:r>
              <a:rPr lang="nb-NO" sz="2500" u="sng" dirty="0">
                <a:solidFill>
                  <a:schemeClr val="accent2"/>
                </a:solidFill>
                <a:effectLst/>
                <a:latin typeface="+mj-lt"/>
                <a:ea typeface="Aptos" panose="020B0004020202020204" pitchFamily="34" charset="0"/>
              </a:rPr>
              <a:t>er</a:t>
            </a:r>
            <a:r>
              <a:rPr lang="nb-NO" sz="2500" dirty="0">
                <a:solidFill>
                  <a:schemeClr val="accent2"/>
                </a:solidFill>
                <a:effectLst/>
                <a:latin typeface="+mj-lt"/>
                <a:ea typeface="Aptos" panose="020B0004020202020204" pitchFamily="34" charset="0"/>
              </a:rPr>
              <a:t> det ikke.</a:t>
            </a:r>
            <a:endParaRPr lang="sk-SK" sz="2500" kern="100" dirty="0">
              <a:solidFill>
                <a:schemeClr val="accent2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nb-NO" sz="2500" u="sng" kern="100" dirty="0">
                <a:solidFill>
                  <a:schemeClr val="accent2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Er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det mulig å ta trikken eller bussen dit?</a:t>
            </a:r>
            <a:r>
              <a:rPr lang="sk-SK" sz="25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b="1" dirty="0">
                <a:effectLst/>
                <a:latin typeface="+mj-lt"/>
                <a:ea typeface="Aptos" panose="020B0004020202020204" pitchFamily="34" charset="0"/>
              </a:rPr>
              <a:t>Mann</a:t>
            </a:r>
            <a:r>
              <a:rPr lang="nb-NO" sz="2500" dirty="0">
                <a:effectLst/>
                <a:latin typeface="+mj-lt"/>
                <a:ea typeface="Aptos" panose="020B0004020202020204" pitchFamily="34" charset="0"/>
              </a:rPr>
              <a:t>: </a:t>
            </a:r>
            <a:r>
              <a:rPr lang="nb-NO" sz="2500" dirty="0">
                <a:solidFill>
                  <a:schemeClr val="accent2"/>
                </a:solidFill>
                <a:effectLst/>
                <a:latin typeface="+mj-lt"/>
                <a:ea typeface="Aptos" panose="020B0004020202020204" pitchFamily="34" charset="0"/>
              </a:rPr>
              <a:t>Ja, det </a:t>
            </a:r>
            <a:r>
              <a:rPr lang="nb-NO" sz="2500" u="sng" dirty="0">
                <a:solidFill>
                  <a:schemeClr val="accent2"/>
                </a:solidFill>
                <a:effectLst/>
                <a:latin typeface="+mj-lt"/>
                <a:ea typeface="Aptos" panose="020B0004020202020204" pitchFamily="34" charset="0"/>
              </a:rPr>
              <a:t>er</a:t>
            </a:r>
            <a:r>
              <a:rPr lang="nb-NO" sz="2500" dirty="0">
                <a:solidFill>
                  <a:schemeClr val="accent2"/>
                </a:solidFill>
                <a:effectLst/>
                <a:latin typeface="+mj-lt"/>
                <a:ea typeface="Aptos" panose="020B0004020202020204" pitchFamily="34" charset="0"/>
              </a:rPr>
              <a:t> det.</a:t>
            </a:r>
            <a:endParaRPr lang="cs-CZ" sz="2500" b="1" kern="100" dirty="0">
              <a:solidFill>
                <a:schemeClr val="accent2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8405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F2E48-8765-A6B6-AD6D-BCC8136A5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4E8C7B7-940E-2784-69E2-5E77B0A32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3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Najděte v textu slovesa v imperativu (rozkazovacím způsobu).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endParaRPr lang="cs-CZ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4440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19932-356F-C48D-52DF-859FE8360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D1321EF-4401-F216-76CD-D64FEBC09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3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Najděte v textu slovesa v imperativu (rozkazovacím způsobu).</a:t>
            </a:r>
            <a:endParaRPr lang="nb-NO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 startAt="3"/>
            </a:pPr>
            <a:endParaRPr lang="nb-NO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tx1"/>
              </a:buClr>
            </a:pPr>
            <a:r>
              <a:rPr lang="nb-NO" kern="100" dirty="0">
                <a:solidFill>
                  <a:schemeClr val="accent2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Gå</a:t>
            </a:r>
            <a:r>
              <a:rPr lang="nb-NO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rett fram helt til kirka og så </a:t>
            </a:r>
            <a:r>
              <a:rPr lang="nb-NO" kern="100" dirty="0">
                <a:solidFill>
                  <a:schemeClr val="accent2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</a:t>
            </a:r>
            <a:r>
              <a:rPr lang="nb-NO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til venstre. </a:t>
            </a:r>
            <a:r>
              <a:rPr lang="nb-NO" kern="100" dirty="0">
                <a:solidFill>
                  <a:schemeClr val="accent2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Fortsett </a:t>
            </a:r>
            <a:r>
              <a:rPr lang="nb-NO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helt til Prinsens gate.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</a:pPr>
            <a:r>
              <a:rPr lang="nb-NO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Bare </a:t>
            </a:r>
            <a:r>
              <a:rPr lang="nb-NO" kern="100" dirty="0">
                <a:solidFill>
                  <a:schemeClr val="accent2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gå</a:t>
            </a:r>
            <a:r>
              <a:rPr lang="nb-NO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ned gata og så </a:t>
            </a:r>
            <a:r>
              <a:rPr lang="nb-NO" kern="100" dirty="0">
                <a:solidFill>
                  <a:schemeClr val="accent2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</a:t>
            </a:r>
            <a:r>
              <a:rPr lang="nb-NO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til venstre.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</a:pPr>
            <a:r>
              <a:rPr lang="nb-NO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Bare </a:t>
            </a:r>
            <a:r>
              <a:rPr lang="nb-NO" kern="100" dirty="0">
                <a:solidFill>
                  <a:schemeClr val="accent2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vent</a:t>
            </a:r>
            <a:r>
              <a:rPr lang="nb-NO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der.</a:t>
            </a:r>
            <a:endParaRPr lang="sk-SK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endParaRPr lang="cs-CZ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3844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B22A3-AA92-5634-CECD-48227AED2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C9D1850-EBEF-F18E-2714-10E8C078B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 textu se nacházejí tři modální slovesa </a:t>
            </a:r>
            <a:r>
              <a:rPr lang="cs-CZ" sz="2500" b="1" kern="100" dirty="0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kan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må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cs-CZ" sz="2500" b="1" kern="100" dirty="0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vil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 V jakém tvaru stojí slovesa, se kterými se vážou?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endParaRPr lang="cs-CZ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2561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C275A-735C-DCA5-EBBD-8FD403025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8DB166D-84B0-3322-5BC8-2855B4A85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 textu se nacházejí tři modální slovesa </a:t>
            </a:r>
            <a:r>
              <a:rPr lang="cs-CZ" sz="2500" b="1" kern="100" dirty="0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kan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må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cs-CZ" sz="2500" b="1" kern="100" dirty="0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vil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 V jakém tvaru stojí slovesa, se kterými se vážou?</a:t>
            </a:r>
            <a:endParaRPr lang="nb-NO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endParaRPr lang="nb-NO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cs-CZ" sz="25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 infinitivu bez částice </a:t>
            </a:r>
            <a:r>
              <a:rPr lang="cs-CZ" sz="2500" kern="100" dirty="0">
                <a:solidFill>
                  <a:schemeClr val="accent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å</a:t>
            </a:r>
            <a:r>
              <a:rPr lang="cs-CZ" sz="25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82887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A809F-E23D-F6C9-D5CC-6C03DF1DC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2DA1AA9-6FEC-EBC5-F6E7-52D088E07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5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Přečtěte si článek. Určete, zda je tvrzení pravdivé (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riktig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), nebo nepravdivé (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galt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og Lars vil besøke Slottsparken.		riktig | galt</a:t>
            </a:r>
            <a:endParaRPr lang="sk-SK" sz="2500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kan ikke finne veien til teateret.		riktig | galt</a:t>
            </a:r>
            <a:endParaRPr lang="sk-SK" sz="2500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kjenner ikke byen veldig godt.		riktig | galt</a:t>
            </a:r>
            <a:r>
              <a:rPr lang="sk-SK" sz="25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Mannen vil ikke hjelpe henne.			riktig | galt</a:t>
            </a:r>
            <a:endParaRPr lang="sk-SK" sz="2500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står utenfor Nationaltheatret.		riktig | galt</a:t>
            </a:r>
            <a:endParaRPr lang="sk-SK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endParaRPr lang="cs-CZ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7259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5ABD3-B46F-3736-04DE-CA5E3D6F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FCF0EE7-AD04-4AD9-017E-D1A4A836B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5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Přečtěte si článek. Určete, zda je tvrzení pravdivé (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riktig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), nebo nepravdivé (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galt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og Lars vil besøke Slottsparken.		riktig |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galt</a:t>
            </a:r>
            <a:endParaRPr lang="sk-SK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kan ikke finne veien til teateret.		riktig | galt</a:t>
            </a:r>
            <a:endParaRPr lang="sk-SK" sz="2500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kjenner ikke byen veldig godt.		riktig | galt</a:t>
            </a:r>
            <a:r>
              <a:rPr lang="sk-SK" sz="25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Mannen vil ikke hjelpe henne.			riktig | galt</a:t>
            </a:r>
            <a:endParaRPr lang="sk-SK" sz="2500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står utenfor Nationaltheatret.		riktig | galt</a:t>
            </a:r>
            <a:endParaRPr lang="sk-SK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endParaRPr lang="cs-CZ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5165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CE4AB-55F0-5814-A669-DB037C216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E51080E-B761-6BED-79AE-B0E263063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5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Přečtěte si článek. Určete, zda je tvrzení pravdivé (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riktig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), nebo nepravdivé (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galt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og Lars vil besøke Slottsparken.		riktig |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galt</a:t>
            </a:r>
            <a:endParaRPr lang="sk-SK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kan ikke finne veien til teateret.		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riktig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| galt</a:t>
            </a:r>
            <a:endParaRPr lang="sk-SK" sz="2500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kjenner ikke byen veldig godt.		riktig | galt</a:t>
            </a:r>
            <a:r>
              <a:rPr lang="sk-SK" sz="25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Mannen vil ikke hjelpe henne.			riktig | galt</a:t>
            </a:r>
            <a:endParaRPr lang="sk-SK" sz="2500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står utenfor Nationaltheatret.		riktig | galt</a:t>
            </a:r>
            <a:endParaRPr lang="sk-SK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endParaRPr lang="cs-CZ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7617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45BCF-838D-9B61-B2E1-E2F616AB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AD2482C-FEE5-EDB8-1AE0-C9F3D6DE3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5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Přečtěte si článek. Určete, zda je tvrzení pravdivé (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riktig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), nebo nepravdivé (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galt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og Lars vil besøke Slottsparken.		riktig |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galt</a:t>
            </a:r>
            <a:endParaRPr lang="sk-SK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kan ikke finne veien til teateret.		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riktig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| galt</a:t>
            </a:r>
            <a:endParaRPr lang="sk-SK" sz="2500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kjenner ikke byen veldig godt.		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riktig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| galt</a:t>
            </a:r>
            <a:r>
              <a:rPr lang="sk-SK" sz="25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Mannen vil ikke hjelpe henne.			riktig | galt</a:t>
            </a:r>
            <a:endParaRPr lang="sk-SK" sz="2500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står utenfor Nationaltheatret.		riktig | galt</a:t>
            </a:r>
            <a:endParaRPr lang="sk-SK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endParaRPr lang="cs-CZ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6426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B3328-8AD3-C30F-A88F-9D6D037D0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B2A1EDC-9154-8914-764D-BF38717D1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5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Přečtěte si článek. Určete, zda je tvrzení pravdivé (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riktig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), nebo nepravdivé (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galt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og Lars vil besøke Slottsparken.		riktig |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galt</a:t>
            </a:r>
            <a:endParaRPr lang="sk-SK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kan ikke finne veien til teateret.		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riktig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| galt</a:t>
            </a:r>
            <a:endParaRPr lang="sk-SK" sz="2500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kjenner ikke byen veldig godt.		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riktig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| galt</a:t>
            </a:r>
            <a:r>
              <a:rPr lang="sk-SK" sz="25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Mannen vil ikke hjelpe henne.			riktig |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galt</a:t>
            </a:r>
            <a:endParaRPr lang="sk-SK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står utenfor Nationaltheatret.		riktig | galt</a:t>
            </a:r>
            <a:endParaRPr lang="sk-SK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endParaRPr lang="cs-CZ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8856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82A7-4352-16FE-9546-FE61578B6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9BE83B7-D764-8977-7421-ADE9BB45A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5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Přečtěte si článek. Určete, zda je tvrzení pravdivé (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riktig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), nebo nepravdivé (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galt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og Lars vil besøke Slottsparken.		riktig |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galt</a:t>
            </a:r>
            <a:endParaRPr lang="sk-SK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kan ikke finne veien til teateret.		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riktig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| galt</a:t>
            </a:r>
            <a:endParaRPr lang="sk-SK" sz="2500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kjenner ikke byen veldig godt.		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riktig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| galt</a:t>
            </a:r>
            <a:r>
              <a:rPr lang="sk-SK" sz="25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sk-SK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Mannen vil ikke hjelpe henne.			riktig |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galt</a:t>
            </a:r>
            <a:endParaRPr lang="sk-SK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chemeClr val="accent1"/>
              </a:buClr>
              <a:buFont typeface="+mj-lt"/>
              <a:buAutoNum type="alphaLcParenR"/>
            </a:pPr>
            <a:r>
              <a:rPr lang="cs-CZ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25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Anna står utenfor Nationaltheatret.		riktig | </a:t>
            </a:r>
            <a:r>
              <a:rPr lang="nb-NO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galt</a:t>
            </a:r>
            <a:endParaRPr lang="sk-SK" sz="25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endParaRPr lang="cs-CZ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0784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FEA5C-9AF6-43A8-F5E8-07F57F81A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2D6C6CF-9F1D-FBD1-BF19-50AFF76EE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6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Proč je ve větě „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Jeg</a:t>
            </a:r>
            <a:r>
              <a:rPr lang="cs-CZ" sz="2500" b="1" kern="100" dirty="0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ser 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deg</a:t>
            </a:r>
            <a:r>
              <a:rPr lang="cs-CZ" sz="2500" b="1" kern="100" dirty="0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ikke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“ částice „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ikke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“ až za „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deg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“?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endParaRPr lang="cs-CZ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7866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CC0F-A889-6478-683E-0FF8A479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3C3F895-5D75-783B-DA6B-F28D6D423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705853"/>
            <a:ext cx="10552176" cy="5475491"/>
          </a:xfrm>
        </p:spPr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 startAt="6"/>
            </a:pP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Proč je ve větě „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Jeg</a:t>
            </a:r>
            <a:r>
              <a:rPr lang="cs-CZ" sz="2500" b="1" kern="100" dirty="0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ser 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deg</a:t>
            </a:r>
            <a:r>
              <a:rPr lang="cs-CZ" sz="2500" b="1" kern="100" dirty="0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ikke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“ částice „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ikke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“ až za „</a:t>
            </a:r>
            <a:r>
              <a:rPr lang="cs-CZ" sz="2500" b="1" kern="100" dirty="0" err="1">
                <a:solidFill>
                  <a:schemeClr val="accent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deg</a:t>
            </a:r>
            <a:r>
              <a:rPr lang="cs-CZ" sz="25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“?</a:t>
            </a:r>
            <a:endParaRPr lang="cs-CZ" sz="25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endParaRPr lang="cs-CZ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cs-CZ" sz="2000" dirty="0"/>
              <a:t>Zápor se dá v norštině vyjádřit částicí </a:t>
            </a:r>
            <a:r>
              <a:rPr lang="cs-CZ" sz="2000" i="1" dirty="0" err="1">
                <a:solidFill>
                  <a:srgbClr val="16A3AE"/>
                </a:solidFill>
                <a:effectLst/>
              </a:rPr>
              <a:t>ikke</a:t>
            </a:r>
            <a:r>
              <a:rPr lang="cs-CZ" sz="2000" b="1" i="1" dirty="0">
                <a:solidFill>
                  <a:srgbClr val="16A3AE"/>
                </a:solidFill>
                <a:effectLst/>
              </a:rPr>
              <a:t> </a:t>
            </a:r>
            <a:r>
              <a:rPr lang="cs-CZ" sz="2000" dirty="0"/>
              <a:t>[²ik:e], kterou v oznamovacích větách připojujeme za časovaný tvar slovesa.</a:t>
            </a:r>
            <a:r>
              <a:rPr lang="cs-CZ" sz="2500" b="1" kern="100" dirty="0">
                <a:latin typeface="+mj-lt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nb-NO" sz="2000" b="1" dirty="0"/>
              <a:t>Jeg studerer </a:t>
            </a:r>
            <a:r>
              <a:rPr lang="nb-NO" sz="2000" b="1" dirty="0">
                <a:solidFill>
                  <a:srgbClr val="16A3AE"/>
                </a:solidFill>
                <a:effectLst/>
              </a:rPr>
              <a:t>ikke</a:t>
            </a:r>
            <a:r>
              <a:rPr lang="nb-NO" sz="2000" b="1" dirty="0"/>
              <a:t> journalistikk.</a:t>
            </a:r>
            <a:endParaRPr lang="nb-NO" sz="2500" b="1" kern="100" dirty="0">
              <a:latin typeface="+mj-lt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cs-CZ" sz="2000" dirty="0"/>
              <a:t>Výjimku představují věty, ve kterých hned po slovese následuje </a:t>
            </a:r>
            <a:r>
              <a:rPr lang="cs-CZ" sz="2000" u="sng" dirty="0"/>
              <a:t>předmětný anebo zvratný tvar zájmena</a:t>
            </a:r>
            <a:r>
              <a:rPr lang="cs-CZ" sz="2000" dirty="0"/>
              <a:t>. Zápornou částici </a:t>
            </a:r>
            <a:r>
              <a:rPr lang="cs-CZ" sz="2000" i="1" dirty="0" err="1">
                <a:solidFill>
                  <a:srgbClr val="16A3AE"/>
                </a:solidFill>
                <a:effectLst/>
              </a:rPr>
              <a:t>ikke</a:t>
            </a:r>
            <a:r>
              <a:rPr lang="cs-CZ" sz="2000" dirty="0"/>
              <a:t> v tomto případě umísťujeme obvykle až za zájmeno.</a:t>
            </a:r>
          </a:p>
          <a:p>
            <a:pPr algn="just">
              <a:lnSpc>
                <a:spcPct val="150000"/>
              </a:lnSpc>
            </a:pPr>
            <a:r>
              <a:rPr lang="nb-NO" sz="2000" b="1" dirty="0"/>
              <a:t>Jeg liker ham </a:t>
            </a:r>
            <a:r>
              <a:rPr lang="nb-NO" sz="2000" b="1" dirty="0">
                <a:solidFill>
                  <a:srgbClr val="16A3AE"/>
                </a:solidFill>
                <a:effectLst/>
              </a:rPr>
              <a:t>ikke</a:t>
            </a:r>
            <a:r>
              <a:rPr lang="nb-NO" sz="2000" b="1" dirty="0"/>
              <a:t>.</a:t>
            </a:r>
            <a:endParaRPr lang="nb-NO" sz="25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5649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39055A8-6754-4F27-8010-BF142982D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75D188-6BB5-4380-ACCB-1F3D8775E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8BCD046-7672-D978-ED58-2F4C814E2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747" y="4830185"/>
            <a:ext cx="10319273" cy="11134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Vigelandsparken</a:t>
            </a:r>
          </a:p>
        </p:txBody>
      </p:sp>
      <p:pic>
        <p:nvPicPr>
          <p:cNvPr id="12" name="Zástupný objekt pre obsah 11" descr="Obrázok, na ktorom je exteriér, strom, socha, nebo&#10;&#10;Automaticky generovaný popis">
            <a:extLst>
              <a:ext uri="{FF2B5EF4-FFF2-40B4-BE49-F238E27FC236}">
                <a16:creationId xmlns:a16="http://schemas.microsoft.com/office/drawing/2014/main" id="{873F8393-E557-716C-B62C-AF591F47EC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2" r="1" b="1"/>
          <a:stretch/>
        </p:blipFill>
        <p:spPr>
          <a:xfrm>
            <a:off x="20" y="10"/>
            <a:ext cx="6095980" cy="4533891"/>
          </a:xfrm>
          <a:prstGeom prst="rect">
            <a:avLst/>
          </a:prstGeom>
        </p:spPr>
      </p:pic>
      <p:pic>
        <p:nvPicPr>
          <p:cNvPr id="14" name="Zástupný objekt pre obsah 13" descr="Obrázok, na ktorom je nebo, oblak, budova, exteriér&#10;&#10;Automaticky generovaný popis">
            <a:extLst>
              <a:ext uri="{FF2B5EF4-FFF2-40B4-BE49-F238E27FC236}">
                <a16:creationId xmlns:a16="http://schemas.microsoft.com/office/drawing/2014/main" id="{27577072-11C6-4DF0-8345-7533425FDB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"/>
          <a:stretch/>
        </p:blipFill>
        <p:spPr>
          <a:xfrm>
            <a:off x="6096000" y="-1"/>
            <a:ext cx="6096000" cy="453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987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D396CD-69A1-1174-67F6-F7C676E5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Výslovnost „æ“ a „ø“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E94511-842B-7FF0-9847-70A7147D7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Æ</a:t>
            </a:r>
          </a:p>
          <a:p>
            <a:pPr marL="0" indent="0">
              <a:buNone/>
            </a:pPr>
            <a:r>
              <a:rPr lang="cs-CZ" u="sng" dirty="0">
                <a:hlinkClick r:id="rId2"/>
              </a:rPr>
              <a:t>https://lingu.com/lingupedia/uttale/slik-uttaler-du-vokalen-ae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Ø</a:t>
            </a:r>
          </a:p>
          <a:p>
            <a:pPr marL="0" indent="0">
              <a:buNone/>
            </a:pPr>
            <a:r>
              <a:rPr lang="cs-CZ" u="sng" dirty="0">
                <a:hlinkClick r:id="rId3"/>
              </a:rPr>
              <a:t>https://lingu.com/lingupedia/uttale/slik-uttaler-du-vokalen-o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228678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9055A8-6754-4F27-8010-BF142982D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7B0A0A-F98A-4246-8D74-5859897B0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4D41A3-547A-41D1-96E2-F0E878302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B5F8643-D1E2-24DC-25F1-793D75C5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760206"/>
            <a:ext cx="10552355" cy="39731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9600" dirty="0">
                <a:solidFill>
                  <a:srgbClr val="FFFFFF"/>
                </a:solidFill>
              </a:rPr>
              <a:t>Strašidelná místa v Norsku</a:t>
            </a:r>
          </a:p>
        </p:txBody>
      </p:sp>
    </p:spTree>
    <p:extLst>
      <p:ext uri="{BB962C8B-B14F-4D97-AF65-F5344CB8AC3E}">
        <p14:creationId xmlns:p14="http://schemas.microsoft.com/office/powerpoint/2010/main" val="10047989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39055A8-6754-4F27-8010-BF142982D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AF9D845-1D7D-4A88-86ED-B45A77144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4F2A62-CB96-44B7-9829-3BEA927D5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67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AB4C3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F3A2A22-C166-9D94-7D1F-119E95E26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788595"/>
            <a:ext cx="4014395" cy="35252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Nidaroský dóm</a:t>
            </a:r>
          </a:p>
        </p:txBody>
      </p:sp>
      <p:pic>
        <p:nvPicPr>
          <p:cNvPr id="16" name="Zástupný objekt pre obsah 15" descr="Obrázok, na ktorom je exteriér, nebo, oblak, budova&#10;&#10;Automaticky generovaný popis">
            <a:extLst>
              <a:ext uri="{FF2B5EF4-FFF2-40B4-BE49-F238E27FC236}">
                <a16:creationId xmlns:a16="http://schemas.microsoft.com/office/drawing/2014/main" id="{81E38146-3494-70DB-2562-CC56E593AE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779" y="431800"/>
            <a:ext cx="5037701" cy="587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447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8B171-964A-ECAE-6F20-9A6114DEE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39055A8-6754-4F27-8010-BF142982D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AF9D845-1D7D-4A88-86ED-B45A77144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4F2A62-CB96-44B7-9829-3BEA927D5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67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AB4C3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3ED2484-066D-CEE9-A44D-FBAA4213F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788595"/>
            <a:ext cx="4014395" cy="35252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Hotel Dalen</a:t>
            </a:r>
            <a:endParaRPr lang="en-US" sz="5400" dirty="0">
              <a:solidFill>
                <a:srgbClr val="FFFFFF"/>
              </a:solidFill>
            </a:endParaRPr>
          </a:p>
        </p:txBody>
      </p:sp>
      <p:pic>
        <p:nvPicPr>
          <p:cNvPr id="6" name="Zástupný objekt pre obsah 5" descr="Obrázok, na ktorom je exteriér, tráva, oblak, nebo&#10;&#10;Automaticky generovaný popis">
            <a:extLst>
              <a:ext uri="{FF2B5EF4-FFF2-40B4-BE49-F238E27FC236}">
                <a16:creationId xmlns:a16="http://schemas.microsoft.com/office/drawing/2014/main" id="{5F9F4F28-1F72-DB86-C456-E10F020D8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571" y="1109794"/>
            <a:ext cx="6320117" cy="451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743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30A65-D4A1-EC7C-8A80-5D7D91E7A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E39055A8-6754-4F27-8010-BF142982D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FAF9D845-1D7D-4A88-86ED-B45A77144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34F2A62-CB96-44B7-9829-3BEA927D5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67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AB4C3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448543C-29EE-1A6B-9009-4A3FC2E94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788595"/>
            <a:ext cx="4014395" cy="35252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Hotel Union Øye</a:t>
            </a:r>
            <a:endParaRPr lang="en-US" sz="5400" dirty="0">
              <a:solidFill>
                <a:srgbClr val="FFFFFF"/>
              </a:solidFill>
            </a:endParaRPr>
          </a:p>
        </p:txBody>
      </p:sp>
      <p:pic>
        <p:nvPicPr>
          <p:cNvPr id="11" name="Zástupný objekt pre obsah 10" descr="Obrázok, na ktorom je exteriér, nebo, budova, hora&#10;&#10;Automaticky generovaný popis">
            <a:extLst>
              <a:ext uri="{FF2B5EF4-FFF2-40B4-BE49-F238E27FC236}">
                <a16:creationId xmlns:a16="http://schemas.microsoft.com/office/drawing/2014/main" id="{3610E027-4383-03D0-A35A-171F8AE95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571" y="1259896"/>
            <a:ext cx="6320117" cy="421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282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EE629-C6CA-7853-5868-BA7CC1ABF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E39055A8-6754-4F27-8010-BF142982D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FAF9D845-1D7D-4A88-86ED-B45A77144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4F2A62-CB96-44B7-9829-3BEA927D5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67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AB4C3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AEB8D45-E9D3-0E79-B58F-D8B521292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788595"/>
            <a:ext cx="4014395" cy="35252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800">
                <a:solidFill>
                  <a:srgbClr val="FFFFFF"/>
                </a:solidFill>
              </a:rPr>
              <a:t>Blaafarveværket</a:t>
            </a:r>
          </a:p>
        </p:txBody>
      </p:sp>
      <p:pic>
        <p:nvPicPr>
          <p:cNvPr id="6" name="Zástupný objekt pre obsah 5" descr="Obrázok, na ktorom je jaskyňa, vnútri, príroda&#10;&#10;Automaticky generovaný popis">
            <a:extLst>
              <a:ext uri="{FF2B5EF4-FFF2-40B4-BE49-F238E27FC236}">
                <a16:creationId xmlns:a16="http://schemas.microsoft.com/office/drawing/2014/main" id="{D57FC4EE-C852-C505-1547-01CBF1449D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571" y="1259896"/>
            <a:ext cx="6320117" cy="421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9024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747AFC-7347-CF95-7C6E-D35B341A8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E39055A8-6754-4F27-8010-BF142982D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FAF9D845-1D7D-4A88-86ED-B45A77144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34F2A62-CB96-44B7-9829-3BEA927D5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67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AB4C3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6EE0055-32FE-5A83-0328-042F1606E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788595"/>
            <a:ext cx="4014395" cy="35252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Akershus</a:t>
            </a:r>
          </a:p>
        </p:txBody>
      </p:sp>
      <p:pic>
        <p:nvPicPr>
          <p:cNvPr id="7" name="Zástupný objekt pre obsah 6" descr="Obrázok, na ktorom je exteriér, budova, nebo, strom&#10;&#10;Automaticky generovaný popis">
            <a:extLst>
              <a:ext uri="{FF2B5EF4-FFF2-40B4-BE49-F238E27FC236}">
                <a16:creationId xmlns:a16="http://schemas.microsoft.com/office/drawing/2014/main" id="{4AE841C0-D5DE-974F-476E-EDEA55C9B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571" y="1749706"/>
            <a:ext cx="6320117" cy="323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57713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ppt/theme/theme3.xml><?xml version="1.0" encoding="utf-8"?>
<a:theme xmlns:a="http://schemas.openxmlformats.org/drawingml/2006/main" name="Prezentace_MU_CZ">
  <a:themeElements>
    <a:clrScheme name="MUNI MED">
      <a:dk1>
        <a:srgbClr val="000000"/>
      </a:dk1>
      <a:lt1>
        <a:srgbClr val="FFFFFF"/>
      </a:lt1>
      <a:dk2>
        <a:srgbClr val="0000DC"/>
      </a:dk2>
      <a:lt2>
        <a:srgbClr val="FFC000"/>
      </a:lt2>
      <a:accent1>
        <a:srgbClr val="0000DC"/>
      </a:accent1>
      <a:accent2>
        <a:srgbClr val="F01928"/>
      </a:accent2>
      <a:accent3>
        <a:srgbClr val="00AF3F"/>
      </a:accent3>
      <a:accent4>
        <a:srgbClr val="4BC8FF"/>
      </a:accent4>
      <a:accent5>
        <a:srgbClr val="FF7300"/>
      </a:accent5>
      <a:accent6>
        <a:srgbClr val="B9006E"/>
      </a:accent6>
      <a:hlink>
        <a:srgbClr val="0000DC"/>
      </a:hlink>
      <a:folHlink>
        <a:srgbClr val="5AC8AF"/>
      </a:folHlink>
    </a:clrScheme>
    <a:fontScheme name="Office – klasické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cs-CZ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800" dirty="0" err="1" smtClean="0">
            <a:latin typeface="+mn-lt"/>
          </a:defRPr>
        </a:defPPr>
      </a:lstStyle>
    </a:txDef>
  </a:objectDefaults>
  <a:extraClrSchemeLst>
    <a:extraClrScheme>
      <a:clrScheme name="Směsi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uni-arts-prezentace-16-9-cz-v11.potx" id="{850E93A8-45C9-4C23-9306-30E4FC2F50F2}" vid="{13F8A24C-E6A5-454D-8F66-47FE17FE1E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2980</Words>
  <Application>Microsoft Office PowerPoint</Application>
  <PresentationFormat>Širokoúhlá obrazovka</PresentationFormat>
  <Paragraphs>430</Paragraphs>
  <Slides>66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3</vt:i4>
      </vt:variant>
      <vt:variant>
        <vt:lpstr>Nadpisy snímků</vt:lpstr>
      </vt:variant>
      <vt:variant>
        <vt:i4>66</vt:i4>
      </vt:variant>
    </vt:vector>
  </HeadingPairs>
  <TitlesOfParts>
    <vt:vector size="75" baseType="lpstr">
      <vt:lpstr>Aptos</vt:lpstr>
      <vt:lpstr>Aptos Display</vt:lpstr>
      <vt:lpstr>Arial</vt:lpstr>
      <vt:lpstr>Avenir Next LT Pro</vt:lpstr>
      <vt:lpstr>Tahoma</vt:lpstr>
      <vt:lpstr>Wingdings</vt:lpstr>
      <vt:lpstr>Motív Office</vt:lpstr>
      <vt:lpstr>ColorBlockVTI</vt:lpstr>
      <vt:lpstr>Prezentace_MU_CZ</vt:lpstr>
      <vt:lpstr>Norština pro začátečníky</vt:lpstr>
      <vt:lpstr>Cvičení</vt:lpstr>
      <vt:lpstr>Cvičení 3</vt:lpstr>
      <vt:lpstr>Cvičení 3</vt:lpstr>
      <vt:lpstr>Cvičení 3</vt:lpstr>
      <vt:lpstr>Cvičení 3</vt:lpstr>
      <vt:lpstr>Cvičení 3</vt:lpstr>
      <vt:lpstr>Cvičení 3</vt:lpstr>
      <vt:lpstr>Cvičení 3</vt:lpstr>
      <vt:lpstr>Cvičení 3</vt:lpstr>
      <vt:lpstr>Cvičení 3</vt:lpstr>
      <vt:lpstr>Cvičení 3</vt:lpstr>
      <vt:lpstr>Cvičení 3</vt:lpstr>
      <vt:lpstr>Cvičení 3</vt:lpstr>
      <vt:lpstr>Cvičení 4</vt:lpstr>
      <vt:lpstr>Cvičení 4</vt:lpstr>
      <vt:lpstr>Cvičení 4</vt:lpstr>
      <vt:lpstr>Cvičení 4</vt:lpstr>
      <vt:lpstr>Cvičení 4</vt:lpstr>
      <vt:lpstr>Cvičení 4</vt:lpstr>
      <vt:lpstr>Cvičení 4</vt:lpstr>
      <vt:lpstr>Cvičení 4</vt:lpstr>
      <vt:lpstr>Cvičení 4</vt:lpstr>
      <vt:lpstr>Cvičení 4</vt:lpstr>
      <vt:lpstr>Cvičení 4</vt:lpstr>
      <vt:lpstr>Cvičení 4</vt:lpstr>
      <vt:lpstr>Cvičení 5</vt:lpstr>
      <vt:lpstr>Cvičení 5</vt:lpstr>
      <vt:lpstr>Cvičení 5</vt:lpstr>
      <vt:lpstr>Cvičení 5</vt:lpstr>
      <vt:lpstr>Cvičení 5</vt:lpstr>
      <vt:lpstr>Cvičení 5</vt:lpstr>
      <vt:lpstr>Cvičení 5</vt:lpstr>
      <vt:lpstr>Cvičení 5</vt:lpstr>
      <vt:lpstr>Číslovky 0–10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Vigelandsparken</vt:lpstr>
      <vt:lpstr>Výslovnost „æ“ a „ø“</vt:lpstr>
      <vt:lpstr>Strašidelná místa v Norsku</vt:lpstr>
      <vt:lpstr>Nidaroský dóm</vt:lpstr>
      <vt:lpstr>Hotel Dalen</vt:lpstr>
      <vt:lpstr>Hotel Union Øye</vt:lpstr>
      <vt:lpstr>Blaafarveværket</vt:lpstr>
      <vt:lpstr>Akershus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1</cp:revision>
  <dcterms:created xsi:type="dcterms:W3CDTF">2025-10-22T08:05:21Z</dcterms:created>
  <dcterms:modified xsi:type="dcterms:W3CDTF">2025-10-30T14:44:46Z</dcterms:modified>
</cp:coreProperties>
</file>