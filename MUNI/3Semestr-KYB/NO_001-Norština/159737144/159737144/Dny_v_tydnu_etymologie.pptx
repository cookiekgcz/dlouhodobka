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32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F1312824-AC80-46D0-AE9F-9309F6D9F704}"/>
    <pc:docChg chg="undo custSel addSld delSld">
      <pc:chgData name="Tomáš Bratina" userId="2033f5136aa55253" providerId="LiveId" clId="{F1312824-AC80-46D0-AE9F-9309F6D9F704}" dt="2024-10-16T12:01:26.888" v="59" actId="47"/>
      <pc:docMkLst>
        <pc:docMk/>
      </pc:docMkLst>
      <pc:sldChg chg="del">
        <pc:chgData name="Tomáš Bratina" userId="2033f5136aa55253" providerId="LiveId" clId="{F1312824-AC80-46D0-AE9F-9309F6D9F704}" dt="2024-10-16T12:01:11.053" v="3" actId="47"/>
        <pc:sldMkLst>
          <pc:docMk/>
          <pc:sldMk cId="3907074880" sldId="256"/>
        </pc:sldMkLst>
      </pc:sldChg>
      <pc:sldChg chg="del">
        <pc:chgData name="Tomáš Bratina" userId="2033f5136aa55253" providerId="LiveId" clId="{F1312824-AC80-46D0-AE9F-9309F6D9F704}" dt="2024-10-16T12:01:11.415" v="4" actId="47"/>
        <pc:sldMkLst>
          <pc:docMk/>
          <pc:sldMk cId="2383075144" sldId="257"/>
        </pc:sldMkLst>
      </pc:sldChg>
      <pc:sldChg chg="del">
        <pc:chgData name="Tomáš Bratina" userId="2033f5136aa55253" providerId="LiveId" clId="{F1312824-AC80-46D0-AE9F-9309F6D9F704}" dt="2024-10-16T12:01:11.698" v="5" actId="47"/>
        <pc:sldMkLst>
          <pc:docMk/>
          <pc:sldMk cId="3352298205" sldId="258"/>
        </pc:sldMkLst>
      </pc:sldChg>
      <pc:sldChg chg="del">
        <pc:chgData name="Tomáš Bratina" userId="2033f5136aa55253" providerId="LiveId" clId="{F1312824-AC80-46D0-AE9F-9309F6D9F704}" dt="2024-10-16T12:01:12.061" v="6" actId="47"/>
        <pc:sldMkLst>
          <pc:docMk/>
          <pc:sldMk cId="2249168181" sldId="259"/>
        </pc:sldMkLst>
      </pc:sldChg>
      <pc:sldChg chg="del">
        <pc:chgData name="Tomáš Bratina" userId="2033f5136aa55253" providerId="LiveId" clId="{F1312824-AC80-46D0-AE9F-9309F6D9F704}" dt="2024-10-16T12:01:12.392" v="7" actId="47"/>
        <pc:sldMkLst>
          <pc:docMk/>
          <pc:sldMk cId="142817374" sldId="260"/>
        </pc:sldMkLst>
      </pc:sldChg>
      <pc:sldChg chg="del">
        <pc:chgData name="Tomáš Bratina" userId="2033f5136aa55253" providerId="LiveId" clId="{F1312824-AC80-46D0-AE9F-9309F6D9F704}" dt="2024-10-16T12:01:15.003" v="18" actId="47"/>
        <pc:sldMkLst>
          <pc:docMk/>
          <pc:sldMk cId="1600613827" sldId="261"/>
        </pc:sldMkLst>
      </pc:sldChg>
      <pc:sldChg chg="del">
        <pc:chgData name="Tomáš Bratina" userId="2033f5136aa55253" providerId="LiveId" clId="{F1312824-AC80-46D0-AE9F-9309F6D9F704}" dt="2024-10-16T12:01:16.842" v="24" actId="47"/>
        <pc:sldMkLst>
          <pc:docMk/>
          <pc:sldMk cId="2494198857" sldId="262"/>
        </pc:sldMkLst>
      </pc:sldChg>
      <pc:sldChg chg="del">
        <pc:chgData name="Tomáš Bratina" userId="2033f5136aa55253" providerId="LiveId" clId="{F1312824-AC80-46D0-AE9F-9309F6D9F704}" dt="2024-10-16T12:01:19.559" v="34" actId="47"/>
        <pc:sldMkLst>
          <pc:docMk/>
          <pc:sldMk cId="3986598855" sldId="263"/>
        </pc:sldMkLst>
      </pc:sldChg>
      <pc:sldChg chg="del">
        <pc:chgData name="Tomáš Bratina" userId="2033f5136aa55253" providerId="LiveId" clId="{F1312824-AC80-46D0-AE9F-9309F6D9F704}" dt="2024-10-16T12:01:21.610" v="42" actId="47"/>
        <pc:sldMkLst>
          <pc:docMk/>
          <pc:sldMk cId="1586086802" sldId="264"/>
        </pc:sldMkLst>
      </pc:sldChg>
      <pc:sldChg chg="del">
        <pc:chgData name="Tomáš Bratina" userId="2033f5136aa55253" providerId="LiveId" clId="{F1312824-AC80-46D0-AE9F-9309F6D9F704}" dt="2024-10-16T12:01:23.941" v="49" actId="47"/>
        <pc:sldMkLst>
          <pc:docMk/>
          <pc:sldMk cId="1851844204" sldId="265"/>
        </pc:sldMkLst>
      </pc:sldChg>
      <pc:sldChg chg="del">
        <pc:chgData name="Tomáš Bratina" userId="2033f5136aa55253" providerId="LiveId" clId="{F1312824-AC80-46D0-AE9F-9309F6D9F704}" dt="2024-10-16T12:01:06.437" v="0" actId="47"/>
        <pc:sldMkLst>
          <pc:docMk/>
          <pc:sldMk cId="1255539210" sldId="266"/>
        </pc:sldMkLst>
      </pc:sldChg>
      <pc:sldChg chg="add del">
        <pc:chgData name="Tomáš Bratina" userId="2033f5136aa55253" providerId="LiveId" clId="{F1312824-AC80-46D0-AE9F-9309F6D9F704}" dt="2024-10-16T12:01:08.840" v="2" actId="47"/>
        <pc:sldMkLst>
          <pc:docMk/>
          <pc:sldMk cId="1581592852" sldId="267"/>
        </pc:sldMkLst>
      </pc:sldChg>
      <pc:sldChg chg="del">
        <pc:chgData name="Tomáš Bratina" userId="2033f5136aa55253" providerId="LiveId" clId="{F1312824-AC80-46D0-AE9F-9309F6D9F704}" dt="2024-10-16T12:01:12.644" v="8" actId="47"/>
        <pc:sldMkLst>
          <pc:docMk/>
          <pc:sldMk cId="867632399" sldId="275"/>
        </pc:sldMkLst>
      </pc:sldChg>
      <pc:sldChg chg="del">
        <pc:chgData name="Tomáš Bratina" userId="2033f5136aa55253" providerId="LiveId" clId="{F1312824-AC80-46D0-AE9F-9309F6D9F704}" dt="2024-10-16T12:01:12.865" v="9" actId="47"/>
        <pc:sldMkLst>
          <pc:docMk/>
          <pc:sldMk cId="3174942557" sldId="277"/>
        </pc:sldMkLst>
      </pc:sldChg>
      <pc:sldChg chg="del">
        <pc:chgData name="Tomáš Bratina" userId="2033f5136aa55253" providerId="LiveId" clId="{F1312824-AC80-46D0-AE9F-9309F6D9F704}" dt="2024-10-16T12:01:13.024" v="10" actId="47"/>
        <pc:sldMkLst>
          <pc:docMk/>
          <pc:sldMk cId="499025046" sldId="278"/>
        </pc:sldMkLst>
      </pc:sldChg>
      <pc:sldChg chg="del">
        <pc:chgData name="Tomáš Bratina" userId="2033f5136aa55253" providerId="LiveId" clId="{F1312824-AC80-46D0-AE9F-9309F6D9F704}" dt="2024-10-16T12:01:13.180" v="11" actId="47"/>
        <pc:sldMkLst>
          <pc:docMk/>
          <pc:sldMk cId="1547242468" sldId="279"/>
        </pc:sldMkLst>
      </pc:sldChg>
      <pc:sldChg chg="del">
        <pc:chgData name="Tomáš Bratina" userId="2033f5136aa55253" providerId="LiveId" clId="{F1312824-AC80-46D0-AE9F-9309F6D9F704}" dt="2024-10-16T12:01:13.353" v="12" actId="47"/>
        <pc:sldMkLst>
          <pc:docMk/>
          <pc:sldMk cId="160857407" sldId="280"/>
        </pc:sldMkLst>
      </pc:sldChg>
      <pc:sldChg chg="del">
        <pc:chgData name="Tomáš Bratina" userId="2033f5136aa55253" providerId="LiveId" clId="{F1312824-AC80-46D0-AE9F-9309F6D9F704}" dt="2024-10-16T12:01:13.731" v="13" actId="47"/>
        <pc:sldMkLst>
          <pc:docMk/>
          <pc:sldMk cId="3464822026" sldId="281"/>
        </pc:sldMkLst>
      </pc:sldChg>
      <pc:sldChg chg="del">
        <pc:chgData name="Tomáš Bratina" userId="2033f5136aa55253" providerId="LiveId" clId="{F1312824-AC80-46D0-AE9F-9309F6D9F704}" dt="2024-10-16T12:01:13.919" v="14" actId="47"/>
        <pc:sldMkLst>
          <pc:docMk/>
          <pc:sldMk cId="1372371177" sldId="282"/>
        </pc:sldMkLst>
      </pc:sldChg>
      <pc:sldChg chg="del">
        <pc:chgData name="Tomáš Bratina" userId="2033f5136aa55253" providerId="LiveId" clId="{F1312824-AC80-46D0-AE9F-9309F6D9F704}" dt="2024-10-16T12:01:14.076" v="15" actId="47"/>
        <pc:sldMkLst>
          <pc:docMk/>
          <pc:sldMk cId="2726763528" sldId="283"/>
        </pc:sldMkLst>
      </pc:sldChg>
      <pc:sldChg chg="del">
        <pc:chgData name="Tomáš Bratina" userId="2033f5136aa55253" providerId="LiveId" clId="{F1312824-AC80-46D0-AE9F-9309F6D9F704}" dt="2024-10-16T12:01:14.249" v="16" actId="47"/>
        <pc:sldMkLst>
          <pc:docMk/>
          <pc:sldMk cId="3793349877" sldId="284"/>
        </pc:sldMkLst>
      </pc:sldChg>
      <pc:sldChg chg="del">
        <pc:chgData name="Tomáš Bratina" userId="2033f5136aa55253" providerId="LiveId" clId="{F1312824-AC80-46D0-AE9F-9309F6D9F704}" dt="2024-10-16T12:01:14.422" v="17" actId="47"/>
        <pc:sldMkLst>
          <pc:docMk/>
          <pc:sldMk cId="3119032545" sldId="285"/>
        </pc:sldMkLst>
      </pc:sldChg>
      <pc:sldChg chg="del">
        <pc:chgData name="Tomáš Bratina" userId="2033f5136aa55253" providerId="LiveId" clId="{F1312824-AC80-46D0-AE9F-9309F6D9F704}" dt="2024-10-16T12:01:15.160" v="19" actId="47"/>
        <pc:sldMkLst>
          <pc:docMk/>
          <pc:sldMk cId="1069868057" sldId="286"/>
        </pc:sldMkLst>
      </pc:sldChg>
      <pc:sldChg chg="del">
        <pc:chgData name="Tomáš Bratina" userId="2033f5136aa55253" providerId="LiveId" clId="{F1312824-AC80-46D0-AE9F-9309F6D9F704}" dt="2024-10-16T12:01:15.333" v="20" actId="47"/>
        <pc:sldMkLst>
          <pc:docMk/>
          <pc:sldMk cId="2872672872" sldId="287"/>
        </pc:sldMkLst>
      </pc:sldChg>
      <pc:sldChg chg="del">
        <pc:chgData name="Tomáš Bratina" userId="2033f5136aa55253" providerId="LiveId" clId="{F1312824-AC80-46D0-AE9F-9309F6D9F704}" dt="2024-10-16T12:01:15.773" v="21" actId="47"/>
        <pc:sldMkLst>
          <pc:docMk/>
          <pc:sldMk cId="184477834" sldId="288"/>
        </pc:sldMkLst>
      </pc:sldChg>
      <pc:sldChg chg="del">
        <pc:chgData name="Tomáš Bratina" userId="2033f5136aa55253" providerId="LiveId" clId="{F1312824-AC80-46D0-AE9F-9309F6D9F704}" dt="2024-10-16T12:01:16.104" v="22" actId="47"/>
        <pc:sldMkLst>
          <pc:docMk/>
          <pc:sldMk cId="485968195" sldId="289"/>
        </pc:sldMkLst>
      </pc:sldChg>
      <pc:sldChg chg="del">
        <pc:chgData name="Tomáš Bratina" userId="2033f5136aa55253" providerId="LiveId" clId="{F1312824-AC80-46D0-AE9F-9309F6D9F704}" dt="2024-10-16T12:01:16.544" v="23" actId="47"/>
        <pc:sldMkLst>
          <pc:docMk/>
          <pc:sldMk cId="3136833058" sldId="290"/>
        </pc:sldMkLst>
      </pc:sldChg>
      <pc:sldChg chg="del">
        <pc:chgData name="Tomáš Bratina" userId="2033f5136aa55253" providerId="LiveId" clId="{F1312824-AC80-46D0-AE9F-9309F6D9F704}" dt="2024-10-16T12:01:17.031" v="25" actId="47"/>
        <pc:sldMkLst>
          <pc:docMk/>
          <pc:sldMk cId="980545360" sldId="291"/>
        </pc:sldMkLst>
      </pc:sldChg>
      <pc:sldChg chg="del">
        <pc:chgData name="Tomáš Bratina" userId="2033f5136aa55253" providerId="LiveId" clId="{F1312824-AC80-46D0-AE9F-9309F6D9F704}" dt="2024-10-16T12:01:17.202" v="26" actId="47"/>
        <pc:sldMkLst>
          <pc:docMk/>
          <pc:sldMk cId="2592328116" sldId="292"/>
        </pc:sldMkLst>
      </pc:sldChg>
      <pc:sldChg chg="del">
        <pc:chgData name="Tomáš Bratina" userId="2033f5136aa55253" providerId="LiveId" clId="{F1312824-AC80-46D0-AE9F-9309F6D9F704}" dt="2024-10-16T12:01:17.345" v="27" actId="47"/>
        <pc:sldMkLst>
          <pc:docMk/>
          <pc:sldMk cId="2074974312" sldId="293"/>
        </pc:sldMkLst>
      </pc:sldChg>
      <pc:sldChg chg="del">
        <pc:chgData name="Tomáš Bratina" userId="2033f5136aa55253" providerId="LiveId" clId="{F1312824-AC80-46D0-AE9F-9309F6D9F704}" dt="2024-10-16T12:01:17.550" v="28" actId="47"/>
        <pc:sldMkLst>
          <pc:docMk/>
          <pc:sldMk cId="3202339091" sldId="294"/>
        </pc:sldMkLst>
      </pc:sldChg>
      <pc:sldChg chg="del">
        <pc:chgData name="Tomáš Bratina" userId="2033f5136aa55253" providerId="LiveId" clId="{F1312824-AC80-46D0-AE9F-9309F6D9F704}" dt="2024-10-16T12:01:17.961" v="29" actId="47"/>
        <pc:sldMkLst>
          <pc:docMk/>
          <pc:sldMk cId="3319478335" sldId="295"/>
        </pc:sldMkLst>
      </pc:sldChg>
      <pc:sldChg chg="del">
        <pc:chgData name="Tomáš Bratina" userId="2033f5136aa55253" providerId="LiveId" clId="{F1312824-AC80-46D0-AE9F-9309F6D9F704}" dt="2024-10-16T12:01:18.134" v="30" actId="47"/>
        <pc:sldMkLst>
          <pc:docMk/>
          <pc:sldMk cId="3012198249" sldId="296"/>
        </pc:sldMkLst>
      </pc:sldChg>
      <pc:sldChg chg="del">
        <pc:chgData name="Tomáš Bratina" userId="2033f5136aa55253" providerId="LiveId" clId="{F1312824-AC80-46D0-AE9F-9309F6D9F704}" dt="2024-10-16T12:01:18.310" v="31" actId="47"/>
        <pc:sldMkLst>
          <pc:docMk/>
          <pc:sldMk cId="989682248" sldId="297"/>
        </pc:sldMkLst>
      </pc:sldChg>
      <pc:sldChg chg="del">
        <pc:chgData name="Tomáš Bratina" userId="2033f5136aa55253" providerId="LiveId" clId="{F1312824-AC80-46D0-AE9F-9309F6D9F704}" dt="2024-10-16T12:01:18.496" v="32" actId="47"/>
        <pc:sldMkLst>
          <pc:docMk/>
          <pc:sldMk cId="3071648419" sldId="298"/>
        </pc:sldMkLst>
      </pc:sldChg>
      <pc:sldChg chg="del">
        <pc:chgData name="Tomáš Bratina" userId="2033f5136aa55253" providerId="LiveId" clId="{F1312824-AC80-46D0-AE9F-9309F6D9F704}" dt="2024-10-16T12:01:19.134" v="33" actId="47"/>
        <pc:sldMkLst>
          <pc:docMk/>
          <pc:sldMk cId="399546123" sldId="299"/>
        </pc:sldMkLst>
      </pc:sldChg>
      <pc:sldChg chg="del">
        <pc:chgData name="Tomáš Bratina" userId="2033f5136aa55253" providerId="LiveId" clId="{F1312824-AC80-46D0-AE9F-9309F6D9F704}" dt="2024-10-16T12:01:19.782" v="35" actId="47"/>
        <pc:sldMkLst>
          <pc:docMk/>
          <pc:sldMk cId="572624575" sldId="300"/>
        </pc:sldMkLst>
      </pc:sldChg>
      <pc:sldChg chg="del">
        <pc:chgData name="Tomáš Bratina" userId="2033f5136aa55253" providerId="LiveId" clId="{F1312824-AC80-46D0-AE9F-9309F6D9F704}" dt="2024-10-16T12:01:19.986" v="36" actId="47"/>
        <pc:sldMkLst>
          <pc:docMk/>
          <pc:sldMk cId="3646242234" sldId="301"/>
        </pc:sldMkLst>
      </pc:sldChg>
      <pc:sldChg chg="del">
        <pc:chgData name="Tomáš Bratina" userId="2033f5136aa55253" providerId="LiveId" clId="{F1312824-AC80-46D0-AE9F-9309F6D9F704}" dt="2024-10-16T12:01:20.207" v="37" actId="47"/>
        <pc:sldMkLst>
          <pc:docMk/>
          <pc:sldMk cId="3597243569" sldId="302"/>
        </pc:sldMkLst>
      </pc:sldChg>
      <pc:sldChg chg="del">
        <pc:chgData name="Tomáš Bratina" userId="2033f5136aa55253" providerId="LiveId" clId="{F1312824-AC80-46D0-AE9F-9309F6D9F704}" dt="2024-10-16T12:01:20.443" v="38" actId="47"/>
        <pc:sldMkLst>
          <pc:docMk/>
          <pc:sldMk cId="227451470" sldId="303"/>
        </pc:sldMkLst>
      </pc:sldChg>
      <pc:sldChg chg="del">
        <pc:chgData name="Tomáš Bratina" userId="2033f5136aa55253" providerId="LiveId" clId="{F1312824-AC80-46D0-AE9F-9309F6D9F704}" dt="2024-10-16T12:01:20.695" v="39" actId="47"/>
        <pc:sldMkLst>
          <pc:docMk/>
          <pc:sldMk cId="955106406" sldId="304"/>
        </pc:sldMkLst>
      </pc:sldChg>
      <pc:sldChg chg="del">
        <pc:chgData name="Tomáš Bratina" userId="2033f5136aa55253" providerId="LiveId" clId="{F1312824-AC80-46D0-AE9F-9309F6D9F704}" dt="2024-10-16T12:01:20.996" v="40" actId="47"/>
        <pc:sldMkLst>
          <pc:docMk/>
          <pc:sldMk cId="2101517476" sldId="305"/>
        </pc:sldMkLst>
      </pc:sldChg>
      <pc:sldChg chg="del">
        <pc:chgData name="Tomáš Bratina" userId="2033f5136aa55253" providerId="LiveId" clId="{F1312824-AC80-46D0-AE9F-9309F6D9F704}" dt="2024-10-16T12:01:21.292" v="41" actId="47"/>
        <pc:sldMkLst>
          <pc:docMk/>
          <pc:sldMk cId="2143876704" sldId="306"/>
        </pc:sldMkLst>
      </pc:sldChg>
      <pc:sldChg chg="del">
        <pc:chgData name="Tomáš Bratina" userId="2033f5136aa55253" providerId="LiveId" clId="{F1312824-AC80-46D0-AE9F-9309F6D9F704}" dt="2024-10-16T12:01:22.156" v="43" actId="47"/>
        <pc:sldMkLst>
          <pc:docMk/>
          <pc:sldMk cId="427266693" sldId="307"/>
        </pc:sldMkLst>
      </pc:sldChg>
      <pc:sldChg chg="del">
        <pc:chgData name="Tomáš Bratina" userId="2033f5136aa55253" providerId="LiveId" clId="{F1312824-AC80-46D0-AE9F-9309F6D9F704}" dt="2024-10-16T12:01:22.346" v="44" actId="47"/>
        <pc:sldMkLst>
          <pc:docMk/>
          <pc:sldMk cId="899239173" sldId="308"/>
        </pc:sldMkLst>
      </pc:sldChg>
      <pc:sldChg chg="del">
        <pc:chgData name="Tomáš Bratina" userId="2033f5136aa55253" providerId="LiveId" clId="{F1312824-AC80-46D0-AE9F-9309F6D9F704}" dt="2024-10-16T12:01:22.502" v="45" actId="47"/>
        <pc:sldMkLst>
          <pc:docMk/>
          <pc:sldMk cId="4097486821" sldId="309"/>
        </pc:sldMkLst>
      </pc:sldChg>
      <pc:sldChg chg="del">
        <pc:chgData name="Tomáš Bratina" userId="2033f5136aa55253" providerId="LiveId" clId="{F1312824-AC80-46D0-AE9F-9309F6D9F704}" dt="2024-10-16T12:01:22.678" v="46" actId="47"/>
        <pc:sldMkLst>
          <pc:docMk/>
          <pc:sldMk cId="2230024462" sldId="310"/>
        </pc:sldMkLst>
      </pc:sldChg>
      <pc:sldChg chg="del">
        <pc:chgData name="Tomáš Bratina" userId="2033f5136aa55253" providerId="LiveId" clId="{F1312824-AC80-46D0-AE9F-9309F6D9F704}" dt="2024-10-16T12:01:22.849" v="47" actId="47"/>
        <pc:sldMkLst>
          <pc:docMk/>
          <pc:sldMk cId="2431321998" sldId="311"/>
        </pc:sldMkLst>
      </pc:sldChg>
      <pc:sldChg chg="del">
        <pc:chgData name="Tomáš Bratina" userId="2033f5136aa55253" providerId="LiveId" clId="{F1312824-AC80-46D0-AE9F-9309F6D9F704}" dt="2024-10-16T12:01:23.487" v="48" actId="47"/>
        <pc:sldMkLst>
          <pc:docMk/>
          <pc:sldMk cId="1467912127" sldId="312"/>
        </pc:sldMkLst>
      </pc:sldChg>
      <pc:sldChg chg="del">
        <pc:chgData name="Tomáš Bratina" userId="2033f5136aa55253" providerId="LiveId" clId="{F1312824-AC80-46D0-AE9F-9309F6D9F704}" dt="2024-10-16T12:01:24.398" v="50" actId="47"/>
        <pc:sldMkLst>
          <pc:docMk/>
          <pc:sldMk cId="355699006" sldId="313"/>
        </pc:sldMkLst>
      </pc:sldChg>
      <pc:sldChg chg="del">
        <pc:chgData name="Tomáš Bratina" userId="2033f5136aa55253" providerId="LiveId" clId="{F1312824-AC80-46D0-AE9F-9309F6D9F704}" dt="2024-10-16T12:01:24.681" v="51" actId="47"/>
        <pc:sldMkLst>
          <pc:docMk/>
          <pc:sldMk cId="1822389861" sldId="314"/>
        </pc:sldMkLst>
      </pc:sldChg>
      <pc:sldChg chg="del">
        <pc:chgData name="Tomáš Bratina" userId="2033f5136aa55253" providerId="LiveId" clId="{F1312824-AC80-46D0-AE9F-9309F6D9F704}" dt="2024-10-16T12:01:25.123" v="52" actId="47"/>
        <pc:sldMkLst>
          <pc:docMk/>
          <pc:sldMk cId="3016642577" sldId="315"/>
        </pc:sldMkLst>
      </pc:sldChg>
      <pc:sldChg chg="del">
        <pc:chgData name="Tomáš Bratina" userId="2033f5136aa55253" providerId="LiveId" clId="{F1312824-AC80-46D0-AE9F-9309F6D9F704}" dt="2024-10-16T12:01:25.327" v="53" actId="47"/>
        <pc:sldMkLst>
          <pc:docMk/>
          <pc:sldMk cId="1226060910" sldId="316"/>
        </pc:sldMkLst>
      </pc:sldChg>
      <pc:sldChg chg="del">
        <pc:chgData name="Tomáš Bratina" userId="2033f5136aa55253" providerId="LiveId" clId="{F1312824-AC80-46D0-AE9F-9309F6D9F704}" dt="2024-10-16T12:01:25.487" v="54" actId="47"/>
        <pc:sldMkLst>
          <pc:docMk/>
          <pc:sldMk cId="2219107358" sldId="317"/>
        </pc:sldMkLst>
      </pc:sldChg>
      <pc:sldChg chg="del">
        <pc:chgData name="Tomáš Bratina" userId="2033f5136aa55253" providerId="LiveId" clId="{F1312824-AC80-46D0-AE9F-9309F6D9F704}" dt="2024-10-16T12:01:25.721" v="55" actId="47"/>
        <pc:sldMkLst>
          <pc:docMk/>
          <pc:sldMk cId="1714402669" sldId="318"/>
        </pc:sldMkLst>
      </pc:sldChg>
      <pc:sldChg chg="del">
        <pc:chgData name="Tomáš Bratina" userId="2033f5136aa55253" providerId="LiveId" clId="{F1312824-AC80-46D0-AE9F-9309F6D9F704}" dt="2024-10-16T12:01:26.147" v="56" actId="47"/>
        <pc:sldMkLst>
          <pc:docMk/>
          <pc:sldMk cId="2873162334" sldId="319"/>
        </pc:sldMkLst>
      </pc:sldChg>
      <pc:sldChg chg="del">
        <pc:chgData name="Tomáš Bratina" userId="2033f5136aa55253" providerId="LiveId" clId="{F1312824-AC80-46D0-AE9F-9309F6D9F704}" dt="2024-10-16T12:01:26.336" v="57" actId="47"/>
        <pc:sldMkLst>
          <pc:docMk/>
          <pc:sldMk cId="2323783058" sldId="320"/>
        </pc:sldMkLst>
      </pc:sldChg>
      <pc:sldChg chg="del">
        <pc:chgData name="Tomáš Bratina" userId="2033f5136aa55253" providerId="LiveId" clId="{F1312824-AC80-46D0-AE9F-9309F6D9F704}" dt="2024-10-16T12:01:26.494" v="58" actId="47"/>
        <pc:sldMkLst>
          <pc:docMk/>
          <pc:sldMk cId="2772161429" sldId="321"/>
        </pc:sldMkLst>
      </pc:sldChg>
      <pc:sldChg chg="del">
        <pc:chgData name="Tomáš Bratina" userId="2033f5136aa55253" providerId="LiveId" clId="{F1312824-AC80-46D0-AE9F-9309F6D9F704}" dt="2024-10-16T12:01:26.888" v="59" actId="47"/>
        <pc:sldMkLst>
          <pc:docMk/>
          <pc:sldMk cId="752431213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2CD35-2319-4CF3-90E6-F5100FEFE658}" type="datetimeFigureOut">
              <a:rPr lang="cs-CZ" smtClean="0"/>
              <a:t>16.10.2024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4BBB5-71FF-4EF6-9698-DA62D68F44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277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4BBB5-71FF-4EF6-9698-DA62D68F449E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49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.wikipedia.org/wiki/Ty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.wikipedia.org/wiki/Odin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%C3%B3lkvangr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6XeP9gQPm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61FA4-50FB-852B-3493-C15EA4A9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EAE19D-E863-403F-772F-10422C837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96965-E2CF-A4A8-8E39-4E8A4E712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19C89E-A2D0-38E1-0F98-E72D9F10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300519F-6B37-62CB-5E2E-FF5A1B08E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Víte, jak vznikly norské názvy dnů?</a:t>
            </a: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ED1213DA-3ECB-22F5-1EF1-4434AC4ED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28882"/>
              </p:ext>
            </p:extLst>
          </p:nvPr>
        </p:nvGraphicFramePr>
        <p:xfrm>
          <a:off x="5320631" y="2445572"/>
          <a:ext cx="4064000" cy="3627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7243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mandag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555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tirsdag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49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onsdag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0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torsdag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2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fredag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lørdag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17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800" dirty="0"/>
                        <a:t>søndag</a:t>
                      </a:r>
                      <a:endParaRPr lang="sk-S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929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59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B9BEF-C95B-33F4-6048-F03EABF1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8F1FCA-B3CA-E17E-B336-17C62D41D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772796-D098-4F6B-9317-29C55501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D26AE6E-C5C3-B1E9-E71A-AABE7B3E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F87BF8-7200-FACA-ADD6-B13B6D29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mandag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pondělí</a:t>
            </a:r>
          </a:p>
          <a:p>
            <a:pPr marL="0" indent="0">
              <a:buNone/>
            </a:pPr>
            <a:endParaRPr lang="cs-CZ" sz="3200" dirty="0"/>
          </a:p>
          <a:p>
            <a:pPr lvl="1"/>
            <a:r>
              <a:rPr lang="cs-CZ" sz="3200" dirty="0"/>
              <a:t>odpovídá staroseverskému </a:t>
            </a:r>
            <a:r>
              <a:rPr lang="cs-CZ" sz="3200" dirty="0" err="1">
                <a:solidFill>
                  <a:schemeClr val="accent1"/>
                </a:solidFill>
              </a:rPr>
              <a:t>mánadagr</a:t>
            </a:r>
            <a:r>
              <a:rPr lang="cs-CZ" sz="3200" i="1" dirty="0"/>
              <a:t> </a:t>
            </a:r>
            <a:r>
              <a:rPr lang="cs-CZ" sz="3200" dirty="0"/>
              <a:t>(</a:t>
            </a:r>
            <a:r>
              <a:rPr lang="cs-CZ" sz="3200" i="1" dirty="0"/>
              <a:t>měsíční den</a:t>
            </a:r>
            <a:r>
              <a:rPr lang="cs-CZ" sz="3200" dirty="0"/>
              <a:t>), podle latinského </a:t>
            </a:r>
            <a:r>
              <a:rPr lang="cs-CZ" sz="3200" dirty="0" err="1">
                <a:solidFill>
                  <a:schemeClr val="accent1"/>
                </a:solidFill>
              </a:rPr>
              <a:t>dies</a:t>
            </a:r>
            <a:r>
              <a:rPr lang="cs-CZ" sz="3200" dirty="0">
                <a:solidFill>
                  <a:schemeClr val="accent1"/>
                </a:solidFill>
              </a:rPr>
              <a:t> </a:t>
            </a:r>
            <a:r>
              <a:rPr lang="cs-CZ" sz="3200" dirty="0" err="1">
                <a:solidFill>
                  <a:schemeClr val="accent1"/>
                </a:solidFill>
              </a:rPr>
              <a:t>Lunae</a:t>
            </a:r>
            <a:r>
              <a:rPr lang="cs-CZ" sz="3200" i="1" dirty="0"/>
              <a:t> </a:t>
            </a:r>
            <a:r>
              <a:rPr lang="cs-CZ" sz="3200" dirty="0"/>
              <a:t>(</a:t>
            </a:r>
            <a:r>
              <a:rPr lang="cs-CZ" sz="3200" i="1" dirty="0"/>
              <a:t>den bohyně Luny</a:t>
            </a:r>
            <a:r>
              <a:rPr lang="cs-CZ" sz="3200" dirty="0"/>
              <a:t>).</a:t>
            </a: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33751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D077D-6686-67CE-8322-D16D867A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AB22036-3C95-47CA-8E92-698403EF9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D98D11-F8C3-C9D5-C99A-244AF7B14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E3C3D2-BD26-9BAF-4BD5-4A7482FF7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5855458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tirsdag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úterý</a:t>
            </a:r>
          </a:p>
          <a:p>
            <a:pPr marL="0" indent="0">
              <a:buNone/>
            </a:pPr>
            <a:endParaRPr lang="cs-CZ" sz="3200" dirty="0"/>
          </a:p>
          <a:p>
            <a:pPr lvl="1"/>
            <a:r>
              <a:rPr lang="cs-CZ" sz="3200" dirty="0"/>
              <a:t>podle boha války </a:t>
            </a:r>
            <a:r>
              <a:rPr lang="cs-CZ" sz="3200" dirty="0" err="1">
                <a:solidFill>
                  <a:schemeClr val="accent1"/>
                </a:solidFill>
              </a:rPr>
              <a:t>Týra</a:t>
            </a: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5" name="Obrázok 4" descr="Obrázok, na ktorom je náčrt, ľudská tvár, ošatenie, kresba&#10;&#10;Automaticky generovaný popis">
            <a:extLst>
              <a:ext uri="{FF2B5EF4-FFF2-40B4-BE49-F238E27FC236}">
                <a16:creationId xmlns:a16="http://schemas.microsoft.com/office/drawing/2014/main" id="{8AC0279F-F380-7C45-C788-D8F9C9EC0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-2" b="17466"/>
          <a:stretch/>
        </p:blipFill>
        <p:spPr>
          <a:xfrm>
            <a:off x="7086601" y="1150467"/>
            <a:ext cx="5105400" cy="570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7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1CC3-B12B-F35C-2081-8158C197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AB22036-3C95-47CA-8E92-698403EF9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B707C20-C253-65FE-1415-F841BAF3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F08179-87AD-29CF-B8F7-1D3612A20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5855458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onsdag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středa</a:t>
            </a:r>
          </a:p>
          <a:p>
            <a:pPr marL="0" indent="0">
              <a:buNone/>
            </a:pPr>
            <a:endParaRPr lang="cs-CZ" sz="3200" dirty="0"/>
          </a:p>
          <a:p>
            <a:pPr lvl="1">
              <a:buClr>
                <a:schemeClr val="tx1"/>
              </a:buClr>
            </a:pPr>
            <a:r>
              <a:rPr lang="cs-CZ" sz="3200" dirty="0" err="1">
                <a:solidFill>
                  <a:schemeClr val="accent1"/>
                </a:solidFill>
              </a:rPr>
              <a:t>Ódinův</a:t>
            </a:r>
            <a:r>
              <a:rPr lang="cs-CZ" sz="3200" dirty="0">
                <a:solidFill>
                  <a:schemeClr val="accent1"/>
                </a:solidFill>
              </a:rPr>
              <a:t> den</a:t>
            </a:r>
            <a:r>
              <a:rPr lang="cs-CZ" sz="3200" dirty="0"/>
              <a:t> (hlavní bůh v severské mytologii)</a:t>
            </a:r>
            <a:endParaRPr lang="cs-CZ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10" name="Obrázok 9" descr="Obrázok, na ktorom je náčrt, kresba, maľovanie, cicavec&#10;&#10;Automaticky generovaný popis">
            <a:extLst>
              <a:ext uri="{FF2B5EF4-FFF2-40B4-BE49-F238E27FC236}">
                <a16:creationId xmlns:a16="http://schemas.microsoft.com/office/drawing/2014/main" id="{D7BE46A5-25F0-B182-FFD0-18570A1D6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696" r="1" b="1"/>
          <a:stretch/>
        </p:blipFill>
        <p:spPr>
          <a:xfrm>
            <a:off x="7086601" y="1150467"/>
            <a:ext cx="5105400" cy="570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4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A7C2B-E776-DE83-754A-EF53919E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AB22036-3C95-47CA-8E92-698403EF9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ACCEDE-A5B2-0CE2-D60F-57FB191B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F030608-81D2-B652-3E3E-D855883AE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5855458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torsdag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čtvrtek</a:t>
            </a:r>
          </a:p>
          <a:p>
            <a:pPr marL="0" indent="0">
              <a:buNone/>
            </a:pPr>
            <a:endParaRPr lang="cs-CZ" sz="3200" dirty="0"/>
          </a:p>
          <a:p>
            <a:pPr lvl="1">
              <a:buClr>
                <a:schemeClr val="tx1"/>
              </a:buClr>
            </a:pPr>
            <a:r>
              <a:rPr lang="cs-CZ" sz="3200" dirty="0" err="1">
                <a:solidFill>
                  <a:schemeClr val="accent1"/>
                </a:solidFill>
              </a:rPr>
              <a:t>Thórův</a:t>
            </a:r>
            <a:r>
              <a:rPr lang="cs-CZ" sz="3200" dirty="0">
                <a:solidFill>
                  <a:schemeClr val="accent1"/>
                </a:solidFill>
              </a:rPr>
              <a:t> den </a:t>
            </a:r>
            <a:r>
              <a:rPr lang="cs-CZ" sz="3200" dirty="0"/>
              <a:t>(bůh hromu)</a:t>
            </a:r>
            <a:endParaRPr lang="cs-CZ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5" name="Obrázok 4" descr="Obrázok, na ktorom je náčrt, kresba, koleso, ilustrácia&#10;&#10;Automaticky generovaný popis">
            <a:extLst>
              <a:ext uri="{FF2B5EF4-FFF2-40B4-BE49-F238E27FC236}">
                <a16:creationId xmlns:a16="http://schemas.microsoft.com/office/drawing/2014/main" id="{35C4FC55-2444-C4C0-4772-1E921BB75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6" r="5" b="2656"/>
          <a:stretch/>
        </p:blipFill>
        <p:spPr>
          <a:xfrm>
            <a:off x="7086601" y="1150467"/>
            <a:ext cx="5105400" cy="570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1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E8B41-CD87-70F5-2441-7DFB93ED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AB22036-3C95-47CA-8E92-698403EF9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7F47BF8-A660-6F27-AF2E-71F672A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6B6B214-A0C5-8A50-605A-B5564B45D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5855458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fredag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pátek</a:t>
            </a:r>
          </a:p>
          <a:p>
            <a:pPr marL="0" indent="0">
              <a:buNone/>
            </a:pPr>
            <a:endParaRPr lang="cs-CZ" sz="3200" dirty="0"/>
          </a:p>
          <a:p>
            <a:pPr lvl="1">
              <a:buClr>
                <a:schemeClr val="tx1"/>
              </a:buClr>
            </a:pPr>
            <a:r>
              <a:rPr lang="cs-CZ" sz="3200" dirty="0" err="1">
                <a:solidFill>
                  <a:schemeClr val="accent1"/>
                </a:solidFill>
              </a:rPr>
              <a:t>Freyin</a:t>
            </a:r>
            <a:r>
              <a:rPr lang="cs-CZ" sz="3200" dirty="0">
                <a:solidFill>
                  <a:schemeClr val="accent1"/>
                </a:solidFill>
              </a:rPr>
              <a:t> den </a:t>
            </a:r>
            <a:r>
              <a:rPr lang="cs-CZ" sz="3200" dirty="0"/>
              <a:t>(bohyně lásky)</a:t>
            </a:r>
            <a:endParaRPr lang="cs-CZ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6" name="Obrázok 5" descr="Obrázok, na ktorom je náčrt, maľovanie, umenie, ošatenie&#10;&#10;Automaticky generovaný popis">
            <a:extLst>
              <a:ext uri="{FF2B5EF4-FFF2-40B4-BE49-F238E27FC236}">
                <a16:creationId xmlns:a16="http://schemas.microsoft.com/office/drawing/2014/main" id="{87DCBA38-ED13-8F74-C80E-6FE7BC914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893" r="9563" b="-1"/>
          <a:stretch/>
        </p:blipFill>
        <p:spPr>
          <a:xfrm>
            <a:off x="7086601" y="1150467"/>
            <a:ext cx="5105400" cy="570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1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D1351-5372-EBF8-5974-6DA884C7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85CB6E7-7304-75E3-EB5A-0936F8FAC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DE69E2-EA36-7E72-F1C2-A027A80A1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FC51693-70BC-1A4D-EAF2-8E71917C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055EEC-A1E2-F7D3-D77E-8EF07851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5855458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lørdag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sobota</a:t>
            </a:r>
          </a:p>
          <a:p>
            <a:pPr marL="0" indent="0">
              <a:buNone/>
            </a:pPr>
            <a:endParaRPr lang="cs-CZ" sz="3200" dirty="0"/>
          </a:p>
          <a:p>
            <a:pPr lvl="1">
              <a:buClr>
                <a:schemeClr val="tx1"/>
              </a:buClr>
            </a:pPr>
            <a:r>
              <a:rPr lang="cs-CZ" sz="3200" dirty="0">
                <a:solidFill>
                  <a:schemeClr val="accent1"/>
                </a:solidFill>
              </a:rPr>
              <a:t>mycí den</a:t>
            </a:r>
            <a:r>
              <a:rPr lang="cs-CZ" sz="3200" dirty="0"/>
              <a:t>, </a:t>
            </a:r>
            <a:r>
              <a:rPr lang="cs-CZ" sz="3200" dirty="0">
                <a:solidFill>
                  <a:schemeClr val="accent1"/>
                </a:solidFill>
              </a:rPr>
              <a:t>den mytí</a:t>
            </a: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12755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11FAE-E736-6757-DFA2-E93DB3B7E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EEA59EC-44B7-5480-77D9-243F77E2C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447A18-54E2-3669-F559-151499E44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83F111-7DF9-D4EC-9625-22740A7F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>
                <a:solidFill>
                  <a:srgbClr val="FFFFFF"/>
                </a:solidFill>
              </a:rPr>
              <a:t>Dny v týdnu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2EF3A8-449B-2D67-32CE-AE781956E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5855458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 err="1"/>
              <a:t>søndag</a:t>
            </a:r>
            <a:r>
              <a:rPr lang="cs-CZ" sz="3200" b="1" dirty="0"/>
              <a:t> </a:t>
            </a:r>
            <a:r>
              <a:rPr lang="cs-CZ" sz="3200" dirty="0"/>
              <a:t>–</a:t>
            </a:r>
            <a:r>
              <a:rPr lang="cs-CZ" sz="3200" b="1" dirty="0"/>
              <a:t> </a:t>
            </a:r>
            <a:r>
              <a:rPr lang="cs-CZ" sz="3200" dirty="0"/>
              <a:t>neděle</a:t>
            </a:r>
          </a:p>
          <a:p>
            <a:pPr marL="0" indent="0">
              <a:buNone/>
            </a:pPr>
            <a:endParaRPr lang="cs-CZ" sz="3200" dirty="0"/>
          </a:p>
          <a:p>
            <a:pPr lvl="1">
              <a:buClr>
                <a:schemeClr val="tx1"/>
              </a:buClr>
            </a:pPr>
            <a:r>
              <a:rPr lang="cs-CZ" sz="3200" dirty="0">
                <a:solidFill>
                  <a:schemeClr val="accent1"/>
                </a:solidFill>
              </a:rPr>
              <a:t>den Slunce</a:t>
            </a: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76076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C38ADC-6285-48C8-95E4-638511A6E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ED8F8-AF51-430B-82A6-D945BAA90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3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DE08049-4323-36DA-6632-877F019D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42278"/>
            <a:ext cx="10552355" cy="31412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800" i="0">
                <a:solidFill>
                  <a:srgbClr val="FFFFFF"/>
                </a:solidFill>
                <a:effectLst/>
              </a:rPr>
              <a:t>The myth of Thor's journey to the land of giants</a:t>
            </a:r>
            <a:endParaRPr lang="en-US" sz="6800">
              <a:solidFill>
                <a:srgbClr val="FFFFFF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CA5AA2-203D-C0CC-37BD-B6CA044C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45" y="4963886"/>
            <a:ext cx="9484659" cy="13171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>
                <a:solidFill>
                  <a:schemeClr val="accent1"/>
                </a:solidFill>
                <a:hlinkClick r:id="rId3"/>
              </a:rPr>
              <a:t>https://www.youtube.com/watch?v=e6XeP9gQPmg</a:t>
            </a:r>
            <a:r>
              <a:rPr lang="en-US" sz="2800" b="1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515877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215</TotalTime>
  <Words>132</Words>
  <Application>Microsoft Office PowerPoint</Application>
  <PresentationFormat>Širokoúhlá obrazovka</PresentationFormat>
  <Paragraphs>50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Aptos</vt:lpstr>
      <vt:lpstr>Arial</vt:lpstr>
      <vt:lpstr>Avenir Next LT Pro</vt:lpstr>
      <vt:lpstr>ColorBlockVTI</vt:lpstr>
      <vt:lpstr>Dny v týdnu</vt:lpstr>
      <vt:lpstr>Dny v týdnu</vt:lpstr>
      <vt:lpstr>Dny v týdnu</vt:lpstr>
      <vt:lpstr>Dny v týdnu</vt:lpstr>
      <vt:lpstr>Dny v týdnu</vt:lpstr>
      <vt:lpstr>Dny v týdnu</vt:lpstr>
      <vt:lpstr>Dny v týdnu</vt:lpstr>
      <vt:lpstr>Dny v týdnu</vt:lpstr>
      <vt:lpstr>The myth of Thor's journey to the land of giants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2</cp:revision>
  <dcterms:created xsi:type="dcterms:W3CDTF">2024-10-15T08:14:35Z</dcterms:created>
  <dcterms:modified xsi:type="dcterms:W3CDTF">2024-10-16T12:01:33Z</dcterms:modified>
</cp:coreProperties>
</file>