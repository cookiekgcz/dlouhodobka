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8" r:id="rId3"/>
    <p:sldId id="329" r:id="rId4"/>
    <p:sldId id="270" r:id="rId5"/>
    <p:sldId id="318" r:id="rId6"/>
    <p:sldId id="319" r:id="rId7"/>
    <p:sldId id="320" r:id="rId8"/>
    <p:sldId id="321" r:id="rId9"/>
    <p:sldId id="322" r:id="rId10"/>
    <p:sldId id="269" r:id="rId11"/>
    <p:sldId id="323" r:id="rId12"/>
    <p:sldId id="324" r:id="rId13"/>
    <p:sldId id="325" r:id="rId14"/>
    <p:sldId id="326" r:id="rId15"/>
    <p:sldId id="327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BD7E87-C580-4DD1-8079-7903F68AE872}" v="6" dt="2024-12-03T18:16:14.7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štýlu, bez mrie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959F4D24-688D-4A37-9ED9-449EB4ABAA9F}"/>
    <pc:docChg chg="custSel addSld modSld sldOrd">
      <pc:chgData name="Tomáš Bratina" userId="2033f5136aa55253" providerId="LiveId" clId="{959F4D24-688D-4A37-9ED9-449EB4ABAA9F}" dt="2024-11-27T10:06:18.626" v="162" actId="20577"/>
      <pc:docMkLst>
        <pc:docMk/>
      </pc:docMkLst>
      <pc:sldChg chg="modSp mod">
        <pc:chgData name="Tomáš Bratina" userId="2033f5136aa55253" providerId="LiveId" clId="{959F4D24-688D-4A37-9ED9-449EB4ABAA9F}" dt="2024-11-27T07:51:44.276" v="0" actId="790"/>
        <pc:sldMkLst>
          <pc:docMk/>
          <pc:sldMk cId="62015108" sldId="257"/>
        </pc:sldMkLst>
        <pc:spChg chg="mod">
          <ac:chgData name="Tomáš Bratina" userId="2033f5136aa55253" providerId="LiveId" clId="{959F4D24-688D-4A37-9ED9-449EB4ABAA9F}" dt="2024-11-27T07:51:44.276" v="0" actId="790"/>
          <ac:spMkLst>
            <pc:docMk/>
            <pc:sldMk cId="62015108" sldId="257"/>
            <ac:spMk id="2" creationId="{B45EF1FD-69C8-F79F-DCBA-75C97E179B9F}"/>
          </ac:spMkLst>
        </pc:spChg>
      </pc:sldChg>
      <pc:sldChg chg="modSp mod">
        <pc:chgData name="Tomáš Bratina" userId="2033f5136aa55253" providerId="LiveId" clId="{959F4D24-688D-4A37-9ED9-449EB4ABAA9F}" dt="2024-11-27T08:00:40.996" v="3" actId="113"/>
        <pc:sldMkLst>
          <pc:docMk/>
          <pc:sldMk cId="2629309102" sldId="259"/>
        </pc:sldMkLst>
        <pc:spChg chg="mod">
          <ac:chgData name="Tomáš Bratina" userId="2033f5136aa55253" providerId="LiveId" clId="{959F4D24-688D-4A37-9ED9-449EB4ABAA9F}" dt="2024-11-27T07:59:54.421" v="1"/>
          <ac:spMkLst>
            <pc:docMk/>
            <pc:sldMk cId="2629309102" sldId="259"/>
            <ac:spMk id="2" creationId="{36BCCF9F-2920-7782-CFE3-FEB9BEC7C823}"/>
          </ac:spMkLst>
        </pc:spChg>
        <pc:graphicFrameChg chg="modGraphic">
          <ac:chgData name="Tomáš Bratina" userId="2033f5136aa55253" providerId="LiveId" clId="{959F4D24-688D-4A37-9ED9-449EB4ABAA9F}" dt="2024-11-27T08:00:40.996" v="3" actId="113"/>
          <ac:graphicFrameMkLst>
            <pc:docMk/>
            <pc:sldMk cId="2629309102" sldId="259"/>
            <ac:graphicFrameMk id="4" creationId="{420375AD-A60D-85B1-DB5F-AFAA34CE6EDA}"/>
          </ac:graphicFrameMkLst>
        </pc:graphicFrameChg>
      </pc:sldChg>
      <pc:sldChg chg="modSp mod">
        <pc:chgData name="Tomáš Bratina" userId="2033f5136aa55253" providerId="LiveId" clId="{959F4D24-688D-4A37-9ED9-449EB4ABAA9F}" dt="2024-11-27T08:01:01.990" v="4" actId="255"/>
        <pc:sldMkLst>
          <pc:docMk/>
          <pc:sldMk cId="1554039749" sldId="261"/>
        </pc:sldMkLst>
        <pc:graphicFrameChg chg="modGraphic">
          <ac:chgData name="Tomáš Bratina" userId="2033f5136aa55253" providerId="LiveId" clId="{959F4D24-688D-4A37-9ED9-449EB4ABAA9F}" dt="2024-11-27T08:01:01.990" v="4" actId="255"/>
          <ac:graphicFrameMkLst>
            <pc:docMk/>
            <pc:sldMk cId="1554039749" sldId="261"/>
            <ac:graphicFrameMk id="4" creationId="{793C876F-0A63-6B24-70BF-C4C25F37CEF3}"/>
          </ac:graphicFrameMkLst>
        </pc:graphicFrameChg>
      </pc:sldChg>
      <pc:sldChg chg="modSp mod">
        <pc:chgData name="Tomáš Bratina" userId="2033f5136aa55253" providerId="LiveId" clId="{959F4D24-688D-4A37-9ED9-449EB4ABAA9F}" dt="2024-11-27T08:03:07.384" v="10"/>
        <pc:sldMkLst>
          <pc:docMk/>
          <pc:sldMk cId="2217656136" sldId="268"/>
        </pc:sldMkLst>
        <pc:spChg chg="mod">
          <ac:chgData name="Tomáš Bratina" userId="2033f5136aa55253" providerId="LiveId" clId="{959F4D24-688D-4A37-9ED9-449EB4ABAA9F}" dt="2024-11-27T08:03:07.384" v="10"/>
          <ac:spMkLst>
            <pc:docMk/>
            <pc:sldMk cId="2217656136" sldId="268"/>
            <ac:spMk id="2" creationId="{BA1A2841-AF4F-9705-47C0-BB48A4FB4F42}"/>
          </ac:spMkLst>
        </pc:spChg>
      </pc:sldChg>
      <pc:sldChg chg="modSp mod">
        <pc:chgData name="Tomáš Bratina" userId="2033f5136aa55253" providerId="LiveId" clId="{959F4D24-688D-4A37-9ED9-449EB4ABAA9F}" dt="2024-11-27T08:03:10.184" v="11"/>
        <pc:sldMkLst>
          <pc:docMk/>
          <pc:sldMk cId="3375953505" sldId="269"/>
        </pc:sldMkLst>
        <pc:spChg chg="mod">
          <ac:chgData name="Tomáš Bratina" userId="2033f5136aa55253" providerId="LiveId" clId="{959F4D24-688D-4A37-9ED9-449EB4ABAA9F}" dt="2024-11-27T08:03:10.184" v="11"/>
          <ac:spMkLst>
            <pc:docMk/>
            <pc:sldMk cId="3375953505" sldId="269"/>
            <ac:spMk id="2" creationId="{901B24AF-6E4C-06D4-3B4A-DE1521581D6A}"/>
          </ac:spMkLst>
        </pc:spChg>
      </pc:sldChg>
      <pc:sldChg chg="modSp mod">
        <pc:chgData name="Tomáš Bratina" userId="2033f5136aa55253" providerId="LiveId" clId="{959F4D24-688D-4A37-9ED9-449EB4ABAA9F}" dt="2024-11-27T08:02:45.166" v="6" actId="20577"/>
        <pc:sldMkLst>
          <pc:docMk/>
          <pc:sldMk cId="569988590" sldId="270"/>
        </pc:sldMkLst>
        <pc:spChg chg="mod">
          <ac:chgData name="Tomáš Bratina" userId="2033f5136aa55253" providerId="LiveId" clId="{959F4D24-688D-4A37-9ED9-449EB4ABAA9F}" dt="2024-11-27T08:02:45.166" v="6" actId="20577"/>
          <ac:spMkLst>
            <pc:docMk/>
            <pc:sldMk cId="569988590" sldId="270"/>
            <ac:spMk id="2" creationId="{4D74A908-9522-6185-950D-8AF299CE0544}"/>
          </ac:spMkLst>
        </pc:spChg>
      </pc:sldChg>
      <pc:sldChg chg="modSp mod">
        <pc:chgData name="Tomáš Bratina" userId="2033f5136aa55253" providerId="LiveId" clId="{959F4D24-688D-4A37-9ED9-449EB4ABAA9F}" dt="2024-11-27T08:02:53.685" v="7"/>
        <pc:sldMkLst>
          <pc:docMk/>
          <pc:sldMk cId="3632139811" sldId="271"/>
        </pc:sldMkLst>
        <pc:spChg chg="mod">
          <ac:chgData name="Tomáš Bratina" userId="2033f5136aa55253" providerId="LiveId" clId="{959F4D24-688D-4A37-9ED9-449EB4ABAA9F}" dt="2024-11-27T08:02:53.685" v="7"/>
          <ac:spMkLst>
            <pc:docMk/>
            <pc:sldMk cId="3632139811" sldId="271"/>
            <ac:spMk id="2" creationId="{3F5B3416-048A-88DF-E7BA-7DD6574138E9}"/>
          </ac:spMkLst>
        </pc:spChg>
      </pc:sldChg>
      <pc:sldChg chg="modSp mod">
        <pc:chgData name="Tomáš Bratina" userId="2033f5136aa55253" providerId="LiveId" clId="{959F4D24-688D-4A37-9ED9-449EB4ABAA9F}" dt="2024-11-27T08:03:00.368" v="8"/>
        <pc:sldMkLst>
          <pc:docMk/>
          <pc:sldMk cId="2722719931" sldId="272"/>
        </pc:sldMkLst>
        <pc:spChg chg="mod">
          <ac:chgData name="Tomáš Bratina" userId="2033f5136aa55253" providerId="LiveId" clId="{959F4D24-688D-4A37-9ED9-449EB4ABAA9F}" dt="2024-11-27T08:03:00.368" v="8"/>
          <ac:spMkLst>
            <pc:docMk/>
            <pc:sldMk cId="2722719931" sldId="272"/>
            <ac:spMk id="2" creationId="{E9D8C3F1-3622-D281-4B16-0202008DE482}"/>
          </ac:spMkLst>
        </pc:spChg>
      </pc:sldChg>
      <pc:sldChg chg="modSp mod">
        <pc:chgData name="Tomáš Bratina" userId="2033f5136aa55253" providerId="LiveId" clId="{959F4D24-688D-4A37-9ED9-449EB4ABAA9F}" dt="2024-11-27T08:03:04.438" v="9"/>
        <pc:sldMkLst>
          <pc:docMk/>
          <pc:sldMk cId="1556813882" sldId="273"/>
        </pc:sldMkLst>
        <pc:spChg chg="mod">
          <ac:chgData name="Tomáš Bratina" userId="2033f5136aa55253" providerId="LiveId" clId="{959F4D24-688D-4A37-9ED9-449EB4ABAA9F}" dt="2024-11-27T08:03:04.438" v="9"/>
          <ac:spMkLst>
            <pc:docMk/>
            <pc:sldMk cId="1556813882" sldId="273"/>
            <ac:spMk id="2" creationId="{7225FB03-FFE2-5F17-0074-132D2286AE94}"/>
          </ac:spMkLst>
        </pc:spChg>
      </pc:sldChg>
      <pc:sldChg chg="modSp mod">
        <pc:chgData name="Tomáš Bratina" userId="2033f5136aa55253" providerId="LiveId" clId="{959F4D24-688D-4A37-9ED9-449EB4ABAA9F}" dt="2024-11-27T08:03:12.505" v="12"/>
        <pc:sldMkLst>
          <pc:docMk/>
          <pc:sldMk cId="4289947240" sldId="274"/>
        </pc:sldMkLst>
        <pc:spChg chg="mod">
          <ac:chgData name="Tomáš Bratina" userId="2033f5136aa55253" providerId="LiveId" clId="{959F4D24-688D-4A37-9ED9-449EB4ABAA9F}" dt="2024-11-27T08:03:12.505" v="12"/>
          <ac:spMkLst>
            <pc:docMk/>
            <pc:sldMk cId="4289947240" sldId="274"/>
            <ac:spMk id="2" creationId="{5B52A5AB-1799-A250-4748-787F7A1D3A94}"/>
          </ac:spMkLst>
        </pc:spChg>
      </pc:sldChg>
      <pc:sldChg chg="modSp mod">
        <pc:chgData name="Tomáš Bratina" userId="2033f5136aa55253" providerId="LiveId" clId="{959F4D24-688D-4A37-9ED9-449EB4ABAA9F}" dt="2024-11-27T08:03:14.828" v="13"/>
        <pc:sldMkLst>
          <pc:docMk/>
          <pc:sldMk cId="1217515394" sldId="275"/>
        </pc:sldMkLst>
        <pc:spChg chg="mod">
          <ac:chgData name="Tomáš Bratina" userId="2033f5136aa55253" providerId="LiveId" clId="{959F4D24-688D-4A37-9ED9-449EB4ABAA9F}" dt="2024-11-27T08:03:14.828" v="13"/>
          <ac:spMkLst>
            <pc:docMk/>
            <pc:sldMk cId="1217515394" sldId="275"/>
            <ac:spMk id="2" creationId="{7F6C3F4E-1419-6998-2CE9-011C7B6DAD15}"/>
          </ac:spMkLst>
        </pc:spChg>
      </pc:sldChg>
      <pc:sldChg chg="modSp mod">
        <pc:chgData name="Tomáš Bratina" userId="2033f5136aa55253" providerId="LiveId" clId="{959F4D24-688D-4A37-9ED9-449EB4ABAA9F}" dt="2024-11-27T08:03:18.761" v="15"/>
        <pc:sldMkLst>
          <pc:docMk/>
          <pc:sldMk cId="3100350970" sldId="276"/>
        </pc:sldMkLst>
        <pc:spChg chg="mod">
          <ac:chgData name="Tomáš Bratina" userId="2033f5136aa55253" providerId="LiveId" clId="{959F4D24-688D-4A37-9ED9-449EB4ABAA9F}" dt="2024-11-27T08:03:18.761" v="15"/>
          <ac:spMkLst>
            <pc:docMk/>
            <pc:sldMk cId="3100350970" sldId="276"/>
            <ac:spMk id="2" creationId="{E5346AA5-6B81-5ACC-3774-1B76FE5EBF4D}"/>
          </ac:spMkLst>
        </pc:spChg>
      </pc:sldChg>
      <pc:sldChg chg="modSp mod">
        <pc:chgData name="Tomáš Bratina" userId="2033f5136aa55253" providerId="LiveId" clId="{959F4D24-688D-4A37-9ED9-449EB4ABAA9F}" dt="2024-11-27T08:03:16.888" v="14"/>
        <pc:sldMkLst>
          <pc:docMk/>
          <pc:sldMk cId="1620107012" sldId="277"/>
        </pc:sldMkLst>
        <pc:spChg chg="mod">
          <ac:chgData name="Tomáš Bratina" userId="2033f5136aa55253" providerId="LiveId" clId="{959F4D24-688D-4A37-9ED9-449EB4ABAA9F}" dt="2024-11-27T08:03:16.888" v="14"/>
          <ac:spMkLst>
            <pc:docMk/>
            <pc:sldMk cId="1620107012" sldId="277"/>
            <ac:spMk id="2" creationId="{4C6E25CC-6603-FD1F-C66D-DA0B53DE00FE}"/>
          </ac:spMkLst>
        </pc:spChg>
      </pc:sldChg>
      <pc:sldChg chg="modSp mod">
        <pc:chgData name="Tomáš Bratina" userId="2033f5136aa55253" providerId="LiveId" clId="{959F4D24-688D-4A37-9ED9-449EB4ABAA9F}" dt="2024-11-27T08:03:22.035" v="16"/>
        <pc:sldMkLst>
          <pc:docMk/>
          <pc:sldMk cId="197378286" sldId="278"/>
        </pc:sldMkLst>
        <pc:spChg chg="mod">
          <ac:chgData name="Tomáš Bratina" userId="2033f5136aa55253" providerId="LiveId" clId="{959F4D24-688D-4A37-9ED9-449EB4ABAA9F}" dt="2024-11-27T08:03:22.035" v="16"/>
          <ac:spMkLst>
            <pc:docMk/>
            <pc:sldMk cId="197378286" sldId="278"/>
            <ac:spMk id="2" creationId="{EB51336D-D01A-1D4D-043D-CE4B98A84BBB}"/>
          </ac:spMkLst>
        </pc:spChg>
      </pc:sldChg>
      <pc:sldChg chg="modSp mod">
        <pc:chgData name="Tomáš Bratina" userId="2033f5136aa55253" providerId="LiveId" clId="{959F4D24-688D-4A37-9ED9-449EB4ABAA9F}" dt="2024-11-27T08:04:38.921" v="17" actId="20577"/>
        <pc:sldMkLst>
          <pc:docMk/>
          <pc:sldMk cId="1650744803" sldId="279"/>
        </pc:sldMkLst>
        <pc:spChg chg="mod">
          <ac:chgData name="Tomáš Bratina" userId="2033f5136aa55253" providerId="LiveId" clId="{959F4D24-688D-4A37-9ED9-449EB4ABAA9F}" dt="2024-11-27T08:04:38.921" v="17" actId="20577"/>
          <ac:spMkLst>
            <pc:docMk/>
            <pc:sldMk cId="1650744803" sldId="279"/>
            <ac:spMk id="2" creationId="{A764CA3A-7F59-454F-1BF6-D25E821D00DD}"/>
          </ac:spMkLst>
        </pc:spChg>
      </pc:sldChg>
      <pc:sldChg chg="modSp mod">
        <pc:chgData name="Tomáš Bratina" userId="2033f5136aa55253" providerId="LiveId" clId="{959F4D24-688D-4A37-9ED9-449EB4ABAA9F}" dt="2024-11-27T08:05:28.559" v="18"/>
        <pc:sldMkLst>
          <pc:docMk/>
          <pc:sldMk cId="884979872" sldId="280"/>
        </pc:sldMkLst>
        <pc:spChg chg="mod">
          <ac:chgData name="Tomáš Bratina" userId="2033f5136aa55253" providerId="LiveId" clId="{959F4D24-688D-4A37-9ED9-449EB4ABAA9F}" dt="2024-11-27T08:05:28.559" v="18"/>
          <ac:spMkLst>
            <pc:docMk/>
            <pc:sldMk cId="884979872" sldId="280"/>
            <ac:spMk id="2" creationId="{FE71233F-CBF3-558E-33EC-033B45FAB6E5}"/>
          </ac:spMkLst>
        </pc:spChg>
      </pc:sldChg>
      <pc:sldChg chg="modSp mod">
        <pc:chgData name="Tomáš Bratina" userId="2033f5136aa55253" providerId="LiveId" clId="{959F4D24-688D-4A37-9ED9-449EB4ABAA9F}" dt="2024-11-27T08:05:32.051" v="19"/>
        <pc:sldMkLst>
          <pc:docMk/>
          <pc:sldMk cId="2561180600" sldId="281"/>
        </pc:sldMkLst>
        <pc:spChg chg="mod">
          <ac:chgData name="Tomáš Bratina" userId="2033f5136aa55253" providerId="LiveId" clId="{959F4D24-688D-4A37-9ED9-449EB4ABAA9F}" dt="2024-11-27T08:05:32.051" v="19"/>
          <ac:spMkLst>
            <pc:docMk/>
            <pc:sldMk cId="2561180600" sldId="281"/>
            <ac:spMk id="2" creationId="{835C6317-7075-58DD-9ABF-5C8477272E3C}"/>
          </ac:spMkLst>
        </pc:spChg>
      </pc:sldChg>
      <pc:sldChg chg="modSp mod">
        <pc:chgData name="Tomáš Bratina" userId="2033f5136aa55253" providerId="LiveId" clId="{959F4D24-688D-4A37-9ED9-449EB4ABAA9F}" dt="2024-11-27T08:05:36.385" v="20"/>
        <pc:sldMkLst>
          <pc:docMk/>
          <pc:sldMk cId="2522673811" sldId="282"/>
        </pc:sldMkLst>
        <pc:spChg chg="mod">
          <ac:chgData name="Tomáš Bratina" userId="2033f5136aa55253" providerId="LiveId" clId="{959F4D24-688D-4A37-9ED9-449EB4ABAA9F}" dt="2024-11-27T08:05:36.385" v="20"/>
          <ac:spMkLst>
            <pc:docMk/>
            <pc:sldMk cId="2522673811" sldId="282"/>
            <ac:spMk id="2" creationId="{5F960668-398F-35C4-DE8B-D923E377F546}"/>
          </ac:spMkLst>
        </pc:spChg>
      </pc:sldChg>
      <pc:sldChg chg="modSp mod">
        <pc:chgData name="Tomáš Bratina" userId="2033f5136aa55253" providerId="LiveId" clId="{959F4D24-688D-4A37-9ED9-449EB4ABAA9F}" dt="2024-11-27T08:05:40.357" v="21"/>
        <pc:sldMkLst>
          <pc:docMk/>
          <pc:sldMk cId="787625466" sldId="283"/>
        </pc:sldMkLst>
        <pc:spChg chg="mod">
          <ac:chgData name="Tomáš Bratina" userId="2033f5136aa55253" providerId="LiveId" clId="{959F4D24-688D-4A37-9ED9-449EB4ABAA9F}" dt="2024-11-27T08:05:40.357" v="21"/>
          <ac:spMkLst>
            <pc:docMk/>
            <pc:sldMk cId="787625466" sldId="283"/>
            <ac:spMk id="2" creationId="{3EA87FF4-1AC1-AF75-B48B-48AE33595124}"/>
          </ac:spMkLst>
        </pc:spChg>
      </pc:sldChg>
      <pc:sldChg chg="modSp mod">
        <pc:chgData name="Tomáš Bratina" userId="2033f5136aa55253" providerId="LiveId" clId="{959F4D24-688D-4A37-9ED9-449EB4ABAA9F}" dt="2024-11-27T08:05:43.867" v="22"/>
        <pc:sldMkLst>
          <pc:docMk/>
          <pc:sldMk cId="1740919366" sldId="284"/>
        </pc:sldMkLst>
        <pc:spChg chg="mod">
          <ac:chgData name="Tomáš Bratina" userId="2033f5136aa55253" providerId="LiveId" clId="{959F4D24-688D-4A37-9ED9-449EB4ABAA9F}" dt="2024-11-27T08:05:43.867" v="22"/>
          <ac:spMkLst>
            <pc:docMk/>
            <pc:sldMk cId="1740919366" sldId="284"/>
            <ac:spMk id="2" creationId="{9243E8E4-1FC9-BB5B-546B-7A43B8656342}"/>
          </ac:spMkLst>
        </pc:spChg>
      </pc:sldChg>
      <pc:sldChg chg="modSp mod">
        <pc:chgData name="Tomáš Bratina" userId="2033f5136aa55253" providerId="LiveId" clId="{959F4D24-688D-4A37-9ED9-449EB4ABAA9F}" dt="2024-11-27T08:05:47.306" v="23"/>
        <pc:sldMkLst>
          <pc:docMk/>
          <pc:sldMk cId="4106678152" sldId="285"/>
        </pc:sldMkLst>
        <pc:spChg chg="mod">
          <ac:chgData name="Tomáš Bratina" userId="2033f5136aa55253" providerId="LiveId" clId="{959F4D24-688D-4A37-9ED9-449EB4ABAA9F}" dt="2024-11-27T08:05:47.306" v="23"/>
          <ac:spMkLst>
            <pc:docMk/>
            <pc:sldMk cId="4106678152" sldId="285"/>
            <ac:spMk id="2" creationId="{5983BBFD-418B-8C36-C0D4-6E575D914547}"/>
          </ac:spMkLst>
        </pc:spChg>
      </pc:sldChg>
      <pc:sldChg chg="modSp mod">
        <pc:chgData name="Tomáš Bratina" userId="2033f5136aa55253" providerId="LiveId" clId="{959F4D24-688D-4A37-9ED9-449EB4ABAA9F}" dt="2024-11-27T08:05:49.829" v="24"/>
        <pc:sldMkLst>
          <pc:docMk/>
          <pc:sldMk cId="807279567" sldId="286"/>
        </pc:sldMkLst>
        <pc:spChg chg="mod">
          <ac:chgData name="Tomáš Bratina" userId="2033f5136aa55253" providerId="LiveId" clId="{959F4D24-688D-4A37-9ED9-449EB4ABAA9F}" dt="2024-11-27T08:05:49.829" v="24"/>
          <ac:spMkLst>
            <pc:docMk/>
            <pc:sldMk cId="807279567" sldId="286"/>
            <ac:spMk id="2" creationId="{68F66C51-8B29-754F-88A9-255252DB296A}"/>
          </ac:spMkLst>
        </pc:spChg>
      </pc:sldChg>
      <pc:sldChg chg="modSp mod">
        <pc:chgData name="Tomáš Bratina" userId="2033f5136aa55253" providerId="LiveId" clId="{959F4D24-688D-4A37-9ED9-449EB4ABAA9F}" dt="2024-11-27T08:06:07.143" v="25" actId="20577"/>
        <pc:sldMkLst>
          <pc:docMk/>
          <pc:sldMk cId="136104910" sldId="287"/>
        </pc:sldMkLst>
        <pc:spChg chg="mod">
          <ac:chgData name="Tomáš Bratina" userId="2033f5136aa55253" providerId="LiveId" clId="{959F4D24-688D-4A37-9ED9-449EB4ABAA9F}" dt="2024-11-27T08:06:07.143" v="25" actId="20577"/>
          <ac:spMkLst>
            <pc:docMk/>
            <pc:sldMk cId="136104910" sldId="287"/>
            <ac:spMk id="2" creationId="{6E1A2D3A-2905-30AF-74A5-85AF9CAAEBDB}"/>
          </ac:spMkLst>
        </pc:spChg>
      </pc:sldChg>
      <pc:sldChg chg="modSp mod">
        <pc:chgData name="Tomáš Bratina" userId="2033f5136aa55253" providerId="LiveId" clId="{959F4D24-688D-4A37-9ED9-449EB4ABAA9F}" dt="2024-11-27T08:06:11.331" v="26"/>
        <pc:sldMkLst>
          <pc:docMk/>
          <pc:sldMk cId="2358242144" sldId="288"/>
        </pc:sldMkLst>
        <pc:spChg chg="mod">
          <ac:chgData name="Tomáš Bratina" userId="2033f5136aa55253" providerId="LiveId" clId="{959F4D24-688D-4A37-9ED9-449EB4ABAA9F}" dt="2024-11-27T08:06:11.331" v="26"/>
          <ac:spMkLst>
            <pc:docMk/>
            <pc:sldMk cId="2358242144" sldId="288"/>
            <ac:spMk id="2" creationId="{80CDA9D9-D058-0703-0C91-49D0A8177554}"/>
          </ac:spMkLst>
        </pc:spChg>
      </pc:sldChg>
      <pc:sldChg chg="modSp mod">
        <pc:chgData name="Tomáš Bratina" userId="2033f5136aa55253" providerId="LiveId" clId="{959F4D24-688D-4A37-9ED9-449EB4ABAA9F}" dt="2024-11-27T08:06:47.658" v="27"/>
        <pc:sldMkLst>
          <pc:docMk/>
          <pc:sldMk cId="4031641775" sldId="289"/>
        </pc:sldMkLst>
        <pc:spChg chg="mod">
          <ac:chgData name="Tomáš Bratina" userId="2033f5136aa55253" providerId="LiveId" clId="{959F4D24-688D-4A37-9ED9-449EB4ABAA9F}" dt="2024-11-27T08:06:47.658" v="27"/>
          <ac:spMkLst>
            <pc:docMk/>
            <pc:sldMk cId="4031641775" sldId="289"/>
            <ac:spMk id="2" creationId="{A4282FDF-F63F-55F3-83BF-F7997F5F04C0}"/>
          </ac:spMkLst>
        </pc:spChg>
      </pc:sldChg>
      <pc:sldChg chg="modSp mod">
        <pc:chgData name="Tomáš Bratina" userId="2033f5136aa55253" providerId="LiveId" clId="{959F4D24-688D-4A37-9ED9-449EB4ABAA9F}" dt="2024-11-27T08:06:50.125" v="28"/>
        <pc:sldMkLst>
          <pc:docMk/>
          <pc:sldMk cId="2702720305" sldId="290"/>
        </pc:sldMkLst>
        <pc:spChg chg="mod">
          <ac:chgData name="Tomáš Bratina" userId="2033f5136aa55253" providerId="LiveId" clId="{959F4D24-688D-4A37-9ED9-449EB4ABAA9F}" dt="2024-11-27T08:06:50.125" v="28"/>
          <ac:spMkLst>
            <pc:docMk/>
            <pc:sldMk cId="2702720305" sldId="290"/>
            <ac:spMk id="2" creationId="{806AF825-F1BA-6B82-034F-73EFB491DAAC}"/>
          </ac:spMkLst>
        </pc:spChg>
      </pc:sldChg>
      <pc:sldChg chg="modSp mod">
        <pc:chgData name="Tomáš Bratina" userId="2033f5136aa55253" providerId="LiveId" clId="{959F4D24-688D-4A37-9ED9-449EB4ABAA9F}" dt="2024-11-27T08:06:53.099" v="29"/>
        <pc:sldMkLst>
          <pc:docMk/>
          <pc:sldMk cId="1834862105" sldId="291"/>
        </pc:sldMkLst>
        <pc:spChg chg="mod">
          <ac:chgData name="Tomáš Bratina" userId="2033f5136aa55253" providerId="LiveId" clId="{959F4D24-688D-4A37-9ED9-449EB4ABAA9F}" dt="2024-11-27T08:06:53.099" v="29"/>
          <ac:spMkLst>
            <pc:docMk/>
            <pc:sldMk cId="1834862105" sldId="291"/>
            <ac:spMk id="2" creationId="{AB9EC77D-47B9-8874-2F6C-62700675A0AC}"/>
          </ac:spMkLst>
        </pc:spChg>
      </pc:sldChg>
      <pc:sldChg chg="modSp mod">
        <pc:chgData name="Tomáš Bratina" userId="2033f5136aa55253" providerId="LiveId" clId="{959F4D24-688D-4A37-9ED9-449EB4ABAA9F}" dt="2024-11-27T08:06:55.725" v="30"/>
        <pc:sldMkLst>
          <pc:docMk/>
          <pc:sldMk cId="2189751763" sldId="292"/>
        </pc:sldMkLst>
        <pc:spChg chg="mod">
          <ac:chgData name="Tomáš Bratina" userId="2033f5136aa55253" providerId="LiveId" clId="{959F4D24-688D-4A37-9ED9-449EB4ABAA9F}" dt="2024-11-27T08:06:55.725" v="30"/>
          <ac:spMkLst>
            <pc:docMk/>
            <pc:sldMk cId="2189751763" sldId="292"/>
            <ac:spMk id="2" creationId="{3262D0BF-445B-510B-6ACE-D97AEE7347A9}"/>
          </ac:spMkLst>
        </pc:spChg>
      </pc:sldChg>
      <pc:sldChg chg="modSp mod">
        <pc:chgData name="Tomáš Bratina" userId="2033f5136aa55253" providerId="LiveId" clId="{959F4D24-688D-4A37-9ED9-449EB4ABAA9F}" dt="2024-11-27T08:06:58.268" v="31"/>
        <pc:sldMkLst>
          <pc:docMk/>
          <pc:sldMk cId="3268097110" sldId="293"/>
        </pc:sldMkLst>
        <pc:spChg chg="mod">
          <ac:chgData name="Tomáš Bratina" userId="2033f5136aa55253" providerId="LiveId" clId="{959F4D24-688D-4A37-9ED9-449EB4ABAA9F}" dt="2024-11-27T08:06:58.268" v="31"/>
          <ac:spMkLst>
            <pc:docMk/>
            <pc:sldMk cId="3268097110" sldId="293"/>
            <ac:spMk id="2" creationId="{FEAB4845-EE8A-1D20-A459-49261565BAC5}"/>
          </ac:spMkLst>
        </pc:spChg>
      </pc:sldChg>
      <pc:sldChg chg="modSp mod">
        <pc:chgData name="Tomáš Bratina" userId="2033f5136aa55253" providerId="LiveId" clId="{959F4D24-688D-4A37-9ED9-449EB4ABAA9F}" dt="2024-11-27T08:07:01.820" v="32"/>
        <pc:sldMkLst>
          <pc:docMk/>
          <pc:sldMk cId="1162886901" sldId="294"/>
        </pc:sldMkLst>
        <pc:spChg chg="mod">
          <ac:chgData name="Tomáš Bratina" userId="2033f5136aa55253" providerId="LiveId" clId="{959F4D24-688D-4A37-9ED9-449EB4ABAA9F}" dt="2024-11-27T08:07:01.820" v="32"/>
          <ac:spMkLst>
            <pc:docMk/>
            <pc:sldMk cId="1162886901" sldId="294"/>
            <ac:spMk id="2" creationId="{8C15D0F5-5198-0993-CC18-449E539E63CA}"/>
          </ac:spMkLst>
        </pc:spChg>
      </pc:sldChg>
      <pc:sldChg chg="modSp mod">
        <pc:chgData name="Tomáš Bratina" userId="2033f5136aa55253" providerId="LiveId" clId="{959F4D24-688D-4A37-9ED9-449EB4ABAA9F}" dt="2024-11-27T08:11:23.485" v="64" actId="20577"/>
        <pc:sldMkLst>
          <pc:docMk/>
          <pc:sldMk cId="2406679722" sldId="295"/>
        </pc:sldMkLst>
        <pc:spChg chg="mod">
          <ac:chgData name="Tomáš Bratina" userId="2033f5136aa55253" providerId="LiveId" clId="{959F4D24-688D-4A37-9ED9-449EB4ABAA9F}" dt="2024-11-27T08:11:23.485" v="64" actId="20577"/>
          <ac:spMkLst>
            <pc:docMk/>
            <pc:sldMk cId="2406679722" sldId="295"/>
            <ac:spMk id="2" creationId="{FC668D84-F511-18D2-557F-2C66041550BA}"/>
          </ac:spMkLst>
        </pc:spChg>
      </pc:sldChg>
      <pc:sldChg chg="modSp mod">
        <pc:chgData name="Tomáš Bratina" userId="2033f5136aa55253" providerId="LiveId" clId="{959F4D24-688D-4A37-9ED9-449EB4ABAA9F}" dt="2024-11-27T08:14:30.944" v="126" actId="20577"/>
        <pc:sldMkLst>
          <pc:docMk/>
          <pc:sldMk cId="2854463241" sldId="296"/>
        </pc:sldMkLst>
        <pc:spChg chg="mod">
          <ac:chgData name="Tomáš Bratina" userId="2033f5136aa55253" providerId="LiveId" clId="{959F4D24-688D-4A37-9ED9-449EB4ABAA9F}" dt="2024-11-27T08:13:33.824" v="118" actId="20577"/>
          <ac:spMkLst>
            <pc:docMk/>
            <pc:sldMk cId="2854463241" sldId="296"/>
            <ac:spMk id="2" creationId="{A00C1E7A-E4AC-3A27-DA72-E95B7889D335}"/>
          </ac:spMkLst>
        </pc:spChg>
        <pc:spChg chg="mod">
          <ac:chgData name="Tomáš Bratina" userId="2033f5136aa55253" providerId="LiveId" clId="{959F4D24-688D-4A37-9ED9-449EB4ABAA9F}" dt="2024-11-27T08:14:30.944" v="126" actId="20577"/>
          <ac:spMkLst>
            <pc:docMk/>
            <pc:sldMk cId="2854463241" sldId="296"/>
            <ac:spMk id="3" creationId="{7BFF8212-64BC-5DAC-8570-B08781560BC8}"/>
          </ac:spMkLst>
        </pc:spChg>
      </pc:sldChg>
      <pc:sldChg chg="modSp mod">
        <pc:chgData name="Tomáš Bratina" userId="2033f5136aa55253" providerId="LiveId" clId="{959F4D24-688D-4A37-9ED9-449EB4ABAA9F}" dt="2024-11-27T08:15:44.211" v="129" actId="20577"/>
        <pc:sldMkLst>
          <pc:docMk/>
          <pc:sldMk cId="4079901915" sldId="300"/>
        </pc:sldMkLst>
        <pc:spChg chg="mod">
          <ac:chgData name="Tomáš Bratina" userId="2033f5136aa55253" providerId="LiveId" clId="{959F4D24-688D-4A37-9ED9-449EB4ABAA9F}" dt="2024-11-27T08:15:44.211" v="129" actId="20577"/>
          <ac:spMkLst>
            <pc:docMk/>
            <pc:sldMk cId="4079901915" sldId="300"/>
            <ac:spMk id="2" creationId="{5CCC9429-6B67-6489-8CBD-DC7F30DECA74}"/>
          </ac:spMkLst>
        </pc:spChg>
      </pc:sldChg>
      <pc:sldChg chg="modSp mod">
        <pc:chgData name="Tomáš Bratina" userId="2033f5136aa55253" providerId="LiveId" clId="{959F4D24-688D-4A37-9ED9-449EB4ABAA9F}" dt="2024-11-27T08:15:50.265" v="130" actId="20577"/>
        <pc:sldMkLst>
          <pc:docMk/>
          <pc:sldMk cId="171731189" sldId="301"/>
        </pc:sldMkLst>
        <pc:spChg chg="mod">
          <ac:chgData name="Tomáš Bratina" userId="2033f5136aa55253" providerId="LiveId" clId="{959F4D24-688D-4A37-9ED9-449EB4ABAA9F}" dt="2024-11-27T08:15:50.265" v="130" actId="20577"/>
          <ac:spMkLst>
            <pc:docMk/>
            <pc:sldMk cId="171731189" sldId="301"/>
            <ac:spMk id="2" creationId="{F05423EB-B453-3F31-C41A-8671F94D78F0}"/>
          </ac:spMkLst>
        </pc:spChg>
      </pc:sldChg>
      <pc:sldChg chg="modSp mod">
        <pc:chgData name="Tomáš Bratina" userId="2033f5136aa55253" providerId="LiveId" clId="{959F4D24-688D-4A37-9ED9-449EB4ABAA9F}" dt="2024-11-27T08:15:54.542" v="131" actId="20577"/>
        <pc:sldMkLst>
          <pc:docMk/>
          <pc:sldMk cId="159973441" sldId="302"/>
        </pc:sldMkLst>
        <pc:spChg chg="mod">
          <ac:chgData name="Tomáš Bratina" userId="2033f5136aa55253" providerId="LiveId" clId="{959F4D24-688D-4A37-9ED9-449EB4ABAA9F}" dt="2024-11-27T08:15:54.542" v="131" actId="20577"/>
          <ac:spMkLst>
            <pc:docMk/>
            <pc:sldMk cId="159973441" sldId="302"/>
            <ac:spMk id="2" creationId="{5761E066-34E0-47B1-8D69-FF612D474B0F}"/>
          </ac:spMkLst>
        </pc:spChg>
      </pc:sldChg>
      <pc:sldChg chg="modSp mod">
        <pc:chgData name="Tomáš Bratina" userId="2033f5136aa55253" providerId="LiveId" clId="{959F4D24-688D-4A37-9ED9-449EB4ABAA9F}" dt="2024-11-27T08:15:59.569" v="132" actId="20577"/>
        <pc:sldMkLst>
          <pc:docMk/>
          <pc:sldMk cId="4280588751" sldId="303"/>
        </pc:sldMkLst>
        <pc:spChg chg="mod">
          <ac:chgData name="Tomáš Bratina" userId="2033f5136aa55253" providerId="LiveId" clId="{959F4D24-688D-4A37-9ED9-449EB4ABAA9F}" dt="2024-11-27T08:15:59.569" v="132" actId="20577"/>
          <ac:spMkLst>
            <pc:docMk/>
            <pc:sldMk cId="4280588751" sldId="303"/>
            <ac:spMk id="2" creationId="{CCF2AB74-6394-3B19-7BB9-11CEB623D9E3}"/>
          </ac:spMkLst>
        </pc:spChg>
      </pc:sldChg>
      <pc:sldChg chg="modSp mod">
        <pc:chgData name="Tomáš Bratina" userId="2033f5136aa55253" providerId="LiveId" clId="{959F4D24-688D-4A37-9ED9-449EB4ABAA9F}" dt="2024-11-27T08:16:03.446" v="133" actId="20577"/>
        <pc:sldMkLst>
          <pc:docMk/>
          <pc:sldMk cId="2763878139" sldId="305"/>
        </pc:sldMkLst>
        <pc:spChg chg="mod">
          <ac:chgData name="Tomáš Bratina" userId="2033f5136aa55253" providerId="LiveId" clId="{959F4D24-688D-4A37-9ED9-449EB4ABAA9F}" dt="2024-11-27T08:16:03.446" v="133" actId="20577"/>
          <ac:spMkLst>
            <pc:docMk/>
            <pc:sldMk cId="2763878139" sldId="305"/>
            <ac:spMk id="2" creationId="{A7C56698-5C49-F43B-6B93-766B5A2FD2E8}"/>
          </ac:spMkLst>
        </pc:spChg>
      </pc:sldChg>
      <pc:sldChg chg="modSp mod">
        <pc:chgData name="Tomáš Bratina" userId="2033f5136aa55253" providerId="LiveId" clId="{959F4D24-688D-4A37-9ED9-449EB4ABAA9F}" dt="2024-11-27T08:16:07.702" v="134" actId="20577"/>
        <pc:sldMkLst>
          <pc:docMk/>
          <pc:sldMk cId="2489144692" sldId="306"/>
        </pc:sldMkLst>
        <pc:spChg chg="mod">
          <ac:chgData name="Tomáš Bratina" userId="2033f5136aa55253" providerId="LiveId" clId="{959F4D24-688D-4A37-9ED9-449EB4ABAA9F}" dt="2024-11-27T08:16:07.702" v="134" actId="20577"/>
          <ac:spMkLst>
            <pc:docMk/>
            <pc:sldMk cId="2489144692" sldId="306"/>
            <ac:spMk id="2" creationId="{9A476DA7-E50F-8B0E-44E5-57F2C5A531D3}"/>
          </ac:spMkLst>
        </pc:spChg>
      </pc:sldChg>
      <pc:sldChg chg="ord">
        <pc:chgData name="Tomáš Bratina" userId="2033f5136aa55253" providerId="LiveId" clId="{959F4D24-688D-4A37-9ED9-449EB4ABAA9F}" dt="2024-11-27T08:15:16.642" v="128"/>
        <pc:sldMkLst>
          <pc:docMk/>
          <pc:sldMk cId="780753000" sldId="311"/>
        </pc:sldMkLst>
      </pc:sldChg>
      <pc:sldChg chg="addSp delSp modSp new mod">
        <pc:chgData name="Tomáš Bratina" userId="2033f5136aa55253" providerId="LiveId" clId="{959F4D24-688D-4A37-9ED9-449EB4ABAA9F}" dt="2024-11-27T10:06:18.626" v="162" actId="20577"/>
        <pc:sldMkLst>
          <pc:docMk/>
          <pc:sldMk cId="2201295664" sldId="317"/>
        </pc:sldMkLst>
        <pc:spChg chg="mod">
          <ac:chgData name="Tomáš Bratina" userId="2033f5136aa55253" providerId="LiveId" clId="{959F4D24-688D-4A37-9ED9-449EB4ABAA9F}" dt="2024-11-27T10:06:18.626" v="162" actId="20577"/>
          <ac:spMkLst>
            <pc:docMk/>
            <pc:sldMk cId="2201295664" sldId="317"/>
            <ac:spMk id="2" creationId="{DCF90EF5-129D-7EB6-2AC0-147EFF83ADA9}"/>
          </ac:spMkLst>
        </pc:spChg>
        <pc:spChg chg="del">
          <ac:chgData name="Tomáš Bratina" userId="2033f5136aa55253" providerId="LiveId" clId="{959F4D24-688D-4A37-9ED9-449EB4ABAA9F}" dt="2024-11-27T10:06:01.820" v="136" actId="931"/>
          <ac:spMkLst>
            <pc:docMk/>
            <pc:sldMk cId="2201295664" sldId="317"/>
            <ac:spMk id="3" creationId="{18C7782A-8213-2F1A-62CC-9D3114368394}"/>
          </ac:spMkLst>
        </pc:spChg>
        <pc:picChg chg="add mod">
          <ac:chgData name="Tomáš Bratina" userId="2033f5136aa55253" providerId="LiveId" clId="{959F4D24-688D-4A37-9ED9-449EB4ABAA9F}" dt="2024-11-27T10:06:03.516" v="138" actId="962"/>
          <ac:picMkLst>
            <pc:docMk/>
            <pc:sldMk cId="2201295664" sldId="317"/>
            <ac:picMk id="5" creationId="{AB845056-C207-E151-C95F-56EB3828E0A1}"/>
          </ac:picMkLst>
        </pc:picChg>
      </pc:sldChg>
    </pc:docChg>
  </pc:docChgLst>
  <pc:docChgLst>
    <pc:chgData name="Tomáš Bratina" userId="2033f5136aa55253" providerId="LiveId" clId="{8EBD7E87-C580-4DD1-8079-7903F68AE872}"/>
    <pc:docChg chg="undo custSel addSld delSld modSld">
      <pc:chgData name="Tomáš Bratina" userId="2033f5136aa55253" providerId="LiveId" clId="{8EBD7E87-C580-4DD1-8079-7903F68AE872}" dt="2024-12-03T18:17:08.277" v="963" actId="1076"/>
      <pc:docMkLst>
        <pc:docMk/>
      </pc:docMkLst>
      <pc:sldChg chg="modSp mod">
        <pc:chgData name="Tomáš Bratina" userId="2033f5136aa55253" providerId="LiveId" clId="{8EBD7E87-C580-4DD1-8079-7903F68AE872}" dt="2024-12-03T09:43:23.491" v="2" actId="20577"/>
        <pc:sldMkLst>
          <pc:docMk/>
          <pc:sldMk cId="193701528" sldId="256"/>
        </pc:sldMkLst>
        <pc:spChg chg="mod">
          <ac:chgData name="Tomáš Bratina" userId="2033f5136aa55253" providerId="LiveId" clId="{8EBD7E87-C580-4DD1-8079-7903F68AE872}" dt="2024-12-03T09:43:23.491" v="2" actId="20577"/>
          <ac:spMkLst>
            <pc:docMk/>
            <pc:sldMk cId="193701528" sldId="256"/>
            <ac:spMk id="3" creationId="{E872BD15-1E2C-DE75-39BB-7075EE143A83}"/>
          </ac:spMkLst>
        </pc:spChg>
      </pc:sldChg>
      <pc:sldChg chg="del">
        <pc:chgData name="Tomáš Bratina" userId="2033f5136aa55253" providerId="LiveId" clId="{8EBD7E87-C580-4DD1-8079-7903F68AE872}" dt="2024-12-03T09:43:42.663" v="4" actId="47"/>
        <pc:sldMkLst>
          <pc:docMk/>
          <pc:sldMk cId="62015108" sldId="257"/>
        </pc:sldMkLst>
      </pc:sldChg>
      <pc:sldChg chg="del">
        <pc:chgData name="Tomáš Bratina" userId="2033f5136aa55253" providerId="LiveId" clId="{8EBD7E87-C580-4DD1-8079-7903F68AE872}" dt="2024-12-03T09:43:44.043" v="7" actId="47"/>
        <pc:sldMkLst>
          <pc:docMk/>
          <pc:sldMk cId="3898877534" sldId="258"/>
        </pc:sldMkLst>
      </pc:sldChg>
      <pc:sldChg chg="del">
        <pc:chgData name="Tomáš Bratina" userId="2033f5136aa55253" providerId="LiveId" clId="{8EBD7E87-C580-4DD1-8079-7903F68AE872}" dt="2024-12-03T09:43:43.358" v="5" actId="47"/>
        <pc:sldMkLst>
          <pc:docMk/>
          <pc:sldMk cId="2629309102" sldId="259"/>
        </pc:sldMkLst>
      </pc:sldChg>
      <pc:sldChg chg="del">
        <pc:chgData name="Tomáš Bratina" userId="2033f5136aa55253" providerId="LiveId" clId="{8EBD7E87-C580-4DD1-8079-7903F68AE872}" dt="2024-12-03T09:43:43.730" v="6" actId="47"/>
        <pc:sldMkLst>
          <pc:docMk/>
          <pc:sldMk cId="1554039749" sldId="261"/>
        </pc:sldMkLst>
      </pc:sldChg>
      <pc:sldChg chg="del">
        <pc:chgData name="Tomáš Bratina" userId="2033f5136aa55253" providerId="LiveId" clId="{8EBD7E87-C580-4DD1-8079-7903F68AE872}" dt="2024-12-03T09:43:44.268" v="8" actId="47"/>
        <pc:sldMkLst>
          <pc:docMk/>
          <pc:sldMk cId="1764559859" sldId="262"/>
        </pc:sldMkLst>
      </pc:sldChg>
      <pc:sldChg chg="del">
        <pc:chgData name="Tomáš Bratina" userId="2033f5136aa55253" providerId="LiveId" clId="{8EBD7E87-C580-4DD1-8079-7903F68AE872}" dt="2024-12-03T09:43:44.490" v="9" actId="47"/>
        <pc:sldMkLst>
          <pc:docMk/>
          <pc:sldMk cId="3222696464" sldId="263"/>
        </pc:sldMkLst>
      </pc:sldChg>
      <pc:sldChg chg="del">
        <pc:chgData name="Tomáš Bratina" userId="2033f5136aa55253" providerId="LiveId" clId="{8EBD7E87-C580-4DD1-8079-7903F68AE872}" dt="2024-12-03T09:43:44.801" v="10" actId="47"/>
        <pc:sldMkLst>
          <pc:docMk/>
          <pc:sldMk cId="3703537943" sldId="264"/>
        </pc:sldMkLst>
      </pc:sldChg>
      <pc:sldChg chg="del">
        <pc:chgData name="Tomáš Bratina" userId="2033f5136aa55253" providerId="LiveId" clId="{8EBD7E87-C580-4DD1-8079-7903F68AE872}" dt="2024-12-03T09:43:45.444" v="11" actId="47"/>
        <pc:sldMkLst>
          <pc:docMk/>
          <pc:sldMk cId="2711536693" sldId="265"/>
        </pc:sldMkLst>
      </pc:sldChg>
      <pc:sldChg chg="del">
        <pc:chgData name="Tomáš Bratina" userId="2033f5136aa55253" providerId="LiveId" clId="{8EBD7E87-C580-4DD1-8079-7903F68AE872}" dt="2024-12-03T09:43:46.123" v="13" actId="47"/>
        <pc:sldMkLst>
          <pc:docMk/>
          <pc:sldMk cId="2452433882" sldId="266"/>
        </pc:sldMkLst>
      </pc:sldChg>
      <pc:sldChg chg="del">
        <pc:chgData name="Tomáš Bratina" userId="2033f5136aa55253" providerId="LiveId" clId="{8EBD7E87-C580-4DD1-8079-7903F68AE872}" dt="2024-12-03T09:43:47.090" v="15" actId="47"/>
        <pc:sldMkLst>
          <pc:docMk/>
          <pc:sldMk cId="2067607598" sldId="267"/>
        </pc:sldMkLst>
      </pc:sldChg>
      <pc:sldChg chg="del">
        <pc:chgData name="Tomáš Bratina" userId="2033f5136aa55253" providerId="LiveId" clId="{8EBD7E87-C580-4DD1-8079-7903F68AE872}" dt="2024-12-03T09:45:55.641" v="168" actId="47"/>
        <pc:sldMkLst>
          <pc:docMk/>
          <pc:sldMk cId="2217656136" sldId="268"/>
        </pc:sldMkLst>
      </pc:sldChg>
      <pc:sldChg chg="modSp mod">
        <pc:chgData name="Tomáš Bratina" userId="2033f5136aa55253" providerId="LiveId" clId="{8EBD7E87-C580-4DD1-8079-7903F68AE872}" dt="2024-12-03T09:46:39.854" v="212" actId="20577"/>
        <pc:sldMkLst>
          <pc:docMk/>
          <pc:sldMk cId="3375953505" sldId="269"/>
        </pc:sldMkLst>
        <pc:spChg chg="mod">
          <ac:chgData name="Tomáš Bratina" userId="2033f5136aa55253" providerId="LiveId" clId="{8EBD7E87-C580-4DD1-8079-7903F68AE872}" dt="2024-12-03T09:46:39.854" v="212" actId="20577"/>
          <ac:spMkLst>
            <pc:docMk/>
            <pc:sldMk cId="3375953505" sldId="269"/>
            <ac:spMk id="3" creationId="{A2CAEE88-C797-97E7-0A66-65CCD478D586}"/>
          </ac:spMkLst>
        </pc:spChg>
      </pc:sldChg>
      <pc:sldChg chg="modSp mod">
        <pc:chgData name="Tomáš Bratina" userId="2033f5136aa55253" providerId="LiveId" clId="{8EBD7E87-C580-4DD1-8079-7903F68AE872}" dt="2024-12-03T09:45:02.118" v="79" actId="790"/>
        <pc:sldMkLst>
          <pc:docMk/>
          <pc:sldMk cId="569988590" sldId="270"/>
        </pc:sldMkLst>
        <pc:spChg chg="mod">
          <ac:chgData name="Tomáš Bratina" userId="2033f5136aa55253" providerId="LiveId" clId="{8EBD7E87-C580-4DD1-8079-7903F68AE872}" dt="2024-12-03T09:45:02.118" v="79" actId="790"/>
          <ac:spMkLst>
            <pc:docMk/>
            <pc:sldMk cId="569988590" sldId="270"/>
            <ac:spMk id="3" creationId="{7B7295E5-6E8A-518F-EB4E-406CE62BCF97}"/>
          </ac:spMkLst>
        </pc:spChg>
      </pc:sldChg>
      <pc:sldChg chg="del">
        <pc:chgData name="Tomáš Bratina" userId="2033f5136aa55253" providerId="LiveId" clId="{8EBD7E87-C580-4DD1-8079-7903F68AE872}" dt="2024-12-03T09:45:54.049" v="165" actId="47"/>
        <pc:sldMkLst>
          <pc:docMk/>
          <pc:sldMk cId="3632139811" sldId="271"/>
        </pc:sldMkLst>
      </pc:sldChg>
      <pc:sldChg chg="del">
        <pc:chgData name="Tomáš Bratina" userId="2033f5136aa55253" providerId="LiveId" clId="{8EBD7E87-C580-4DD1-8079-7903F68AE872}" dt="2024-12-03T09:45:54.621" v="166" actId="47"/>
        <pc:sldMkLst>
          <pc:docMk/>
          <pc:sldMk cId="2722719931" sldId="272"/>
        </pc:sldMkLst>
      </pc:sldChg>
      <pc:sldChg chg="del">
        <pc:chgData name="Tomáš Bratina" userId="2033f5136aa55253" providerId="LiveId" clId="{8EBD7E87-C580-4DD1-8079-7903F68AE872}" dt="2024-12-03T09:45:54.981" v="167" actId="47"/>
        <pc:sldMkLst>
          <pc:docMk/>
          <pc:sldMk cId="1556813882" sldId="273"/>
        </pc:sldMkLst>
      </pc:sldChg>
      <pc:sldChg chg="del">
        <pc:chgData name="Tomáš Bratina" userId="2033f5136aa55253" providerId="LiveId" clId="{8EBD7E87-C580-4DD1-8079-7903F68AE872}" dt="2024-12-03T09:47:50.184" v="311" actId="47"/>
        <pc:sldMkLst>
          <pc:docMk/>
          <pc:sldMk cId="4289947240" sldId="274"/>
        </pc:sldMkLst>
      </pc:sldChg>
      <pc:sldChg chg="del">
        <pc:chgData name="Tomáš Bratina" userId="2033f5136aa55253" providerId="LiveId" clId="{8EBD7E87-C580-4DD1-8079-7903F68AE872}" dt="2024-12-03T09:47:50.864" v="312" actId="47"/>
        <pc:sldMkLst>
          <pc:docMk/>
          <pc:sldMk cId="1217515394" sldId="275"/>
        </pc:sldMkLst>
      </pc:sldChg>
      <pc:sldChg chg="del">
        <pc:chgData name="Tomáš Bratina" userId="2033f5136aa55253" providerId="LiveId" clId="{8EBD7E87-C580-4DD1-8079-7903F68AE872}" dt="2024-12-03T09:47:51.711" v="314" actId="47"/>
        <pc:sldMkLst>
          <pc:docMk/>
          <pc:sldMk cId="3100350970" sldId="276"/>
        </pc:sldMkLst>
      </pc:sldChg>
      <pc:sldChg chg="del">
        <pc:chgData name="Tomáš Bratina" userId="2033f5136aa55253" providerId="LiveId" clId="{8EBD7E87-C580-4DD1-8079-7903F68AE872}" dt="2024-12-03T09:47:51.201" v="313" actId="47"/>
        <pc:sldMkLst>
          <pc:docMk/>
          <pc:sldMk cId="1620107012" sldId="277"/>
        </pc:sldMkLst>
      </pc:sldChg>
      <pc:sldChg chg="del">
        <pc:chgData name="Tomáš Bratina" userId="2033f5136aa55253" providerId="LiveId" clId="{8EBD7E87-C580-4DD1-8079-7903F68AE872}" dt="2024-12-03T09:47:52.357" v="315" actId="47"/>
        <pc:sldMkLst>
          <pc:docMk/>
          <pc:sldMk cId="197378286" sldId="278"/>
        </pc:sldMkLst>
      </pc:sldChg>
      <pc:sldChg chg="del">
        <pc:chgData name="Tomáš Bratina" userId="2033f5136aa55253" providerId="LiveId" clId="{8EBD7E87-C580-4DD1-8079-7903F68AE872}" dt="2024-12-03T09:55:43.581" v="886" actId="47"/>
        <pc:sldMkLst>
          <pc:docMk/>
          <pc:sldMk cId="1650744803" sldId="279"/>
        </pc:sldMkLst>
      </pc:sldChg>
      <pc:sldChg chg="del">
        <pc:chgData name="Tomáš Bratina" userId="2033f5136aa55253" providerId="LiveId" clId="{8EBD7E87-C580-4DD1-8079-7903F68AE872}" dt="2024-12-03T09:55:43.901" v="887" actId="47"/>
        <pc:sldMkLst>
          <pc:docMk/>
          <pc:sldMk cId="884979872" sldId="280"/>
        </pc:sldMkLst>
      </pc:sldChg>
      <pc:sldChg chg="del">
        <pc:chgData name="Tomáš Bratina" userId="2033f5136aa55253" providerId="LiveId" clId="{8EBD7E87-C580-4DD1-8079-7903F68AE872}" dt="2024-12-03T09:55:44.133" v="888" actId="47"/>
        <pc:sldMkLst>
          <pc:docMk/>
          <pc:sldMk cId="2561180600" sldId="281"/>
        </pc:sldMkLst>
      </pc:sldChg>
      <pc:sldChg chg="del">
        <pc:chgData name="Tomáš Bratina" userId="2033f5136aa55253" providerId="LiveId" clId="{8EBD7E87-C580-4DD1-8079-7903F68AE872}" dt="2024-12-03T09:55:44.301" v="889" actId="47"/>
        <pc:sldMkLst>
          <pc:docMk/>
          <pc:sldMk cId="2522673811" sldId="282"/>
        </pc:sldMkLst>
      </pc:sldChg>
      <pc:sldChg chg="del">
        <pc:chgData name="Tomáš Bratina" userId="2033f5136aa55253" providerId="LiveId" clId="{8EBD7E87-C580-4DD1-8079-7903F68AE872}" dt="2024-12-03T09:55:44.452" v="890" actId="47"/>
        <pc:sldMkLst>
          <pc:docMk/>
          <pc:sldMk cId="787625466" sldId="283"/>
        </pc:sldMkLst>
      </pc:sldChg>
      <pc:sldChg chg="del">
        <pc:chgData name="Tomáš Bratina" userId="2033f5136aa55253" providerId="LiveId" clId="{8EBD7E87-C580-4DD1-8079-7903F68AE872}" dt="2024-12-03T09:55:44.581" v="891" actId="47"/>
        <pc:sldMkLst>
          <pc:docMk/>
          <pc:sldMk cId="1740919366" sldId="284"/>
        </pc:sldMkLst>
      </pc:sldChg>
      <pc:sldChg chg="del">
        <pc:chgData name="Tomáš Bratina" userId="2033f5136aa55253" providerId="LiveId" clId="{8EBD7E87-C580-4DD1-8079-7903F68AE872}" dt="2024-12-03T09:55:44.741" v="892" actId="47"/>
        <pc:sldMkLst>
          <pc:docMk/>
          <pc:sldMk cId="4106678152" sldId="285"/>
        </pc:sldMkLst>
      </pc:sldChg>
      <pc:sldChg chg="del">
        <pc:chgData name="Tomáš Bratina" userId="2033f5136aa55253" providerId="LiveId" clId="{8EBD7E87-C580-4DD1-8079-7903F68AE872}" dt="2024-12-03T09:55:44.901" v="893" actId="47"/>
        <pc:sldMkLst>
          <pc:docMk/>
          <pc:sldMk cId="807279567" sldId="286"/>
        </pc:sldMkLst>
      </pc:sldChg>
      <pc:sldChg chg="del">
        <pc:chgData name="Tomáš Bratina" userId="2033f5136aa55253" providerId="LiveId" clId="{8EBD7E87-C580-4DD1-8079-7903F68AE872}" dt="2024-12-03T09:55:45.073" v="894" actId="47"/>
        <pc:sldMkLst>
          <pc:docMk/>
          <pc:sldMk cId="136104910" sldId="287"/>
        </pc:sldMkLst>
      </pc:sldChg>
      <pc:sldChg chg="del">
        <pc:chgData name="Tomáš Bratina" userId="2033f5136aa55253" providerId="LiveId" clId="{8EBD7E87-C580-4DD1-8079-7903F68AE872}" dt="2024-12-03T09:55:45.233" v="895" actId="47"/>
        <pc:sldMkLst>
          <pc:docMk/>
          <pc:sldMk cId="2358242144" sldId="288"/>
        </pc:sldMkLst>
      </pc:sldChg>
      <pc:sldChg chg="del">
        <pc:chgData name="Tomáš Bratina" userId="2033f5136aa55253" providerId="LiveId" clId="{8EBD7E87-C580-4DD1-8079-7903F68AE872}" dt="2024-12-03T09:55:45.401" v="896" actId="47"/>
        <pc:sldMkLst>
          <pc:docMk/>
          <pc:sldMk cId="4031641775" sldId="289"/>
        </pc:sldMkLst>
      </pc:sldChg>
      <pc:sldChg chg="del">
        <pc:chgData name="Tomáš Bratina" userId="2033f5136aa55253" providerId="LiveId" clId="{8EBD7E87-C580-4DD1-8079-7903F68AE872}" dt="2024-12-03T09:55:45.571" v="897" actId="47"/>
        <pc:sldMkLst>
          <pc:docMk/>
          <pc:sldMk cId="2702720305" sldId="290"/>
        </pc:sldMkLst>
      </pc:sldChg>
      <pc:sldChg chg="del">
        <pc:chgData name="Tomáš Bratina" userId="2033f5136aa55253" providerId="LiveId" clId="{8EBD7E87-C580-4DD1-8079-7903F68AE872}" dt="2024-12-03T09:55:45.739" v="898" actId="47"/>
        <pc:sldMkLst>
          <pc:docMk/>
          <pc:sldMk cId="1834862105" sldId="291"/>
        </pc:sldMkLst>
      </pc:sldChg>
      <pc:sldChg chg="del">
        <pc:chgData name="Tomáš Bratina" userId="2033f5136aa55253" providerId="LiveId" clId="{8EBD7E87-C580-4DD1-8079-7903F68AE872}" dt="2024-12-03T09:55:45.915" v="899" actId="47"/>
        <pc:sldMkLst>
          <pc:docMk/>
          <pc:sldMk cId="2189751763" sldId="292"/>
        </pc:sldMkLst>
      </pc:sldChg>
      <pc:sldChg chg="del">
        <pc:chgData name="Tomáš Bratina" userId="2033f5136aa55253" providerId="LiveId" clId="{8EBD7E87-C580-4DD1-8079-7903F68AE872}" dt="2024-12-03T09:55:46.066" v="900" actId="47"/>
        <pc:sldMkLst>
          <pc:docMk/>
          <pc:sldMk cId="3268097110" sldId="293"/>
        </pc:sldMkLst>
      </pc:sldChg>
      <pc:sldChg chg="del">
        <pc:chgData name="Tomáš Bratina" userId="2033f5136aa55253" providerId="LiveId" clId="{8EBD7E87-C580-4DD1-8079-7903F68AE872}" dt="2024-12-03T09:55:46.231" v="901" actId="47"/>
        <pc:sldMkLst>
          <pc:docMk/>
          <pc:sldMk cId="1162886901" sldId="294"/>
        </pc:sldMkLst>
      </pc:sldChg>
      <pc:sldChg chg="del">
        <pc:chgData name="Tomáš Bratina" userId="2033f5136aa55253" providerId="LiveId" clId="{8EBD7E87-C580-4DD1-8079-7903F68AE872}" dt="2024-12-03T09:55:46.416" v="902" actId="47"/>
        <pc:sldMkLst>
          <pc:docMk/>
          <pc:sldMk cId="2406679722" sldId="295"/>
        </pc:sldMkLst>
      </pc:sldChg>
      <pc:sldChg chg="del">
        <pc:chgData name="Tomáš Bratina" userId="2033f5136aa55253" providerId="LiveId" clId="{8EBD7E87-C580-4DD1-8079-7903F68AE872}" dt="2024-12-03T09:55:46.551" v="903" actId="47"/>
        <pc:sldMkLst>
          <pc:docMk/>
          <pc:sldMk cId="2854463241" sldId="296"/>
        </pc:sldMkLst>
      </pc:sldChg>
      <pc:sldChg chg="del">
        <pc:chgData name="Tomáš Bratina" userId="2033f5136aa55253" providerId="LiveId" clId="{8EBD7E87-C580-4DD1-8079-7903F68AE872}" dt="2024-12-03T09:55:47.291" v="905" actId="47"/>
        <pc:sldMkLst>
          <pc:docMk/>
          <pc:sldMk cId="1373138527" sldId="297"/>
        </pc:sldMkLst>
      </pc:sldChg>
      <pc:sldChg chg="del">
        <pc:chgData name="Tomáš Bratina" userId="2033f5136aa55253" providerId="LiveId" clId="{8EBD7E87-C580-4DD1-8079-7903F68AE872}" dt="2024-12-03T09:55:47.545" v="906" actId="47"/>
        <pc:sldMkLst>
          <pc:docMk/>
          <pc:sldMk cId="752268388" sldId="298"/>
        </pc:sldMkLst>
      </pc:sldChg>
      <pc:sldChg chg="del">
        <pc:chgData name="Tomáš Bratina" userId="2033f5136aa55253" providerId="LiveId" clId="{8EBD7E87-C580-4DD1-8079-7903F68AE872}" dt="2024-12-03T09:55:47.724" v="907" actId="47"/>
        <pc:sldMkLst>
          <pc:docMk/>
          <pc:sldMk cId="3804995548" sldId="299"/>
        </pc:sldMkLst>
      </pc:sldChg>
      <pc:sldChg chg="del">
        <pc:chgData name="Tomáš Bratina" userId="2033f5136aa55253" providerId="LiveId" clId="{8EBD7E87-C580-4DD1-8079-7903F68AE872}" dt="2024-12-03T09:55:49.114" v="914" actId="47"/>
        <pc:sldMkLst>
          <pc:docMk/>
          <pc:sldMk cId="4079901915" sldId="300"/>
        </pc:sldMkLst>
      </pc:sldChg>
      <pc:sldChg chg="del">
        <pc:chgData name="Tomáš Bratina" userId="2033f5136aa55253" providerId="LiveId" clId="{8EBD7E87-C580-4DD1-8079-7903F68AE872}" dt="2024-12-03T09:55:49.353" v="915" actId="47"/>
        <pc:sldMkLst>
          <pc:docMk/>
          <pc:sldMk cId="171731189" sldId="301"/>
        </pc:sldMkLst>
      </pc:sldChg>
      <pc:sldChg chg="del">
        <pc:chgData name="Tomáš Bratina" userId="2033f5136aa55253" providerId="LiveId" clId="{8EBD7E87-C580-4DD1-8079-7903F68AE872}" dt="2024-12-03T09:55:49.681" v="916" actId="47"/>
        <pc:sldMkLst>
          <pc:docMk/>
          <pc:sldMk cId="159973441" sldId="302"/>
        </pc:sldMkLst>
      </pc:sldChg>
      <pc:sldChg chg="del">
        <pc:chgData name="Tomáš Bratina" userId="2033f5136aa55253" providerId="LiveId" clId="{8EBD7E87-C580-4DD1-8079-7903F68AE872}" dt="2024-12-03T09:55:49.923" v="917" actId="47"/>
        <pc:sldMkLst>
          <pc:docMk/>
          <pc:sldMk cId="4280588751" sldId="303"/>
        </pc:sldMkLst>
      </pc:sldChg>
      <pc:sldChg chg="del">
        <pc:chgData name="Tomáš Bratina" userId="2033f5136aa55253" providerId="LiveId" clId="{8EBD7E87-C580-4DD1-8079-7903F68AE872}" dt="2024-12-03T09:55:50.107" v="918" actId="47"/>
        <pc:sldMkLst>
          <pc:docMk/>
          <pc:sldMk cId="2763878139" sldId="305"/>
        </pc:sldMkLst>
      </pc:sldChg>
      <pc:sldChg chg="add del">
        <pc:chgData name="Tomáš Bratina" userId="2033f5136aa55253" providerId="LiveId" clId="{8EBD7E87-C580-4DD1-8079-7903F68AE872}" dt="2024-12-03T09:55:55.539" v="929" actId="47"/>
        <pc:sldMkLst>
          <pc:docMk/>
          <pc:sldMk cId="2489144692" sldId="306"/>
        </pc:sldMkLst>
      </pc:sldChg>
      <pc:sldChg chg="del">
        <pc:chgData name="Tomáš Bratina" userId="2033f5136aa55253" providerId="LiveId" clId="{8EBD7E87-C580-4DD1-8079-7903F68AE872}" dt="2024-12-03T09:43:45.791" v="12" actId="47"/>
        <pc:sldMkLst>
          <pc:docMk/>
          <pc:sldMk cId="4084945586" sldId="307"/>
        </pc:sldMkLst>
      </pc:sldChg>
      <pc:sldChg chg="del">
        <pc:chgData name="Tomáš Bratina" userId="2033f5136aa55253" providerId="LiveId" clId="{8EBD7E87-C580-4DD1-8079-7903F68AE872}" dt="2024-12-03T09:43:46.545" v="14" actId="47"/>
        <pc:sldMkLst>
          <pc:docMk/>
          <pc:sldMk cId="656969714" sldId="308"/>
        </pc:sldMkLst>
      </pc:sldChg>
      <pc:sldChg chg="del">
        <pc:chgData name="Tomáš Bratina" userId="2033f5136aa55253" providerId="LiveId" clId="{8EBD7E87-C580-4DD1-8079-7903F68AE872}" dt="2024-12-03T09:43:39.980" v="3" actId="47"/>
        <pc:sldMkLst>
          <pc:docMk/>
          <pc:sldMk cId="1592934890" sldId="309"/>
        </pc:sldMkLst>
      </pc:sldChg>
      <pc:sldChg chg="del">
        <pc:chgData name="Tomáš Bratina" userId="2033f5136aa55253" providerId="LiveId" clId="{8EBD7E87-C580-4DD1-8079-7903F68AE872}" dt="2024-12-03T09:55:48.878" v="913" actId="47"/>
        <pc:sldMkLst>
          <pc:docMk/>
          <pc:sldMk cId="780753000" sldId="311"/>
        </pc:sldMkLst>
      </pc:sldChg>
      <pc:sldChg chg="del">
        <pc:chgData name="Tomáš Bratina" userId="2033f5136aa55253" providerId="LiveId" clId="{8EBD7E87-C580-4DD1-8079-7903F68AE872}" dt="2024-12-03T09:55:47.901" v="908" actId="47"/>
        <pc:sldMkLst>
          <pc:docMk/>
          <pc:sldMk cId="1939044137" sldId="312"/>
        </pc:sldMkLst>
      </pc:sldChg>
      <pc:sldChg chg="del">
        <pc:chgData name="Tomáš Bratina" userId="2033f5136aa55253" providerId="LiveId" clId="{8EBD7E87-C580-4DD1-8079-7903F68AE872}" dt="2024-12-03T09:55:48.081" v="909" actId="47"/>
        <pc:sldMkLst>
          <pc:docMk/>
          <pc:sldMk cId="2543889861" sldId="313"/>
        </pc:sldMkLst>
      </pc:sldChg>
      <pc:sldChg chg="del">
        <pc:chgData name="Tomáš Bratina" userId="2033f5136aa55253" providerId="LiveId" clId="{8EBD7E87-C580-4DD1-8079-7903F68AE872}" dt="2024-12-03T09:55:48.263" v="910" actId="47"/>
        <pc:sldMkLst>
          <pc:docMk/>
          <pc:sldMk cId="1177749012" sldId="314"/>
        </pc:sldMkLst>
      </pc:sldChg>
      <pc:sldChg chg="del">
        <pc:chgData name="Tomáš Bratina" userId="2033f5136aa55253" providerId="LiveId" clId="{8EBD7E87-C580-4DD1-8079-7903F68AE872}" dt="2024-12-03T09:55:48.470" v="911" actId="47"/>
        <pc:sldMkLst>
          <pc:docMk/>
          <pc:sldMk cId="2710867700" sldId="315"/>
        </pc:sldMkLst>
      </pc:sldChg>
      <pc:sldChg chg="del">
        <pc:chgData name="Tomáš Bratina" userId="2033f5136aa55253" providerId="LiveId" clId="{8EBD7E87-C580-4DD1-8079-7903F68AE872}" dt="2024-12-03T09:55:48.682" v="912" actId="47"/>
        <pc:sldMkLst>
          <pc:docMk/>
          <pc:sldMk cId="201453097" sldId="316"/>
        </pc:sldMkLst>
      </pc:sldChg>
      <pc:sldChg chg="del">
        <pc:chgData name="Tomáš Bratina" userId="2033f5136aa55253" providerId="LiveId" clId="{8EBD7E87-C580-4DD1-8079-7903F68AE872}" dt="2024-12-03T09:55:46.881" v="904" actId="47"/>
        <pc:sldMkLst>
          <pc:docMk/>
          <pc:sldMk cId="2201295664" sldId="317"/>
        </pc:sldMkLst>
      </pc:sldChg>
      <pc:sldChg chg="modSp add mod">
        <pc:chgData name="Tomáš Bratina" userId="2033f5136aa55253" providerId="LiveId" clId="{8EBD7E87-C580-4DD1-8079-7903F68AE872}" dt="2024-12-03T09:45:17.923" v="98" actId="113"/>
        <pc:sldMkLst>
          <pc:docMk/>
          <pc:sldMk cId="2358080528" sldId="318"/>
        </pc:sldMkLst>
        <pc:spChg chg="mod">
          <ac:chgData name="Tomáš Bratina" userId="2033f5136aa55253" providerId="LiveId" clId="{8EBD7E87-C580-4DD1-8079-7903F68AE872}" dt="2024-12-03T09:45:17.923" v="98" actId="113"/>
          <ac:spMkLst>
            <pc:docMk/>
            <pc:sldMk cId="2358080528" sldId="318"/>
            <ac:spMk id="3" creationId="{76B81DDC-77C2-B8DD-FCEC-801C492DEA5C}"/>
          </ac:spMkLst>
        </pc:spChg>
      </pc:sldChg>
      <pc:sldChg chg="modSp add mod">
        <pc:chgData name="Tomáš Bratina" userId="2033f5136aa55253" providerId="LiveId" clId="{8EBD7E87-C580-4DD1-8079-7903F68AE872}" dt="2024-12-03T09:45:25.624" v="114" actId="20577"/>
        <pc:sldMkLst>
          <pc:docMk/>
          <pc:sldMk cId="2492616436" sldId="319"/>
        </pc:sldMkLst>
        <pc:spChg chg="mod">
          <ac:chgData name="Tomáš Bratina" userId="2033f5136aa55253" providerId="LiveId" clId="{8EBD7E87-C580-4DD1-8079-7903F68AE872}" dt="2024-12-03T09:45:25.624" v="114" actId="20577"/>
          <ac:spMkLst>
            <pc:docMk/>
            <pc:sldMk cId="2492616436" sldId="319"/>
            <ac:spMk id="3" creationId="{33D78AFF-8FB3-AB97-26E7-0F9DB2EBA842}"/>
          </ac:spMkLst>
        </pc:spChg>
      </pc:sldChg>
      <pc:sldChg chg="modSp add mod">
        <pc:chgData name="Tomáš Bratina" userId="2033f5136aa55253" providerId="LiveId" clId="{8EBD7E87-C580-4DD1-8079-7903F68AE872}" dt="2024-12-03T09:45:36.678" v="131" actId="20577"/>
        <pc:sldMkLst>
          <pc:docMk/>
          <pc:sldMk cId="968954029" sldId="320"/>
        </pc:sldMkLst>
        <pc:spChg chg="mod">
          <ac:chgData name="Tomáš Bratina" userId="2033f5136aa55253" providerId="LiveId" clId="{8EBD7E87-C580-4DD1-8079-7903F68AE872}" dt="2024-12-03T09:45:36.678" v="131" actId="20577"/>
          <ac:spMkLst>
            <pc:docMk/>
            <pc:sldMk cId="968954029" sldId="320"/>
            <ac:spMk id="3" creationId="{FB4BA9BB-5E3D-CCFB-CB54-60196CAA3DE5}"/>
          </ac:spMkLst>
        </pc:spChg>
      </pc:sldChg>
      <pc:sldChg chg="modSp add mod">
        <pc:chgData name="Tomáš Bratina" userId="2033f5136aa55253" providerId="LiveId" clId="{8EBD7E87-C580-4DD1-8079-7903F68AE872}" dt="2024-12-03T09:45:43.689" v="147" actId="20577"/>
        <pc:sldMkLst>
          <pc:docMk/>
          <pc:sldMk cId="2997702547" sldId="321"/>
        </pc:sldMkLst>
        <pc:spChg chg="mod">
          <ac:chgData name="Tomáš Bratina" userId="2033f5136aa55253" providerId="LiveId" clId="{8EBD7E87-C580-4DD1-8079-7903F68AE872}" dt="2024-12-03T09:45:43.689" v="147" actId="20577"/>
          <ac:spMkLst>
            <pc:docMk/>
            <pc:sldMk cId="2997702547" sldId="321"/>
            <ac:spMk id="3" creationId="{30F8F70F-9BDA-1750-26E5-95A97F9C71EA}"/>
          </ac:spMkLst>
        </pc:spChg>
      </pc:sldChg>
      <pc:sldChg chg="modSp add mod">
        <pc:chgData name="Tomáš Bratina" userId="2033f5136aa55253" providerId="LiveId" clId="{8EBD7E87-C580-4DD1-8079-7903F68AE872}" dt="2024-12-03T09:45:50.992" v="164" actId="20577"/>
        <pc:sldMkLst>
          <pc:docMk/>
          <pc:sldMk cId="2067683351" sldId="322"/>
        </pc:sldMkLst>
        <pc:spChg chg="mod">
          <ac:chgData name="Tomáš Bratina" userId="2033f5136aa55253" providerId="LiveId" clId="{8EBD7E87-C580-4DD1-8079-7903F68AE872}" dt="2024-12-03T09:45:50.992" v="164" actId="20577"/>
          <ac:spMkLst>
            <pc:docMk/>
            <pc:sldMk cId="2067683351" sldId="322"/>
            <ac:spMk id="3" creationId="{3DFB6336-2297-3C9C-9521-F5070C9B9FDB}"/>
          </ac:spMkLst>
        </pc:spChg>
      </pc:sldChg>
      <pc:sldChg chg="modSp add mod">
        <pc:chgData name="Tomáš Bratina" userId="2033f5136aa55253" providerId="LiveId" clId="{8EBD7E87-C580-4DD1-8079-7903F68AE872}" dt="2024-12-03T09:46:51.751" v="231" actId="20577"/>
        <pc:sldMkLst>
          <pc:docMk/>
          <pc:sldMk cId="646959507" sldId="323"/>
        </pc:sldMkLst>
        <pc:spChg chg="mod">
          <ac:chgData name="Tomáš Bratina" userId="2033f5136aa55253" providerId="LiveId" clId="{8EBD7E87-C580-4DD1-8079-7903F68AE872}" dt="2024-12-03T09:46:51.751" v="231" actId="20577"/>
          <ac:spMkLst>
            <pc:docMk/>
            <pc:sldMk cId="646959507" sldId="323"/>
            <ac:spMk id="3" creationId="{6F6B6B93-9406-C188-F150-6BC43E9D39CD}"/>
          </ac:spMkLst>
        </pc:spChg>
      </pc:sldChg>
      <pc:sldChg chg="modSp add mod">
        <pc:chgData name="Tomáš Bratina" userId="2033f5136aa55253" providerId="LiveId" clId="{8EBD7E87-C580-4DD1-8079-7903F68AE872}" dt="2024-12-03T09:47:15.302" v="264" actId="20577"/>
        <pc:sldMkLst>
          <pc:docMk/>
          <pc:sldMk cId="1245922750" sldId="324"/>
        </pc:sldMkLst>
        <pc:spChg chg="mod">
          <ac:chgData name="Tomáš Bratina" userId="2033f5136aa55253" providerId="LiveId" clId="{8EBD7E87-C580-4DD1-8079-7903F68AE872}" dt="2024-12-03T09:47:15.302" v="264" actId="20577"/>
          <ac:spMkLst>
            <pc:docMk/>
            <pc:sldMk cId="1245922750" sldId="324"/>
            <ac:spMk id="3" creationId="{33539871-FD19-ADBE-44B2-A1998B7B07BF}"/>
          </ac:spMkLst>
        </pc:spChg>
      </pc:sldChg>
      <pc:sldChg chg="modSp add mod">
        <pc:chgData name="Tomáš Bratina" userId="2033f5136aa55253" providerId="LiveId" clId="{8EBD7E87-C580-4DD1-8079-7903F68AE872}" dt="2024-12-03T09:47:24.314" v="279" actId="113"/>
        <pc:sldMkLst>
          <pc:docMk/>
          <pc:sldMk cId="3669097569" sldId="325"/>
        </pc:sldMkLst>
        <pc:spChg chg="mod">
          <ac:chgData name="Tomáš Bratina" userId="2033f5136aa55253" providerId="LiveId" clId="{8EBD7E87-C580-4DD1-8079-7903F68AE872}" dt="2024-12-03T09:47:24.314" v="279" actId="113"/>
          <ac:spMkLst>
            <pc:docMk/>
            <pc:sldMk cId="3669097569" sldId="325"/>
            <ac:spMk id="3" creationId="{738A4DBC-DD89-F792-F07C-028A8EAF36E6}"/>
          </ac:spMkLst>
        </pc:spChg>
      </pc:sldChg>
      <pc:sldChg chg="modSp add del mod">
        <pc:chgData name="Tomáš Bratina" userId="2033f5136aa55253" providerId="LiveId" clId="{8EBD7E87-C580-4DD1-8079-7903F68AE872}" dt="2024-12-03T09:55:53.215" v="924" actId="47"/>
        <pc:sldMkLst>
          <pc:docMk/>
          <pc:sldMk cId="1522305521" sldId="326"/>
        </pc:sldMkLst>
        <pc:spChg chg="mod">
          <ac:chgData name="Tomáš Bratina" userId="2033f5136aa55253" providerId="LiveId" clId="{8EBD7E87-C580-4DD1-8079-7903F68AE872}" dt="2024-12-03T09:47:31.248" v="297" actId="20577"/>
          <ac:spMkLst>
            <pc:docMk/>
            <pc:sldMk cId="1522305521" sldId="326"/>
            <ac:spMk id="3" creationId="{3EB6046C-6446-D1BC-713C-7DBFB5FC7589}"/>
          </ac:spMkLst>
        </pc:spChg>
      </pc:sldChg>
      <pc:sldChg chg="modSp add del mod">
        <pc:chgData name="Tomáš Bratina" userId="2033f5136aa55253" providerId="LiveId" clId="{8EBD7E87-C580-4DD1-8079-7903F68AE872}" dt="2024-12-03T09:55:53.371" v="925" actId="47"/>
        <pc:sldMkLst>
          <pc:docMk/>
          <pc:sldMk cId="1712972380" sldId="327"/>
        </pc:sldMkLst>
        <pc:spChg chg="mod">
          <ac:chgData name="Tomáš Bratina" userId="2033f5136aa55253" providerId="LiveId" clId="{8EBD7E87-C580-4DD1-8079-7903F68AE872}" dt="2024-12-03T09:47:37.689" v="310" actId="20577"/>
          <ac:spMkLst>
            <pc:docMk/>
            <pc:sldMk cId="1712972380" sldId="327"/>
            <ac:spMk id="3" creationId="{C7F2F585-0099-2FD9-E066-10437E02CD96}"/>
          </ac:spMkLst>
        </pc:spChg>
      </pc:sldChg>
      <pc:sldChg chg="addSp modSp new mod modClrScheme chgLayout">
        <pc:chgData name="Tomáš Bratina" userId="2033f5136aa55253" providerId="LiveId" clId="{8EBD7E87-C580-4DD1-8079-7903F68AE872}" dt="2024-12-03T09:52:22.320" v="698" actId="20577"/>
        <pc:sldMkLst>
          <pc:docMk/>
          <pc:sldMk cId="169176183" sldId="328"/>
        </pc:sldMkLst>
        <pc:spChg chg="mod ord">
          <ac:chgData name="Tomáš Bratina" userId="2033f5136aa55253" providerId="LiveId" clId="{8EBD7E87-C580-4DD1-8079-7903F68AE872}" dt="2024-12-03T09:49:02.971" v="361" actId="700"/>
          <ac:spMkLst>
            <pc:docMk/>
            <pc:sldMk cId="169176183" sldId="328"/>
            <ac:spMk id="2" creationId="{020D1B54-E11D-E754-3428-2F4F0CFBF15B}"/>
          </ac:spMkLst>
        </pc:spChg>
        <pc:spChg chg="mod ord">
          <ac:chgData name="Tomáš Bratina" userId="2033f5136aa55253" providerId="LiveId" clId="{8EBD7E87-C580-4DD1-8079-7903F68AE872}" dt="2024-12-03T09:52:22.320" v="698" actId="20577"/>
          <ac:spMkLst>
            <pc:docMk/>
            <pc:sldMk cId="169176183" sldId="328"/>
            <ac:spMk id="3" creationId="{6F76A8D2-2967-F291-63BD-96FB65F74FC9}"/>
          </ac:spMkLst>
        </pc:spChg>
        <pc:spChg chg="add mod ord">
          <ac:chgData name="Tomáš Bratina" userId="2033f5136aa55253" providerId="LiveId" clId="{8EBD7E87-C580-4DD1-8079-7903F68AE872}" dt="2024-12-03T09:52:18.832" v="695" actId="20577"/>
          <ac:spMkLst>
            <pc:docMk/>
            <pc:sldMk cId="169176183" sldId="328"/>
            <ac:spMk id="4" creationId="{CB2C1567-AB4E-D7AE-5DA6-D983150DC038}"/>
          </ac:spMkLst>
        </pc:spChg>
      </pc:sldChg>
      <pc:sldChg chg="addSp delSp modSp add mod modClrScheme chgLayout">
        <pc:chgData name="Tomáš Bratina" userId="2033f5136aa55253" providerId="LiveId" clId="{8EBD7E87-C580-4DD1-8079-7903F68AE872}" dt="2024-12-03T09:54:26.432" v="879" actId="20577"/>
        <pc:sldMkLst>
          <pc:docMk/>
          <pc:sldMk cId="3819228847" sldId="329"/>
        </pc:sldMkLst>
        <pc:spChg chg="mod ord">
          <ac:chgData name="Tomáš Bratina" userId="2033f5136aa55253" providerId="LiveId" clId="{8EBD7E87-C580-4DD1-8079-7903F68AE872}" dt="2024-12-03T09:52:43.272" v="700" actId="700"/>
          <ac:spMkLst>
            <pc:docMk/>
            <pc:sldMk cId="3819228847" sldId="329"/>
            <ac:spMk id="2" creationId="{2BA21B3A-DF21-0029-6B41-04EF60421862}"/>
          </ac:spMkLst>
        </pc:spChg>
        <pc:spChg chg="mod ord">
          <ac:chgData name="Tomáš Bratina" userId="2033f5136aa55253" providerId="LiveId" clId="{8EBD7E87-C580-4DD1-8079-7903F68AE872}" dt="2024-12-03T09:54:26.432" v="879" actId="20577"/>
          <ac:spMkLst>
            <pc:docMk/>
            <pc:sldMk cId="3819228847" sldId="329"/>
            <ac:spMk id="3" creationId="{04FF1462-FD5E-B9B1-57E3-445455C4A680}"/>
          </ac:spMkLst>
        </pc:spChg>
        <pc:spChg chg="del mod ord">
          <ac:chgData name="Tomáš Bratina" userId="2033f5136aa55253" providerId="LiveId" clId="{8EBD7E87-C580-4DD1-8079-7903F68AE872}" dt="2024-12-03T09:52:46.301" v="701" actId="478"/>
          <ac:spMkLst>
            <pc:docMk/>
            <pc:sldMk cId="3819228847" sldId="329"/>
            <ac:spMk id="4" creationId="{7CCD54D3-41B0-E8C4-D364-033B452D355E}"/>
          </ac:spMkLst>
        </pc:spChg>
        <pc:graphicFrameChg chg="add mod">
          <ac:chgData name="Tomáš Bratina" userId="2033f5136aa55253" providerId="LiveId" clId="{8EBD7E87-C580-4DD1-8079-7903F68AE872}" dt="2024-12-03T09:53:44.533" v="838"/>
          <ac:graphicFrameMkLst>
            <pc:docMk/>
            <pc:sldMk cId="3819228847" sldId="329"/>
            <ac:graphicFrameMk id="5" creationId="{C0BC2084-5960-3403-F97E-3F3220776558}"/>
          </ac:graphicFrameMkLst>
        </pc:graphicFrameChg>
      </pc:sldChg>
      <pc:sldChg chg="modSp add del mod">
        <pc:chgData name="Tomáš Bratina" userId="2033f5136aa55253" providerId="LiveId" clId="{8EBD7E87-C580-4DD1-8079-7903F68AE872}" dt="2024-12-03T09:55:53.549" v="926" actId="47"/>
        <pc:sldMkLst>
          <pc:docMk/>
          <pc:sldMk cId="3999278650" sldId="330"/>
        </pc:sldMkLst>
        <pc:spChg chg="mod">
          <ac:chgData name="Tomáš Bratina" userId="2033f5136aa55253" providerId="LiveId" clId="{8EBD7E87-C580-4DD1-8079-7903F68AE872}" dt="2024-12-03T09:55:22.201" v="884" actId="1076"/>
          <ac:spMkLst>
            <pc:docMk/>
            <pc:sldMk cId="3999278650" sldId="330"/>
            <ac:spMk id="4" creationId="{D9885C05-36F4-6CF5-76BD-150D53894F70}"/>
          </ac:spMkLst>
        </pc:spChg>
      </pc:sldChg>
      <pc:sldChg chg="modSp add del mod">
        <pc:chgData name="Tomáš Bratina" userId="2033f5136aa55253" providerId="LiveId" clId="{8EBD7E87-C580-4DD1-8079-7903F68AE872}" dt="2024-12-03T09:55:53.877" v="927" actId="47"/>
        <pc:sldMkLst>
          <pc:docMk/>
          <pc:sldMk cId="1421440222" sldId="331"/>
        </pc:sldMkLst>
        <pc:spChg chg="mod">
          <ac:chgData name="Tomáš Bratina" userId="2033f5136aa55253" providerId="LiveId" clId="{8EBD7E87-C580-4DD1-8079-7903F68AE872}" dt="2024-12-03T09:55:29.531" v="885" actId="255"/>
          <ac:spMkLst>
            <pc:docMk/>
            <pc:sldMk cId="1421440222" sldId="331"/>
            <ac:spMk id="4" creationId="{69172350-BCBC-7A47-390D-8C4A5E432A44}"/>
          </ac:spMkLst>
        </pc:spChg>
      </pc:sldChg>
      <pc:sldChg chg="addSp delSp modSp new mod setBg">
        <pc:chgData name="Tomáš Bratina" userId="2033f5136aa55253" providerId="LiveId" clId="{8EBD7E87-C580-4DD1-8079-7903F68AE872}" dt="2024-12-03T18:17:08.277" v="963" actId="1076"/>
        <pc:sldMkLst>
          <pc:docMk/>
          <pc:sldMk cId="344161272" sldId="332"/>
        </pc:sldMkLst>
        <pc:spChg chg="add del mod">
          <ac:chgData name="Tomáš Bratina" userId="2033f5136aa55253" providerId="LiveId" clId="{8EBD7E87-C580-4DD1-8079-7903F68AE872}" dt="2024-12-03T18:16:57.996" v="950" actId="478"/>
          <ac:spMkLst>
            <pc:docMk/>
            <pc:sldMk cId="344161272" sldId="332"/>
            <ac:spMk id="2" creationId="{B1C673AA-0CDD-213F-06AC-2AA4745FB090}"/>
          </ac:spMkLst>
        </pc:spChg>
        <pc:spChg chg="del">
          <ac:chgData name="Tomáš Bratina" userId="2033f5136aa55253" providerId="LiveId" clId="{8EBD7E87-C580-4DD1-8079-7903F68AE872}" dt="2024-12-03T18:16:14.758" v="933" actId="931"/>
          <ac:spMkLst>
            <pc:docMk/>
            <pc:sldMk cId="344161272" sldId="332"/>
            <ac:spMk id="3" creationId="{8A2DA23B-164C-D01F-F6BA-048142D0E024}"/>
          </ac:spMkLst>
        </pc:spChg>
        <pc:spChg chg="add del">
          <ac:chgData name="Tomáš Bratina" userId="2033f5136aa55253" providerId="LiveId" clId="{8EBD7E87-C580-4DD1-8079-7903F68AE872}" dt="2024-12-03T18:16:37.483" v="939" actId="26606"/>
          <ac:spMkLst>
            <pc:docMk/>
            <pc:sldMk cId="344161272" sldId="332"/>
            <ac:spMk id="9" creationId="{A1835235-6712-9910-0A0F-5164D8DFD909}"/>
          </ac:spMkLst>
        </pc:spChg>
        <pc:spChg chg="add del">
          <ac:chgData name="Tomáš Bratina" userId="2033f5136aa55253" providerId="LiveId" clId="{8EBD7E87-C580-4DD1-8079-7903F68AE872}" dt="2024-12-03T18:16:28.535" v="937" actId="26606"/>
          <ac:spMkLst>
            <pc:docMk/>
            <pc:sldMk cId="344161272" sldId="332"/>
            <ac:spMk id="10" creationId="{617232C0-0F15-4526-A8A3-C30C8FFB6BDE}"/>
          </ac:spMkLst>
        </pc:spChg>
        <pc:spChg chg="add del">
          <ac:chgData name="Tomáš Bratina" userId="2033f5136aa55253" providerId="LiveId" clId="{8EBD7E87-C580-4DD1-8079-7903F68AE872}" dt="2024-12-03T18:16:37.483" v="939" actId="26606"/>
          <ac:spMkLst>
            <pc:docMk/>
            <pc:sldMk cId="344161272" sldId="332"/>
            <ac:spMk id="12" creationId="{2829618A-B780-4421-AC86-35B451AF5DC5}"/>
          </ac:spMkLst>
        </pc:spChg>
        <pc:spChg chg="add del">
          <ac:chgData name="Tomáš Bratina" userId="2033f5136aa55253" providerId="LiveId" clId="{8EBD7E87-C580-4DD1-8079-7903F68AE872}" dt="2024-12-03T18:16:41.892" v="941" actId="26606"/>
          <ac:spMkLst>
            <pc:docMk/>
            <pc:sldMk cId="344161272" sldId="332"/>
            <ac:spMk id="14" creationId="{082F0901-50F7-4999-A648-35097915F307}"/>
          </ac:spMkLst>
        </pc:spChg>
        <pc:spChg chg="add del">
          <ac:chgData name="Tomáš Bratina" userId="2033f5136aa55253" providerId="LiveId" clId="{8EBD7E87-C580-4DD1-8079-7903F68AE872}" dt="2024-12-03T18:16:41.892" v="941" actId="26606"/>
          <ac:spMkLst>
            <pc:docMk/>
            <pc:sldMk cId="344161272" sldId="332"/>
            <ac:spMk id="15" creationId="{E39055A8-6754-4F27-8010-BF142982DD03}"/>
          </ac:spMkLst>
        </pc:spChg>
        <pc:spChg chg="add del">
          <ac:chgData name="Tomáš Bratina" userId="2033f5136aa55253" providerId="LiveId" clId="{8EBD7E87-C580-4DD1-8079-7903F68AE872}" dt="2024-12-03T18:16:41.892" v="941" actId="26606"/>
          <ac:spMkLst>
            <pc:docMk/>
            <pc:sldMk cId="344161272" sldId="332"/>
            <ac:spMk id="16" creationId="{6F4FD17E-BCD9-4B99-A72B-3CF2137297F9}"/>
          </ac:spMkLst>
        </pc:spChg>
        <pc:spChg chg="add del">
          <ac:chgData name="Tomáš Bratina" userId="2033f5136aa55253" providerId="LiveId" clId="{8EBD7E87-C580-4DD1-8079-7903F68AE872}" dt="2024-12-03T18:16:42.491" v="943" actId="26606"/>
          <ac:spMkLst>
            <pc:docMk/>
            <pc:sldMk cId="344161272" sldId="332"/>
            <ac:spMk id="18" creationId="{5674BE52-A142-43B6-97D5-C368C9A16D6E}"/>
          </ac:spMkLst>
        </pc:spChg>
        <pc:spChg chg="add del">
          <ac:chgData name="Tomáš Bratina" userId="2033f5136aa55253" providerId="LiveId" clId="{8EBD7E87-C580-4DD1-8079-7903F68AE872}" dt="2024-12-03T18:16:45.343" v="945" actId="26606"/>
          <ac:spMkLst>
            <pc:docMk/>
            <pc:sldMk cId="344161272" sldId="332"/>
            <ac:spMk id="20" creationId="{E39055A8-6754-4F27-8010-BF142982DD03}"/>
          </ac:spMkLst>
        </pc:spChg>
        <pc:spChg chg="add del">
          <ac:chgData name="Tomáš Bratina" userId="2033f5136aa55253" providerId="LiveId" clId="{8EBD7E87-C580-4DD1-8079-7903F68AE872}" dt="2024-12-03T18:16:45.343" v="945" actId="26606"/>
          <ac:spMkLst>
            <pc:docMk/>
            <pc:sldMk cId="344161272" sldId="332"/>
            <ac:spMk id="21" creationId="{6F4FD17E-BCD9-4B99-A72B-3CF2137297F9}"/>
          </ac:spMkLst>
        </pc:spChg>
        <pc:spChg chg="add del">
          <ac:chgData name="Tomáš Bratina" userId="2033f5136aa55253" providerId="LiveId" clId="{8EBD7E87-C580-4DD1-8079-7903F68AE872}" dt="2024-12-03T18:16:45.343" v="945" actId="26606"/>
          <ac:spMkLst>
            <pc:docMk/>
            <pc:sldMk cId="344161272" sldId="332"/>
            <ac:spMk id="22" creationId="{082F0901-50F7-4999-A648-35097915F307}"/>
          </ac:spMkLst>
        </pc:spChg>
        <pc:spChg chg="add del">
          <ac:chgData name="Tomáš Bratina" userId="2033f5136aa55253" providerId="LiveId" clId="{8EBD7E87-C580-4DD1-8079-7903F68AE872}" dt="2024-12-03T18:16:45.343" v="945" actId="26606"/>
          <ac:spMkLst>
            <pc:docMk/>
            <pc:sldMk cId="344161272" sldId="332"/>
            <ac:spMk id="23" creationId="{B1C673AA-0CDD-213F-06AC-2AA4745FB090}"/>
          </ac:spMkLst>
        </pc:spChg>
        <pc:spChg chg="add del">
          <ac:chgData name="Tomáš Bratina" userId="2033f5136aa55253" providerId="LiveId" clId="{8EBD7E87-C580-4DD1-8079-7903F68AE872}" dt="2024-12-03T18:16:47.687" v="947" actId="26606"/>
          <ac:spMkLst>
            <pc:docMk/>
            <pc:sldMk cId="344161272" sldId="332"/>
            <ac:spMk id="25" creationId="{38FA0994-90D4-4E81-80B0-00014DDB6F8F}"/>
          </ac:spMkLst>
        </pc:spChg>
        <pc:spChg chg="add del">
          <ac:chgData name="Tomáš Bratina" userId="2033f5136aa55253" providerId="LiveId" clId="{8EBD7E87-C580-4DD1-8079-7903F68AE872}" dt="2024-12-03T18:16:47.687" v="947" actId="26606"/>
          <ac:spMkLst>
            <pc:docMk/>
            <pc:sldMk cId="344161272" sldId="332"/>
            <ac:spMk id="26" creationId="{2FC57EC3-C5D7-417B-9930-FB3C9FE3FB31}"/>
          </ac:spMkLst>
        </pc:spChg>
        <pc:spChg chg="add del">
          <ac:chgData name="Tomáš Bratina" userId="2033f5136aa55253" providerId="LiveId" clId="{8EBD7E87-C580-4DD1-8079-7903F68AE872}" dt="2024-12-03T18:16:47.687" v="947" actId="26606"/>
          <ac:spMkLst>
            <pc:docMk/>
            <pc:sldMk cId="344161272" sldId="332"/>
            <ac:spMk id="27" creationId="{B1C673AA-0CDD-213F-06AC-2AA4745FB090}"/>
          </ac:spMkLst>
        </pc:spChg>
        <pc:spChg chg="add del">
          <ac:chgData name="Tomáš Bratina" userId="2033f5136aa55253" providerId="LiveId" clId="{8EBD7E87-C580-4DD1-8079-7903F68AE872}" dt="2024-12-03T18:16:47.687" v="947" actId="26606"/>
          <ac:spMkLst>
            <pc:docMk/>
            <pc:sldMk cId="344161272" sldId="332"/>
            <ac:spMk id="28" creationId="{DDDE806E-EF17-4F42-36F2-A0328A61E88E}"/>
          </ac:spMkLst>
        </pc:spChg>
        <pc:spChg chg="add del">
          <ac:chgData name="Tomáš Bratina" userId="2033f5136aa55253" providerId="LiveId" clId="{8EBD7E87-C580-4DD1-8079-7903F68AE872}" dt="2024-12-03T18:16:53.339" v="949" actId="26606"/>
          <ac:spMkLst>
            <pc:docMk/>
            <pc:sldMk cId="344161272" sldId="332"/>
            <ac:spMk id="30" creationId="{E39055A8-6754-4F27-8010-BF142982DD03}"/>
          </ac:spMkLst>
        </pc:spChg>
        <pc:spChg chg="add del">
          <ac:chgData name="Tomáš Bratina" userId="2033f5136aa55253" providerId="LiveId" clId="{8EBD7E87-C580-4DD1-8079-7903F68AE872}" dt="2024-12-03T18:16:53.339" v="949" actId="26606"/>
          <ac:spMkLst>
            <pc:docMk/>
            <pc:sldMk cId="344161272" sldId="332"/>
            <ac:spMk id="31" creationId="{6F4FD17E-BCD9-4B99-A72B-3CF2137297F9}"/>
          </ac:spMkLst>
        </pc:spChg>
        <pc:spChg chg="add del">
          <ac:chgData name="Tomáš Bratina" userId="2033f5136aa55253" providerId="LiveId" clId="{8EBD7E87-C580-4DD1-8079-7903F68AE872}" dt="2024-12-03T18:16:53.339" v="949" actId="26606"/>
          <ac:spMkLst>
            <pc:docMk/>
            <pc:sldMk cId="344161272" sldId="332"/>
            <ac:spMk id="32" creationId="{082F0901-50F7-4999-A648-35097915F307}"/>
          </ac:spMkLst>
        </pc:spChg>
        <pc:spChg chg="add del">
          <ac:chgData name="Tomáš Bratina" userId="2033f5136aa55253" providerId="LiveId" clId="{8EBD7E87-C580-4DD1-8079-7903F68AE872}" dt="2024-12-03T18:16:53.339" v="949" actId="26606"/>
          <ac:spMkLst>
            <pc:docMk/>
            <pc:sldMk cId="344161272" sldId="332"/>
            <ac:spMk id="33" creationId="{B1C673AA-0CDD-213F-06AC-2AA4745FB090}"/>
          </ac:spMkLst>
        </pc:spChg>
        <pc:picChg chg="add mod">
          <ac:chgData name="Tomáš Bratina" userId="2033f5136aa55253" providerId="LiveId" clId="{8EBD7E87-C580-4DD1-8079-7903F68AE872}" dt="2024-12-03T18:17:08.277" v="963" actId="1076"/>
          <ac:picMkLst>
            <pc:docMk/>
            <pc:sldMk cId="344161272" sldId="332"/>
            <ac:picMk id="5" creationId="{1EF0CCE0-1CCF-8CF2-6AF0-17C8FFD1F68B}"/>
          </ac:picMkLst>
        </pc:picChg>
      </pc:sldChg>
      <pc:sldChg chg="new del">
        <pc:chgData name="Tomáš Bratina" userId="2033f5136aa55253" providerId="LiveId" clId="{8EBD7E87-C580-4DD1-8079-7903F68AE872}" dt="2024-12-03T09:57:25.432" v="931" actId="2696"/>
        <pc:sldMkLst>
          <pc:docMk/>
          <pc:sldMk cId="523847837" sldId="332"/>
        </pc:sldMkLst>
      </pc:sldChg>
      <pc:sldMasterChg chg="addSldLayout delSldLayout">
        <pc:chgData name="Tomáš Bratina" userId="2033f5136aa55253" providerId="LiveId" clId="{8EBD7E87-C580-4DD1-8079-7903F68AE872}" dt="2024-12-03T09:55:53.549" v="926" actId="47"/>
        <pc:sldMasterMkLst>
          <pc:docMk/>
          <pc:sldMasterMk cId="3899840436" sldId="2147483648"/>
        </pc:sldMasterMkLst>
        <pc:sldLayoutChg chg="add del">
          <pc:chgData name="Tomáš Bratina" userId="2033f5136aa55253" providerId="LiveId" clId="{8EBD7E87-C580-4DD1-8079-7903F68AE872}" dt="2024-12-03T09:55:53.549" v="926" actId="47"/>
          <pc:sldLayoutMkLst>
            <pc:docMk/>
            <pc:sldMasterMk cId="3899840436" sldId="2147483648"/>
            <pc:sldLayoutMk cId="309630970" sldId="2147483660"/>
          </pc:sldLayoutMkLst>
        </pc:sldLayoutChg>
      </pc:sldMasterChg>
    </pc:docChg>
  </pc:docChgLst>
  <pc:docChgLst>
    <pc:chgData name="Tomáš Bratina" userId="2033f5136aa55253" providerId="LiveId" clId="{EC1D534B-6CFF-45D4-8784-84418F5BD20E}"/>
    <pc:docChg chg="undo custSel addSld delSld modSld">
      <pc:chgData name="Tomáš Bratina" userId="2033f5136aa55253" providerId="LiveId" clId="{EC1D534B-6CFF-45D4-8784-84418F5BD20E}" dt="2024-11-26T18:27:46.724" v="94" actId="962"/>
      <pc:docMkLst>
        <pc:docMk/>
      </pc:docMkLst>
      <pc:sldChg chg="del">
        <pc:chgData name="Tomáš Bratina" userId="2033f5136aa55253" providerId="LiveId" clId="{EC1D534B-6CFF-45D4-8784-84418F5BD20E}" dt="2024-11-26T18:22:23.368" v="4" actId="47"/>
        <pc:sldMkLst>
          <pc:docMk/>
          <pc:sldMk cId="214465584" sldId="310"/>
        </pc:sldMkLst>
      </pc:sldChg>
      <pc:sldChg chg="addSp delSp modSp new mod">
        <pc:chgData name="Tomáš Bratina" userId="2033f5136aa55253" providerId="LiveId" clId="{EC1D534B-6CFF-45D4-8784-84418F5BD20E}" dt="2024-11-26T18:22:51.654" v="56" actId="1076"/>
        <pc:sldMkLst>
          <pc:docMk/>
          <pc:sldMk cId="780753000" sldId="311"/>
        </pc:sldMkLst>
        <pc:spChg chg="del">
          <ac:chgData name="Tomáš Bratina" userId="2033f5136aa55253" providerId="LiveId" clId="{EC1D534B-6CFF-45D4-8784-84418F5BD20E}" dt="2024-11-26T18:22:29.765" v="7" actId="478"/>
          <ac:spMkLst>
            <pc:docMk/>
            <pc:sldMk cId="780753000" sldId="311"/>
            <ac:spMk id="2" creationId="{9356E876-E789-EE49-3793-28EA2E8D9F6C}"/>
          </ac:spMkLst>
        </pc:spChg>
        <pc:spChg chg="del">
          <ac:chgData name="Tomáš Bratina" userId="2033f5136aa55253" providerId="LiveId" clId="{EC1D534B-6CFF-45D4-8784-84418F5BD20E}" dt="2024-11-26T18:22:18.435" v="1" actId="931"/>
          <ac:spMkLst>
            <pc:docMk/>
            <pc:sldMk cId="780753000" sldId="311"/>
            <ac:spMk id="3" creationId="{E3AB27BE-9102-D31F-196E-4FC42695B79F}"/>
          </ac:spMkLst>
        </pc:spChg>
        <pc:spChg chg="add del mod">
          <ac:chgData name="Tomáš Bratina" userId="2033f5136aa55253" providerId="LiveId" clId="{EC1D534B-6CFF-45D4-8784-84418F5BD20E}" dt="2024-11-26T18:22:28.783" v="6" actId="478"/>
          <ac:spMkLst>
            <pc:docMk/>
            <pc:sldMk cId="780753000" sldId="311"/>
            <ac:spMk id="7" creationId="{04B84F03-21D1-4BDB-4A42-080FA5D75789}"/>
          </ac:spMkLst>
        </pc:spChg>
        <pc:picChg chg="add del mod">
          <ac:chgData name="Tomáš Bratina" userId="2033f5136aa55253" providerId="LiveId" clId="{EC1D534B-6CFF-45D4-8784-84418F5BD20E}" dt="2024-11-26T18:22:51.654" v="56" actId="1076"/>
          <ac:picMkLst>
            <pc:docMk/>
            <pc:sldMk cId="780753000" sldId="311"/>
            <ac:picMk id="5" creationId="{467DC722-A078-1F4A-DCDE-4361B5205C1D}"/>
          </ac:picMkLst>
        </pc:picChg>
      </pc:sldChg>
      <pc:sldChg chg="addSp delSp modSp new mod setBg">
        <pc:chgData name="Tomáš Bratina" userId="2033f5136aa55253" providerId="LiveId" clId="{EC1D534B-6CFF-45D4-8784-84418F5BD20E}" dt="2024-11-26T18:23:40.553" v="64" actId="1076"/>
        <pc:sldMkLst>
          <pc:docMk/>
          <pc:sldMk cId="1939044137" sldId="312"/>
        </pc:sldMkLst>
        <pc:spChg chg="del">
          <ac:chgData name="Tomáš Bratina" userId="2033f5136aa55253" providerId="LiveId" clId="{EC1D534B-6CFF-45D4-8784-84418F5BD20E}" dt="2024-11-26T18:23:31.220" v="61" actId="478"/>
          <ac:spMkLst>
            <pc:docMk/>
            <pc:sldMk cId="1939044137" sldId="312"/>
            <ac:spMk id="2" creationId="{0AA4497B-B4E3-4995-3B75-DF8877722FA5}"/>
          </ac:spMkLst>
        </pc:spChg>
        <pc:spChg chg="del">
          <ac:chgData name="Tomáš Bratina" userId="2033f5136aa55253" providerId="LiveId" clId="{EC1D534B-6CFF-45D4-8784-84418F5BD20E}" dt="2024-11-26T18:23:25.863" v="58" actId="931"/>
          <ac:spMkLst>
            <pc:docMk/>
            <pc:sldMk cId="1939044137" sldId="312"/>
            <ac:spMk id="3" creationId="{52304DF8-2408-F0D0-8C6A-7980FADC7BDA}"/>
          </ac:spMkLst>
        </pc:spChg>
        <pc:spChg chg="add del">
          <ac:chgData name="Tomáš Bratina" userId="2033f5136aa55253" providerId="LiveId" clId="{EC1D534B-6CFF-45D4-8784-84418F5BD20E}" dt="2024-11-26T18:23:37.875" v="63" actId="26606"/>
          <ac:spMkLst>
            <pc:docMk/>
            <pc:sldMk cId="1939044137" sldId="312"/>
            <ac:spMk id="10" creationId="{5674BE52-A142-43B6-97D5-C368C9A16D6E}"/>
          </ac:spMkLst>
        </pc:spChg>
        <pc:picChg chg="add mod">
          <ac:chgData name="Tomáš Bratina" userId="2033f5136aa55253" providerId="LiveId" clId="{EC1D534B-6CFF-45D4-8784-84418F5BD20E}" dt="2024-11-26T18:23:40.553" v="64" actId="1076"/>
          <ac:picMkLst>
            <pc:docMk/>
            <pc:sldMk cId="1939044137" sldId="312"/>
            <ac:picMk id="5" creationId="{87F0220C-E681-EB81-B802-E9853E6250CF}"/>
          </ac:picMkLst>
        </pc:picChg>
      </pc:sldChg>
      <pc:sldChg chg="addSp delSp modSp add mod">
        <pc:chgData name="Tomáš Bratina" userId="2033f5136aa55253" providerId="LiveId" clId="{EC1D534B-6CFF-45D4-8784-84418F5BD20E}" dt="2024-11-26T18:24:04.473" v="70" actId="478"/>
        <pc:sldMkLst>
          <pc:docMk/>
          <pc:sldMk cId="2543889861" sldId="313"/>
        </pc:sldMkLst>
        <pc:spChg chg="add del mod">
          <ac:chgData name="Tomáš Bratina" userId="2033f5136aa55253" providerId="LiveId" clId="{EC1D534B-6CFF-45D4-8784-84418F5BD20E}" dt="2024-11-26T18:24:04.473" v="70" actId="478"/>
          <ac:spMkLst>
            <pc:docMk/>
            <pc:sldMk cId="2543889861" sldId="313"/>
            <ac:spMk id="6" creationId="{9AC9348A-6428-51AA-2D71-2B0215AEFE6D}"/>
          </ac:spMkLst>
        </pc:spChg>
        <pc:picChg chg="add mod">
          <ac:chgData name="Tomáš Bratina" userId="2033f5136aa55253" providerId="LiveId" clId="{EC1D534B-6CFF-45D4-8784-84418F5BD20E}" dt="2024-11-26T18:23:58.510" v="67" actId="27614"/>
          <ac:picMkLst>
            <pc:docMk/>
            <pc:sldMk cId="2543889861" sldId="313"/>
            <ac:picMk id="3" creationId="{2EAFE1EA-9CDD-A6CD-85AB-25120372C4AB}"/>
          </ac:picMkLst>
        </pc:picChg>
        <pc:picChg chg="del mod">
          <ac:chgData name="Tomáš Bratina" userId="2033f5136aa55253" providerId="LiveId" clId="{EC1D534B-6CFF-45D4-8784-84418F5BD20E}" dt="2024-11-26T18:24:01.234" v="69" actId="478"/>
          <ac:picMkLst>
            <pc:docMk/>
            <pc:sldMk cId="2543889861" sldId="313"/>
            <ac:picMk id="5" creationId="{0240607C-577E-6B49-EEA8-5A1938E5B1B5}"/>
          </ac:picMkLst>
        </pc:picChg>
      </pc:sldChg>
      <pc:sldChg chg="addSp delSp modSp add mod">
        <pc:chgData name="Tomáš Bratina" userId="2033f5136aa55253" providerId="LiveId" clId="{EC1D534B-6CFF-45D4-8784-84418F5BD20E}" dt="2024-11-26T18:24:44.118" v="77" actId="1076"/>
        <pc:sldMkLst>
          <pc:docMk/>
          <pc:sldMk cId="1177749012" sldId="314"/>
        </pc:sldMkLst>
        <pc:picChg chg="del">
          <ac:chgData name="Tomáš Bratina" userId="2033f5136aa55253" providerId="LiveId" clId="{EC1D534B-6CFF-45D4-8784-84418F5BD20E}" dt="2024-11-26T18:24:32.853" v="76" actId="478"/>
          <ac:picMkLst>
            <pc:docMk/>
            <pc:sldMk cId="1177749012" sldId="314"/>
            <ac:picMk id="3" creationId="{F44477EE-AC3A-4873-1432-23C3663DD763}"/>
          </ac:picMkLst>
        </pc:picChg>
        <pc:picChg chg="add mod">
          <ac:chgData name="Tomáš Bratina" userId="2033f5136aa55253" providerId="LiveId" clId="{EC1D534B-6CFF-45D4-8784-84418F5BD20E}" dt="2024-11-26T18:24:44.118" v="77" actId="1076"/>
          <ac:picMkLst>
            <pc:docMk/>
            <pc:sldMk cId="1177749012" sldId="314"/>
            <ac:picMk id="4" creationId="{226E0B57-F907-7F98-2EC9-03524A6B3302}"/>
          </ac:picMkLst>
        </pc:picChg>
      </pc:sldChg>
      <pc:sldChg chg="addSp delSp modSp add mod">
        <pc:chgData name="Tomáš Bratina" userId="2033f5136aa55253" providerId="LiveId" clId="{EC1D534B-6CFF-45D4-8784-84418F5BD20E}" dt="2024-11-26T18:26:55.737" v="90" actId="962"/>
        <pc:sldMkLst>
          <pc:docMk/>
          <pc:sldMk cId="2710867700" sldId="315"/>
        </pc:sldMkLst>
        <pc:picChg chg="add del mod">
          <ac:chgData name="Tomáš Bratina" userId="2033f5136aa55253" providerId="LiveId" clId="{EC1D534B-6CFF-45D4-8784-84418F5BD20E}" dt="2024-11-26T18:25:31.215" v="83" actId="478"/>
          <ac:picMkLst>
            <pc:docMk/>
            <pc:sldMk cId="2710867700" sldId="315"/>
            <ac:picMk id="3" creationId="{A3E1C724-C0F6-52FE-0967-83ED95C77E98}"/>
          </ac:picMkLst>
        </pc:picChg>
        <pc:picChg chg="del">
          <ac:chgData name="Tomáš Bratina" userId="2033f5136aa55253" providerId="LiveId" clId="{EC1D534B-6CFF-45D4-8784-84418F5BD20E}" dt="2024-11-26T18:24:54.180" v="79" actId="478"/>
          <ac:picMkLst>
            <pc:docMk/>
            <pc:sldMk cId="2710867700" sldId="315"/>
            <ac:picMk id="4" creationId="{D9CA2B73-B034-3ABE-BF48-03549E16F576}"/>
          </ac:picMkLst>
        </pc:picChg>
        <pc:picChg chg="add del mod">
          <ac:chgData name="Tomáš Bratina" userId="2033f5136aa55253" providerId="LiveId" clId="{EC1D534B-6CFF-45D4-8784-84418F5BD20E}" dt="2024-11-26T18:25:52.917" v="87" actId="478"/>
          <ac:picMkLst>
            <pc:docMk/>
            <pc:sldMk cId="2710867700" sldId="315"/>
            <ac:picMk id="6" creationId="{9D04E1FA-0728-550F-3E08-8C19211C7A88}"/>
          </ac:picMkLst>
        </pc:picChg>
        <pc:picChg chg="add mod">
          <ac:chgData name="Tomáš Bratina" userId="2033f5136aa55253" providerId="LiveId" clId="{EC1D534B-6CFF-45D4-8784-84418F5BD20E}" dt="2024-11-26T18:26:55.737" v="90" actId="962"/>
          <ac:picMkLst>
            <pc:docMk/>
            <pc:sldMk cId="2710867700" sldId="315"/>
            <ac:picMk id="8" creationId="{2897D5E5-7444-3724-ABCE-752ACCF2149A}"/>
          </ac:picMkLst>
        </pc:picChg>
      </pc:sldChg>
      <pc:sldChg chg="addSp modSp add mod">
        <pc:chgData name="Tomáš Bratina" userId="2033f5136aa55253" providerId="LiveId" clId="{EC1D534B-6CFF-45D4-8784-84418F5BD20E}" dt="2024-11-26T18:27:46.724" v="94" actId="962"/>
        <pc:sldMkLst>
          <pc:docMk/>
          <pc:sldMk cId="201453097" sldId="316"/>
        </pc:sldMkLst>
        <pc:picChg chg="add mod">
          <ac:chgData name="Tomáš Bratina" userId="2033f5136aa55253" providerId="LiveId" clId="{EC1D534B-6CFF-45D4-8784-84418F5BD20E}" dt="2024-11-26T18:27:46.724" v="94" actId="962"/>
          <ac:picMkLst>
            <pc:docMk/>
            <pc:sldMk cId="201453097" sldId="316"/>
            <ac:picMk id="3" creationId="{3FCE5743-A91E-F409-7707-C3C65284FCFF}"/>
          </ac:picMkLst>
        </pc:picChg>
      </pc:sldChg>
    </pc:docChg>
  </pc:docChgLst>
  <pc:docChgLst>
    <pc:chgData name="Tomáš Bratina" userId="2033f5136aa55253" providerId="LiveId" clId="{345A6A6A-89F3-4D80-B8A7-41788A3A048D}"/>
    <pc:docChg chg="delSld">
      <pc:chgData name="Tomáš Bratina" userId="2033f5136aa55253" providerId="LiveId" clId="{345A6A6A-89F3-4D80-B8A7-41788A3A048D}" dt="2024-12-04T12:57:22.007" v="1" actId="47"/>
      <pc:docMkLst>
        <pc:docMk/>
      </pc:docMkLst>
      <pc:sldChg chg="del">
        <pc:chgData name="Tomáš Bratina" userId="2033f5136aa55253" providerId="LiveId" clId="{345A6A6A-89F3-4D80-B8A7-41788A3A048D}" dt="2024-12-04T12:57:21.318" v="0" actId="47"/>
        <pc:sldMkLst>
          <pc:docMk/>
          <pc:sldMk cId="3999278650" sldId="330"/>
        </pc:sldMkLst>
      </pc:sldChg>
      <pc:sldChg chg="del">
        <pc:chgData name="Tomáš Bratina" userId="2033f5136aa55253" providerId="LiveId" clId="{345A6A6A-89F3-4D80-B8A7-41788A3A048D}" dt="2024-12-04T12:57:22.007" v="1" actId="47"/>
        <pc:sldMkLst>
          <pc:docMk/>
          <pc:sldMk cId="1421440222" sldId="331"/>
        </pc:sldMkLst>
      </pc:sldChg>
      <pc:sldMasterChg chg="delSldLayout">
        <pc:chgData name="Tomáš Bratina" userId="2033f5136aa55253" providerId="LiveId" clId="{345A6A6A-89F3-4D80-B8A7-41788A3A048D}" dt="2024-12-04T12:57:21.318" v="0" actId="47"/>
        <pc:sldMasterMkLst>
          <pc:docMk/>
          <pc:sldMasterMk cId="3899840436" sldId="2147483648"/>
        </pc:sldMasterMkLst>
        <pc:sldLayoutChg chg="del">
          <pc:chgData name="Tomáš Bratina" userId="2033f5136aa55253" providerId="LiveId" clId="{345A6A6A-89F3-4D80-B8A7-41788A3A048D}" dt="2024-12-04T12:57:21.318" v="0" actId="47"/>
          <pc:sldLayoutMkLst>
            <pc:docMk/>
            <pc:sldMasterMk cId="3899840436" sldId="2147483648"/>
            <pc:sldLayoutMk cId="309630970" sldId="214748366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bbel.com/en/magazine/sorry-in-norwegia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FD142C-1427-D909-29EE-C1C68D8D7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872BD15-1E2C-DE75-39BB-7075EE143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04.12.2024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370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0D1B54-E11D-E754-3428-2F4F0CFB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Unnskyld</a:t>
            </a:r>
            <a:r>
              <a:rPr lang="nb-NO" b="0" dirty="0"/>
              <a:t>, </a:t>
            </a:r>
            <a:r>
              <a:rPr lang="nb-NO" b="0" dirty="0" err="1"/>
              <a:t>nebo</a:t>
            </a:r>
            <a:r>
              <a:rPr lang="nb-NO" b="0" dirty="0"/>
              <a:t> </a:t>
            </a:r>
            <a:r>
              <a:rPr lang="nb-NO" dirty="0"/>
              <a:t>beklager?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F76A8D2-2967-F291-63BD-96FB65F74F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nb-NO" sz="2600" b="1" dirty="0"/>
              <a:t>Unnskyld</a:t>
            </a:r>
            <a:r>
              <a:rPr lang="sk-SK" sz="2600" dirty="0"/>
              <a:t> </a:t>
            </a:r>
            <a:r>
              <a:rPr lang="cs-CZ" sz="2600" dirty="0"/>
              <a:t>se používá, když chceme někoho zdvořile požádat o pomoc apod, např. </a:t>
            </a:r>
            <a:r>
              <a:rPr lang="cs-CZ" sz="2600" dirty="0">
                <a:solidFill>
                  <a:schemeClr val="accent1"/>
                </a:solidFill>
              </a:rPr>
              <a:t>„</a:t>
            </a:r>
            <a:r>
              <a:rPr lang="cs-CZ" sz="2600" dirty="0" err="1">
                <a:solidFill>
                  <a:schemeClr val="accent1"/>
                </a:solidFill>
              </a:rPr>
              <a:t>Unnskyld</a:t>
            </a:r>
            <a:r>
              <a:rPr lang="cs-CZ" sz="2600" dirty="0">
                <a:solidFill>
                  <a:schemeClr val="accent1"/>
                </a:solidFill>
              </a:rPr>
              <a:t>, kan </a:t>
            </a:r>
            <a:r>
              <a:rPr lang="cs-CZ" sz="2600" dirty="0" err="1">
                <a:solidFill>
                  <a:schemeClr val="accent1"/>
                </a:solidFill>
              </a:rPr>
              <a:t>du</a:t>
            </a:r>
            <a:r>
              <a:rPr lang="cs-CZ" sz="2600" dirty="0">
                <a:solidFill>
                  <a:schemeClr val="accent1"/>
                </a:solidFill>
              </a:rPr>
              <a:t> </a:t>
            </a:r>
            <a:r>
              <a:rPr lang="cs-CZ" sz="2600" dirty="0" err="1">
                <a:solidFill>
                  <a:schemeClr val="accent1"/>
                </a:solidFill>
              </a:rPr>
              <a:t>hjelpe</a:t>
            </a:r>
            <a:r>
              <a:rPr lang="cs-CZ" sz="2600" dirty="0">
                <a:solidFill>
                  <a:schemeClr val="accent1"/>
                </a:solidFill>
              </a:rPr>
              <a:t> </a:t>
            </a:r>
            <a:r>
              <a:rPr lang="cs-CZ" sz="2600" dirty="0" err="1">
                <a:solidFill>
                  <a:schemeClr val="accent1"/>
                </a:solidFill>
              </a:rPr>
              <a:t>meg</a:t>
            </a:r>
            <a:r>
              <a:rPr lang="cs-CZ" sz="2600" dirty="0">
                <a:solidFill>
                  <a:schemeClr val="accent1"/>
                </a:solidFill>
              </a:rPr>
              <a:t>?“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CB2C1567-AB4E-D7AE-5DA6-D983150DC0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cs-CZ" sz="2600" b="1" dirty="0" err="1"/>
              <a:t>Beklager</a:t>
            </a:r>
            <a:r>
              <a:rPr lang="cs-CZ" sz="2600" b="1" dirty="0"/>
              <a:t> </a:t>
            </a:r>
            <a:r>
              <a:rPr lang="cs-CZ" sz="2600" dirty="0"/>
              <a:t>se používá, když se chceme omluvit, např. </a:t>
            </a:r>
            <a:r>
              <a:rPr lang="cs-CZ" sz="2600" dirty="0">
                <a:solidFill>
                  <a:schemeClr val="accent1"/>
                </a:solidFill>
              </a:rPr>
              <a:t>„</a:t>
            </a:r>
            <a:r>
              <a:rPr lang="cs-CZ" sz="2600" dirty="0" err="1">
                <a:solidFill>
                  <a:schemeClr val="accent1"/>
                </a:solidFill>
              </a:rPr>
              <a:t>Beklager</a:t>
            </a:r>
            <a:r>
              <a:rPr lang="cs-CZ" sz="2600" dirty="0">
                <a:solidFill>
                  <a:schemeClr val="accent1"/>
                </a:solidFill>
              </a:rPr>
              <a:t> </a:t>
            </a:r>
            <a:r>
              <a:rPr lang="cs-CZ" sz="2600" dirty="0" err="1">
                <a:solidFill>
                  <a:schemeClr val="accent1"/>
                </a:solidFill>
              </a:rPr>
              <a:t>at</a:t>
            </a:r>
            <a:r>
              <a:rPr lang="cs-CZ" sz="2600" dirty="0">
                <a:solidFill>
                  <a:schemeClr val="accent1"/>
                </a:solidFill>
              </a:rPr>
              <a:t> </a:t>
            </a:r>
            <a:r>
              <a:rPr lang="cs-CZ" sz="2600" dirty="0" err="1">
                <a:solidFill>
                  <a:schemeClr val="accent1"/>
                </a:solidFill>
              </a:rPr>
              <a:t>jeg</a:t>
            </a:r>
            <a:r>
              <a:rPr lang="cs-CZ" sz="2600" dirty="0">
                <a:solidFill>
                  <a:schemeClr val="accent1"/>
                </a:solidFill>
              </a:rPr>
              <a:t> </a:t>
            </a:r>
            <a:r>
              <a:rPr lang="cs-CZ" sz="2600" dirty="0" err="1">
                <a:solidFill>
                  <a:schemeClr val="accent1"/>
                </a:solidFill>
              </a:rPr>
              <a:t>kommer</a:t>
            </a:r>
            <a:r>
              <a:rPr lang="cs-CZ" sz="2600" dirty="0">
                <a:solidFill>
                  <a:schemeClr val="accent1"/>
                </a:solidFill>
              </a:rPr>
              <a:t> </a:t>
            </a:r>
            <a:r>
              <a:rPr lang="cs-CZ" sz="2600" dirty="0" err="1">
                <a:solidFill>
                  <a:schemeClr val="accent1"/>
                </a:solidFill>
              </a:rPr>
              <a:t>for</a:t>
            </a:r>
            <a:r>
              <a:rPr lang="cs-CZ" sz="2600" dirty="0">
                <a:solidFill>
                  <a:schemeClr val="accent1"/>
                </a:solidFill>
              </a:rPr>
              <a:t> </a:t>
            </a:r>
            <a:r>
              <a:rPr lang="cs-CZ" sz="2600" dirty="0" err="1">
                <a:solidFill>
                  <a:schemeClr val="accent1"/>
                </a:solidFill>
              </a:rPr>
              <a:t>sent</a:t>
            </a:r>
            <a:r>
              <a:rPr lang="cs-CZ" sz="2600" dirty="0">
                <a:solidFill>
                  <a:schemeClr val="accent1"/>
                </a:solidFill>
              </a:rPr>
              <a:t>.“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cs-CZ" sz="2600" dirty="0">
              <a:solidFill>
                <a:schemeClr val="accent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cs-CZ" sz="2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7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6272-F8B1-6CF8-216B-5B3C7641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A21B3A-DF21-0029-6B41-04EF6042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Unnskyld</a:t>
            </a:r>
            <a:r>
              <a:rPr lang="nb-NO" b="0" dirty="0"/>
              <a:t>, </a:t>
            </a:r>
            <a:r>
              <a:rPr lang="nb-NO" b="0" dirty="0" err="1"/>
              <a:t>nebo</a:t>
            </a:r>
            <a:r>
              <a:rPr lang="nb-NO" b="0" dirty="0"/>
              <a:t> </a:t>
            </a:r>
            <a:r>
              <a:rPr lang="nb-NO" dirty="0"/>
              <a:t>beklager?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4FF1462-FD5E-B9B1-57E3-445455C4A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cs-CZ" sz="2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cs-CZ" sz="2600" dirty="0"/>
              <a:t>Existuje však i výjimka. Pokud jste do někoho vrazili (nebo něco podobného), můžete říct </a:t>
            </a:r>
            <a:r>
              <a:rPr lang="cs-CZ" sz="2600" b="1" dirty="0" err="1"/>
              <a:t>beklager</a:t>
            </a:r>
            <a:r>
              <a:rPr lang="cs-CZ" sz="2600" b="1" dirty="0"/>
              <a:t> </a:t>
            </a:r>
            <a:r>
              <a:rPr lang="cs-CZ" sz="2600" dirty="0"/>
              <a:t>i </a:t>
            </a:r>
            <a:r>
              <a:rPr lang="cs-CZ" sz="2600" b="1" dirty="0" err="1"/>
              <a:t>unnskyld</a:t>
            </a:r>
            <a:r>
              <a:rPr lang="cs-CZ" sz="2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cs-CZ" sz="2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cs-CZ" sz="2600" dirty="0"/>
              <a:t>Více informací </a:t>
            </a:r>
            <a:r>
              <a:rPr lang="cs-CZ" sz="2600" dirty="0">
                <a:hlinkClick r:id="rId2"/>
              </a:rPr>
              <a:t>zde</a:t>
            </a:r>
            <a:r>
              <a:rPr lang="cs-CZ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922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796A-69DF-27D4-E9DE-36CC3A91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74A908-9522-6185-950D-8AF299CE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7295E5-6E8A-518F-EB4E-406CE62BC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korun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koláčů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tašek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vlaků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kol</a:t>
            </a:r>
          </a:p>
        </p:txBody>
      </p:sp>
    </p:spTree>
    <p:extLst>
      <p:ext uri="{BB962C8B-B14F-4D97-AF65-F5344CB8AC3E}">
        <p14:creationId xmlns:p14="http://schemas.microsoft.com/office/powerpoint/2010/main" val="56998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CC5A7-A6A5-3461-5E49-7B25BBE4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AE7506-C5E7-F3EC-0866-45CECDD6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6B81DDC-77C2-B8DD-FCEC-801C492DE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korun			</a:t>
            </a:r>
            <a:r>
              <a:rPr lang="nb-NO" sz="2800" b="1" dirty="0"/>
              <a:t>tjuesju kroner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koláčů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tašek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vlaků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kol</a:t>
            </a:r>
          </a:p>
        </p:txBody>
      </p:sp>
    </p:spTree>
    <p:extLst>
      <p:ext uri="{BB962C8B-B14F-4D97-AF65-F5344CB8AC3E}">
        <p14:creationId xmlns:p14="http://schemas.microsoft.com/office/powerpoint/2010/main" val="235808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D6853-7411-A90A-49F0-3B380852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737C4-D4D8-CAB2-9433-1911E191B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3D78AFF-8FB3-AB97-26E7-0F9DB2EBA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korun			</a:t>
            </a:r>
            <a:r>
              <a:rPr lang="nb-NO" sz="2800" b="1" dirty="0"/>
              <a:t>tjuesju kroner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koláčů</a:t>
            </a:r>
            <a:r>
              <a:rPr lang="nb-NO" sz="2800" dirty="0"/>
              <a:t>			</a:t>
            </a:r>
            <a:r>
              <a:rPr lang="nb-NO" sz="2800" b="1" dirty="0"/>
              <a:t>sytten kaker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tašek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vlaků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kol</a:t>
            </a:r>
          </a:p>
        </p:txBody>
      </p:sp>
    </p:spTree>
    <p:extLst>
      <p:ext uri="{BB962C8B-B14F-4D97-AF65-F5344CB8AC3E}">
        <p14:creationId xmlns:p14="http://schemas.microsoft.com/office/powerpoint/2010/main" val="249261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950A8-9512-D27A-AE40-FD201C8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44E242-3F62-3D02-7477-3BF596E5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B4BA9BB-5E3D-CCFB-CB54-60196CAA3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korun			</a:t>
            </a:r>
            <a:r>
              <a:rPr lang="nb-NO" sz="2800" b="1" dirty="0"/>
              <a:t>tjuesju kroner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koláčů</a:t>
            </a:r>
            <a:r>
              <a:rPr lang="nb-NO" sz="2800" dirty="0"/>
              <a:t>			</a:t>
            </a:r>
            <a:r>
              <a:rPr lang="nb-NO" sz="2800" b="1" dirty="0"/>
              <a:t>sytten kaker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tašek</a:t>
            </a:r>
            <a:r>
              <a:rPr lang="nb-NO" sz="2800" dirty="0"/>
              <a:t>				</a:t>
            </a:r>
            <a:r>
              <a:rPr lang="nb-NO" sz="2800" b="1" dirty="0"/>
              <a:t>åtti poser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vlaků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kol</a:t>
            </a:r>
          </a:p>
        </p:txBody>
      </p:sp>
    </p:spTree>
    <p:extLst>
      <p:ext uri="{BB962C8B-B14F-4D97-AF65-F5344CB8AC3E}">
        <p14:creationId xmlns:p14="http://schemas.microsoft.com/office/powerpoint/2010/main" val="96895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F6CB-86ED-BF85-A5F5-713266DD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C48E62-69F8-2B4A-1AE7-1DDA4EDA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0F8F70F-9BDA-1750-26E5-95A97F9C7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korun			</a:t>
            </a:r>
            <a:r>
              <a:rPr lang="nb-NO" sz="2800" b="1" dirty="0"/>
              <a:t>tjuesju kroner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koláčů</a:t>
            </a:r>
            <a:r>
              <a:rPr lang="nb-NO" sz="2800" dirty="0"/>
              <a:t>			</a:t>
            </a:r>
            <a:r>
              <a:rPr lang="nb-NO" sz="2800" b="1" dirty="0"/>
              <a:t>sytten kaker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tašek</a:t>
            </a:r>
            <a:r>
              <a:rPr lang="nb-NO" sz="2800" dirty="0"/>
              <a:t>				</a:t>
            </a:r>
            <a:r>
              <a:rPr lang="nb-NO" sz="2800" b="1" dirty="0"/>
              <a:t>åtti poser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vlaků</a:t>
            </a:r>
            <a:r>
              <a:rPr lang="nb-NO" sz="2800" dirty="0"/>
              <a:t>				</a:t>
            </a:r>
            <a:r>
              <a:rPr lang="nb-NO" sz="2800" b="1" dirty="0"/>
              <a:t>seksten tog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kol</a:t>
            </a:r>
          </a:p>
        </p:txBody>
      </p:sp>
    </p:spTree>
    <p:extLst>
      <p:ext uri="{BB962C8B-B14F-4D97-AF65-F5344CB8AC3E}">
        <p14:creationId xmlns:p14="http://schemas.microsoft.com/office/powerpoint/2010/main" val="299770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CDD81-4A31-20C8-64B0-D2850156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30115D-E939-5199-DBE9-D4354F81A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FB6336-2297-3C9C-9521-F5070C9B9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27 korun			</a:t>
            </a:r>
            <a:r>
              <a:rPr lang="nb-NO" sz="2800" b="1" dirty="0"/>
              <a:t>tjuesju kroner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17 koláčů</a:t>
            </a:r>
            <a:r>
              <a:rPr lang="nb-NO" sz="2800" dirty="0"/>
              <a:t>			</a:t>
            </a:r>
            <a:r>
              <a:rPr lang="nb-NO" sz="2800" b="1" dirty="0"/>
              <a:t>sytten kaker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80 tašek</a:t>
            </a:r>
            <a:r>
              <a:rPr lang="nb-NO" sz="2800" dirty="0"/>
              <a:t>				</a:t>
            </a:r>
            <a:r>
              <a:rPr lang="nb-NO" sz="2800" b="1" dirty="0"/>
              <a:t>åtti poser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16 vlaků</a:t>
            </a:r>
            <a:r>
              <a:rPr lang="nb-NO" sz="2800" dirty="0"/>
              <a:t>				</a:t>
            </a:r>
            <a:r>
              <a:rPr lang="nb-NO" sz="2800" b="1" dirty="0"/>
              <a:t>seksten tog</a:t>
            </a:r>
            <a:endParaRPr lang="sk-SK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cs-CZ" sz="2800" dirty="0"/>
              <a:t>70 kol</a:t>
            </a:r>
            <a:r>
              <a:rPr lang="nb-NO" sz="2800" dirty="0"/>
              <a:t>				</a:t>
            </a:r>
            <a:r>
              <a:rPr lang="nb-NO" sz="2800" b="1" dirty="0"/>
              <a:t>sytti sykler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206768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78F3-F14D-A057-3C3D-ED3F0F15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1B24AF-6E4C-06D4-3B4A-DE152158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CAEE88-C797-97E7-0A66-65CCD478D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3375953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57E8-58B2-5665-A78D-07BBC517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345CF4-D8EB-D232-4E39-8AF89B928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F6B6B93-9406-C188-F150-6BC43E9D3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646959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523C-BAA8-7A78-D699-EACBD1A5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1D3001-404B-20B1-528F-0C81611E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3539871-FD19-ADBE-44B2-A1998B7B0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r>
              <a:rPr lang="nb-NO" sz="2800" dirty="0"/>
              <a:t>			</a:t>
            </a:r>
            <a:r>
              <a:rPr lang="nb-NO" sz="2800" b="1" dirty="0"/>
              <a:t>hundre tsjekkere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  <a:r>
              <a:rPr lang="nb-NO" sz="2800" dirty="0"/>
              <a:t>			</a:t>
            </a:r>
            <a:endParaRPr lang="cs-CZ" sz="2800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124592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67E0-9421-8EC3-E579-98DFCE78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0D00F6-1977-79E7-F9EC-BC0163D0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38A4DBC-DD89-F792-F07C-028A8EAF3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r>
              <a:rPr lang="nb-NO" sz="2800" dirty="0"/>
              <a:t>			</a:t>
            </a:r>
            <a:r>
              <a:rPr lang="nb-NO" sz="2800" b="1" dirty="0"/>
              <a:t>hundre tsjekkere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  <a:r>
              <a:rPr lang="nb-NO" sz="2800" dirty="0"/>
              <a:t>			</a:t>
            </a:r>
            <a:r>
              <a:rPr lang="nb-NO" sz="2800" b="1" dirty="0"/>
              <a:t>førtini bøker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3669097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1D0E-F3E0-C9F2-0521-41B0A69D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431BF3-F2A3-B05B-EA09-3E6EA6A7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EB6046C-6446-D1BC-713C-7DBFB5FC7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r>
              <a:rPr lang="nb-NO" sz="2800" dirty="0"/>
              <a:t>			</a:t>
            </a:r>
            <a:r>
              <a:rPr lang="nb-NO" sz="2800" b="1" dirty="0"/>
              <a:t>hundre tsjekkere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  <a:r>
              <a:rPr lang="nb-NO" sz="2800" dirty="0"/>
              <a:t>			</a:t>
            </a:r>
            <a:r>
              <a:rPr lang="nb-NO" sz="2800" b="1" dirty="0"/>
              <a:t>førtini bøker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</a:t>
            </a:r>
            <a:r>
              <a:rPr lang="nb-NO" sz="2800" dirty="0"/>
              <a:t>	</a:t>
            </a:r>
            <a:r>
              <a:rPr lang="nb-NO" sz="2800" b="1" dirty="0"/>
              <a:t>elleve studenter</a:t>
            </a:r>
            <a:r>
              <a:rPr lang="cs-CZ" sz="2800" dirty="0"/>
              <a:t>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1522305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CED40-5FA9-1AA9-0213-2771A7B2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E78A85-A49D-DA0B-8C37-10CEC32D4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033908"/>
          </a:xfrm>
        </p:spPr>
        <p:txBody>
          <a:bodyPr/>
          <a:lstStyle/>
          <a:p>
            <a:r>
              <a:rPr lang="cs-CZ" dirty="0"/>
              <a:t>Utvořte spojení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7F2F585-0099-2FD9-E066-10437E02C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764792"/>
            <a:ext cx="10552176" cy="441655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18 Norů				</a:t>
            </a:r>
            <a:r>
              <a:rPr lang="nb-NO" sz="2800" b="1" dirty="0"/>
              <a:t>atten nordmenn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100 Čechů</a:t>
            </a:r>
            <a:r>
              <a:rPr lang="nb-NO" sz="2800" dirty="0"/>
              <a:t>			</a:t>
            </a:r>
            <a:r>
              <a:rPr lang="nb-NO" sz="2800" b="1" dirty="0"/>
              <a:t>hundre tsjekkere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49 knih	</a:t>
            </a:r>
            <a:r>
              <a:rPr lang="nb-NO" sz="2800" dirty="0"/>
              <a:t>			</a:t>
            </a:r>
            <a:r>
              <a:rPr lang="nb-NO" sz="2800" b="1" dirty="0"/>
              <a:t>førtini bøker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11 studentů		</a:t>
            </a:r>
            <a:r>
              <a:rPr lang="nb-NO" sz="2800" dirty="0"/>
              <a:t>	</a:t>
            </a:r>
            <a:r>
              <a:rPr lang="nb-NO" sz="2800" b="1" dirty="0"/>
              <a:t>elleve studenter</a:t>
            </a:r>
            <a:r>
              <a:rPr lang="cs-CZ" sz="2800" dirty="0"/>
              <a:t>	</a:t>
            </a:r>
            <a:endParaRPr lang="cs-CZ" sz="2800" b="1" dirty="0"/>
          </a:p>
          <a:p>
            <a:pPr marL="457200" indent="-457200">
              <a:lnSpc>
                <a:spcPct val="150000"/>
              </a:lnSpc>
              <a:buClr>
                <a:schemeClr val="accent1"/>
              </a:buClr>
              <a:buFont typeface="+mj-lt"/>
              <a:buAutoNum type="arabicParenR" startAt="6"/>
            </a:pPr>
            <a:r>
              <a:rPr lang="cs-CZ" sz="2800" dirty="0"/>
              <a:t>12 chyb	</a:t>
            </a:r>
            <a:r>
              <a:rPr lang="nb-NO" sz="2800" dirty="0"/>
              <a:t>			</a:t>
            </a:r>
            <a:r>
              <a:rPr lang="nb-NO" sz="2800" b="1" dirty="0"/>
              <a:t>tolv feil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1712972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jekt pre obsah 4" descr="Obrázok, na ktorom je text, ošatenie, ľudská tvár, osoba&#10;&#10;Automaticky generovaný popis">
            <a:extLst>
              <a:ext uri="{FF2B5EF4-FFF2-40B4-BE49-F238E27FC236}">
                <a16:creationId xmlns:a16="http://schemas.microsoft.com/office/drawing/2014/main" id="{1EF0CCE0-1CCF-8CF2-6AF0-17C8FFD1F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077" y="1143000"/>
            <a:ext cx="7245846" cy="4572000"/>
          </a:xfrm>
        </p:spPr>
      </p:pic>
    </p:spTree>
    <p:extLst>
      <p:ext uri="{BB962C8B-B14F-4D97-AF65-F5344CB8AC3E}">
        <p14:creationId xmlns:p14="http://schemas.microsoft.com/office/powerpoint/2010/main" val="344161272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119</TotalTime>
  <Words>415</Words>
  <Application>Microsoft Office PowerPoint</Application>
  <PresentationFormat>Širokoúhlá obrazovka</PresentationFormat>
  <Paragraphs>82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9" baseType="lpstr">
      <vt:lpstr>Arial</vt:lpstr>
      <vt:lpstr>Avenir Next LT Pro</vt:lpstr>
      <vt:lpstr>ColorBlockVTI</vt:lpstr>
      <vt:lpstr>Norština pro začátečníky</vt:lpstr>
      <vt:lpstr>Unnskyld, nebo beklager?</vt:lpstr>
      <vt:lpstr>Unnskyld, nebo beklager?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Utvořte spojení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2024-11-26T17:35:43Z</dcterms:created>
  <dcterms:modified xsi:type="dcterms:W3CDTF">2024-12-04T12:57:25Z</dcterms:modified>
</cp:coreProperties>
</file>