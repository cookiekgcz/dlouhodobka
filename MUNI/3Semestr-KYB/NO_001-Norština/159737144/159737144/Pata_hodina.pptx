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6"/>
  </p:notesMasterIdLst>
  <p:sldIdLst>
    <p:sldId id="256" r:id="rId2"/>
    <p:sldId id="395" r:id="rId3"/>
    <p:sldId id="398" r:id="rId4"/>
    <p:sldId id="396" r:id="rId5"/>
    <p:sldId id="399" r:id="rId6"/>
    <p:sldId id="397" r:id="rId7"/>
    <p:sldId id="400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33" r:id="rId19"/>
    <p:sldId id="263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34" r:id="rId28"/>
    <p:sldId id="401" r:id="rId29"/>
    <p:sldId id="264" r:id="rId30"/>
    <p:sldId id="307" r:id="rId31"/>
    <p:sldId id="308" r:id="rId32"/>
    <p:sldId id="309" r:id="rId33"/>
    <p:sldId id="310" r:id="rId34"/>
    <p:sldId id="311" r:id="rId35"/>
    <p:sldId id="312" r:id="rId36"/>
    <p:sldId id="266" r:id="rId37"/>
    <p:sldId id="345" r:id="rId38"/>
    <p:sldId id="402" r:id="rId39"/>
    <p:sldId id="405" r:id="rId40"/>
    <p:sldId id="407" r:id="rId41"/>
    <p:sldId id="406" r:id="rId42"/>
    <p:sldId id="408" r:id="rId43"/>
    <p:sldId id="409" r:id="rId44"/>
    <p:sldId id="410" r:id="rId45"/>
    <p:sldId id="411" r:id="rId46"/>
    <p:sldId id="412" r:id="rId47"/>
    <p:sldId id="346" r:id="rId48"/>
    <p:sldId id="347" r:id="rId49"/>
    <p:sldId id="348" r:id="rId50"/>
    <p:sldId id="349" r:id="rId51"/>
    <p:sldId id="350" r:id="rId52"/>
    <p:sldId id="351" r:id="rId53"/>
    <p:sldId id="352" r:id="rId54"/>
    <p:sldId id="353" r:id="rId55"/>
    <p:sldId id="354" r:id="rId56"/>
    <p:sldId id="403" r:id="rId57"/>
    <p:sldId id="404" r:id="rId58"/>
    <p:sldId id="373" r:id="rId59"/>
    <p:sldId id="374" r:id="rId60"/>
    <p:sldId id="375" r:id="rId61"/>
    <p:sldId id="376" r:id="rId62"/>
    <p:sldId id="388" r:id="rId63"/>
    <p:sldId id="389" r:id="rId64"/>
    <p:sldId id="390" r:id="rId65"/>
    <p:sldId id="391" r:id="rId66"/>
    <p:sldId id="392" r:id="rId67"/>
    <p:sldId id="393" r:id="rId68"/>
    <p:sldId id="39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4" r:id="rId79"/>
    <p:sldId id="365" r:id="rId80"/>
    <p:sldId id="366" r:id="rId81"/>
    <p:sldId id="367" r:id="rId82"/>
    <p:sldId id="368" r:id="rId83"/>
    <p:sldId id="369" r:id="rId84"/>
    <p:sldId id="370" r:id="rId85"/>
    <p:sldId id="371" r:id="rId86"/>
    <p:sldId id="372" r:id="rId87"/>
    <p:sldId id="413" r:id="rId88"/>
    <p:sldId id="420" r:id="rId89"/>
    <p:sldId id="414" r:id="rId90"/>
    <p:sldId id="415" r:id="rId91"/>
    <p:sldId id="416" r:id="rId92"/>
    <p:sldId id="417" r:id="rId93"/>
    <p:sldId id="418" r:id="rId94"/>
    <p:sldId id="419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9DAF3-7E14-4160-87C2-5EBE5F37067E}" v="49" dt="2025-10-16T09:55:49.314"/>
    <p1510:client id="{F5815F26-0C10-4740-A790-40BC7F182C05}" v="25" dt="2025-10-16T06:19:28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Styl s motivem 2 – zvýraznění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6" autoAdjust="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A15E966B-3CF9-42B3-97A5-C647D814BC1D}"/>
    <pc:docChg chg="undo redo custSel addSld delSld modSld">
      <pc:chgData name="Tomáš Bratina" userId="2033f5136aa55253" providerId="LiveId" clId="{A15E966B-3CF9-42B3-97A5-C647D814BC1D}" dt="2024-10-15T10:38:44.406" v="523" actId="20577"/>
      <pc:docMkLst>
        <pc:docMk/>
      </pc:docMkLst>
      <pc:sldChg chg="modSp mod">
        <pc:chgData name="Tomáš Bratina" userId="2033f5136aa55253" providerId="LiveId" clId="{A15E966B-3CF9-42B3-97A5-C647D814BC1D}" dt="2024-10-15T09:29:16.679" v="2" actId="207"/>
        <pc:sldMkLst>
          <pc:docMk/>
          <pc:sldMk cId="3127554268" sldId="273"/>
        </pc:sldMkLst>
      </pc:sldChg>
      <pc:sldChg chg="modSp mod">
        <pc:chgData name="Tomáš Bratina" userId="2033f5136aa55253" providerId="LiveId" clId="{A15E966B-3CF9-42B3-97A5-C647D814BC1D}" dt="2024-10-15T09:29:21.047" v="4" actId="207"/>
        <pc:sldMkLst>
          <pc:docMk/>
          <pc:sldMk cId="2760764981" sldId="274"/>
        </pc:sldMkLst>
      </pc:sldChg>
      <pc:sldChg chg="modSp add mod">
        <pc:chgData name="Tomáš Bratina" userId="2033f5136aa55253" providerId="LiveId" clId="{A15E966B-3CF9-42B3-97A5-C647D814BC1D}" dt="2024-10-15T10:26:52.392" v="13" actId="790"/>
        <pc:sldMkLst>
          <pc:docMk/>
          <pc:sldMk cId="867632399" sldId="275"/>
        </pc:sldMkLst>
      </pc:sldChg>
      <pc:sldChg chg="delSp modSp add del mod setBg delDesignElem">
        <pc:chgData name="Tomáš Bratina" userId="2033f5136aa55253" providerId="LiveId" clId="{A15E966B-3CF9-42B3-97A5-C647D814BC1D}" dt="2024-10-15T10:27:05.475" v="22" actId="47"/>
        <pc:sldMkLst>
          <pc:docMk/>
          <pc:sldMk cId="2194183909" sldId="276"/>
        </pc:sldMkLst>
      </pc:sldChg>
      <pc:sldChg chg="modSp add mod">
        <pc:chgData name="Tomáš Bratina" userId="2033f5136aa55253" providerId="LiveId" clId="{A15E966B-3CF9-42B3-97A5-C647D814BC1D}" dt="2024-10-15T10:27:12.047" v="27" actId="20577"/>
        <pc:sldMkLst>
          <pc:docMk/>
          <pc:sldMk cId="3174942557" sldId="277"/>
        </pc:sldMkLst>
      </pc:sldChg>
      <pc:sldChg chg="modSp add mod">
        <pc:chgData name="Tomáš Bratina" userId="2033f5136aa55253" providerId="LiveId" clId="{A15E966B-3CF9-42B3-97A5-C647D814BC1D}" dt="2024-10-15T10:27:23.911" v="49" actId="20577"/>
        <pc:sldMkLst>
          <pc:docMk/>
          <pc:sldMk cId="499025046" sldId="278"/>
        </pc:sldMkLst>
      </pc:sldChg>
      <pc:sldChg chg="delSp add del setBg delDesignElem">
        <pc:chgData name="Tomáš Bratina" userId="2033f5136aa55253" providerId="LiveId" clId="{A15E966B-3CF9-42B3-97A5-C647D814BC1D}" dt="2024-10-15T10:27:28.637" v="52" actId="2696"/>
        <pc:sldMkLst>
          <pc:docMk/>
          <pc:sldMk cId="1434083536" sldId="279"/>
        </pc:sldMkLst>
      </pc:sldChg>
      <pc:sldChg chg="modSp add mod">
        <pc:chgData name="Tomáš Bratina" userId="2033f5136aa55253" providerId="LiveId" clId="{A15E966B-3CF9-42B3-97A5-C647D814BC1D}" dt="2024-10-15T10:27:36.574" v="67" actId="20577"/>
        <pc:sldMkLst>
          <pc:docMk/>
          <pc:sldMk cId="1547242468" sldId="279"/>
        </pc:sldMkLst>
      </pc:sldChg>
      <pc:sldChg chg="modSp add mod">
        <pc:chgData name="Tomáš Bratina" userId="2033f5136aa55253" providerId="LiveId" clId="{A15E966B-3CF9-42B3-97A5-C647D814BC1D}" dt="2024-10-15T10:27:43.259" v="74" actId="20577"/>
        <pc:sldMkLst>
          <pc:docMk/>
          <pc:sldMk cId="160857407" sldId="280"/>
        </pc:sldMkLst>
      </pc:sldChg>
      <pc:sldChg chg="modSp add mod">
        <pc:chgData name="Tomáš Bratina" userId="2033f5136aa55253" providerId="LiveId" clId="{A15E966B-3CF9-42B3-97A5-C647D814BC1D}" dt="2024-10-15T10:27:56.229" v="90" actId="207"/>
        <pc:sldMkLst>
          <pc:docMk/>
          <pc:sldMk cId="3464822026" sldId="281"/>
        </pc:sldMkLst>
      </pc:sldChg>
      <pc:sldChg chg="modSp add mod">
        <pc:chgData name="Tomáš Bratina" userId="2033f5136aa55253" providerId="LiveId" clId="{A15E966B-3CF9-42B3-97A5-C647D814BC1D}" dt="2024-10-15T10:28:03.360" v="97" actId="20577"/>
        <pc:sldMkLst>
          <pc:docMk/>
          <pc:sldMk cId="1372371177" sldId="282"/>
        </pc:sldMkLst>
      </pc:sldChg>
      <pc:sldChg chg="modSp add mod">
        <pc:chgData name="Tomáš Bratina" userId="2033f5136aa55253" providerId="LiveId" clId="{A15E966B-3CF9-42B3-97A5-C647D814BC1D}" dt="2024-10-15T10:28:56.011" v="132" actId="20577"/>
        <pc:sldMkLst>
          <pc:docMk/>
          <pc:sldMk cId="2726763528" sldId="283"/>
        </pc:sldMkLst>
      </pc:sldChg>
      <pc:sldChg chg="modSp add mod">
        <pc:chgData name="Tomáš Bratina" userId="2033f5136aa55253" providerId="LiveId" clId="{A15E966B-3CF9-42B3-97A5-C647D814BC1D}" dt="2024-10-15T10:29:03.945" v="139" actId="20577"/>
        <pc:sldMkLst>
          <pc:docMk/>
          <pc:sldMk cId="3793349877" sldId="284"/>
        </pc:sldMkLst>
      </pc:sldChg>
      <pc:sldChg chg="modSp add mod">
        <pc:chgData name="Tomáš Bratina" userId="2033f5136aa55253" providerId="LiveId" clId="{A15E966B-3CF9-42B3-97A5-C647D814BC1D}" dt="2024-10-15T10:29:12.640" v="150" actId="20577"/>
        <pc:sldMkLst>
          <pc:docMk/>
          <pc:sldMk cId="3119032545" sldId="285"/>
        </pc:sldMkLst>
      </pc:sldChg>
      <pc:sldChg chg="modSp add mod">
        <pc:chgData name="Tomáš Bratina" userId="2033f5136aa55253" providerId="LiveId" clId="{A15E966B-3CF9-42B3-97A5-C647D814BC1D}" dt="2024-10-15T10:29:56.636" v="158" actId="113"/>
        <pc:sldMkLst>
          <pc:docMk/>
          <pc:sldMk cId="1069868057" sldId="286"/>
        </pc:sldMkLst>
      </pc:sldChg>
      <pc:sldChg chg="modSp add mod">
        <pc:chgData name="Tomáš Bratina" userId="2033f5136aa55253" providerId="LiveId" clId="{A15E966B-3CF9-42B3-97A5-C647D814BC1D}" dt="2024-10-15T10:30:24.364" v="168" actId="113"/>
        <pc:sldMkLst>
          <pc:docMk/>
          <pc:sldMk cId="2872672872" sldId="287"/>
        </pc:sldMkLst>
      </pc:sldChg>
      <pc:sldChg chg="modSp add mod">
        <pc:chgData name="Tomáš Bratina" userId="2033f5136aa55253" providerId="LiveId" clId="{A15E966B-3CF9-42B3-97A5-C647D814BC1D}" dt="2024-10-15T10:30:39.201" v="173" actId="20577"/>
        <pc:sldMkLst>
          <pc:docMk/>
          <pc:sldMk cId="184477834" sldId="288"/>
        </pc:sldMkLst>
      </pc:sldChg>
      <pc:sldChg chg="modSp add mod">
        <pc:chgData name="Tomáš Bratina" userId="2033f5136aa55253" providerId="LiveId" clId="{A15E966B-3CF9-42B3-97A5-C647D814BC1D}" dt="2024-10-15T10:30:49.660" v="182" actId="207"/>
        <pc:sldMkLst>
          <pc:docMk/>
          <pc:sldMk cId="485968195" sldId="289"/>
        </pc:sldMkLst>
      </pc:sldChg>
      <pc:sldChg chg="modSp add mod">
        <pc:chgData name="Tomáš Bratina" userId="2033f5136aa55253" providerId="LiveId" clId="{A15E966B-3CF9-42B3-97A5-C647D814BC1D}" dt="2024-10-15T10:31:01.013" v="189" actId="113"/>
        <pc:sldMkLst>
          <pc:docMk/>
          <pc:sldMk cId="3136833058" sldId="290"/>
        </pc:sldMkLst>
      </pc:sldChg>
      <pc:sldChg chg="modSp add mod">
        <pc:chgData name="Tomáš Bratina" userId="2033f5136aa55253" providerId="LiveId" clId="{A15E966B-3CF9-42B3-97A5-C647D814BC1D}" dt="2024-10-15T10:31:14.531" v="194" actId="113"/>
        <pc:sldMkLst>
          <pc:docMk/>
          <pc:sldMk cId="980545360" sldId="291"/>
        </pc:sldMkLst>
      </pc:sldChg>
      <pc:sldChg chg="modSp add mod">
        <pc:chgData name="Tomáš Bratina" userId="2033f5136aa55253" providerId="LiveId" clId="{A15E966B-3CF9-42B3-97A5-C647D814BC1D}" dt="2024-10-15T10:31:20.664" v="198" actId="113"/>
        <pc:sldMkLst>
          <pc:docMk/>
          <pc:sldMk cId="2592328116" sldId="292"/>
        </pc:sldMkLst>
      </pc:sldChg>
      <pc:sldChg chg="modSp add mod">
        <pc:chgData name="Tomáš Bratina" userId="2033f5136aa55253" providerId="LiveId" clId="{A15E966B-3CF9-42B3-97A5-C647D814BC1D}" dt="2024-10-15T10:31:26" v="203" actId="20577"/>
        <pc:sldMkLst>
          <pc:docMk/>
          <pc:sldMk cId="2074974312" sldId="293"/>
        </pc:sldMkLst>
      </pc:sldChg>
      <pc:sldChg chg="modSp add mod">
        <pc:chgData name="Tomáš Bratina" userId="2033f5136aa55253" providerId="LiveId" clId="{A15E966B-3CF9-42B3-97A5-C647D814BC1D}" dt="2024-10-15T10:31:30.241" v="208" actId="20577"/>
        <pc:sldMkLst>
          <pc:docMk/>
          <pc:sldMk cId="3202339091" sldId="294"/>
        </pc:sldMkLst>
      </pc:sldChg>
      <pc:sldChg chg="modSp add mod">
        <pc:chgData name="Tomáš Bratina" userId="2033f5136aa55253" providerId="LiveId" clId="{A15E966B-3CF9-42B3-97A5-C647D814BC1D}" dt="2024-10-15T10:31:52.336" v="241" actId="790"/>
        <pc:sldMkLst>
          <pc:docMk/>
          <pc:sldMk cId="3319478335" sldId="295"/>
        </pc:sldMkLst>
      </pc:sldChg>
      <pc:sldChg chg="modSp add mod">
        <pc:chgData name="Tomáš Bratina" userId="2033f5136aa55253" providerId="LiveId" clId="{A15E966B-3CF9-42B3-97A5-C647D814BC1D}" dt="2024-10-15T10:31:57.311" v="246" actId="20577"/>
        <pc:sldMkLst>
          <pc:docMk/>
          <pc:sldMk cId="3012198249" sldId="296"/>
        </pc:sldMkLst>
      </pc:sldChg>
      <pc:sldChg chg="modSp add mod">
        <pc:chgData name="Tomáš Bratina" userId="2033f5136aa55253" providerId="LiveId" clId="{A15E966B-3CF9-42B3-97A5-C647D814BC1D}" dt="2024-10-15T10:32:02.368" v="250" actId="20577"/>
        <pc:sldMkLst>
          <pc:docMk/>
          <pc:sldMk cId="989682248" sldId="297"/>
        </pc:sldMkLst>
      </pc:sldChg>
      <pc:sldChg chg="modSp add mod">
        <pc:chgData name="Tomáš Bratina" userId="2033f5136aa55253" providerId="LiveId" clId="{A15E966B-3CF9-42B3-97A5-C647D814BC1D}" dt="2024-10-15T10:32:08.897" v="256" actId="20577"/>
        <pc:sldMkLst>
          <pc:docMk/>
          <pc:sldMk cId="3071648419" sldId="298"/>
        </pc:sldMkLst>
      </pc:sldChg>
      <pc:sldChg chg="modSp add mod">
        <pc:chgData name="Tomáš Bratina" userId="2033f5136aa55253" providerId="LiveId" clId="{A15E966B-3CF9-42B3-97A5-C647D814BC1D}" dt="2024-10-15T10:32:12.901" v="260" actId="20577"/>
        <pc:sldMkLst>
          <pc:docMk/>
          <pc:sldMk cId="399546123" sldId="299"/>
        </pc:sldMkLst>
      </pc:sldChg>
      <pc:sldChg chg="modSp add mod">
        <pc:chgData name="Tomáš Bratina" userId="2033f5136aa55253" providerId="LiveId" clId="{A15E966B-3CF9-42B3-97A5-C647D814BC1D}" dt="2024-10-15T10:32:54.883" v="266" actId="113"/>
        <pc:sldMkLst>
          <pc:docMk/>
          <pc:sldMk cId="572624575" sldId="300"/>
        </pc:sldMkLst>
      </pc:sldChg>
      <pc:sldChg chg="modSp add mod">
        <pc:chgData name="Tomáš Bratina" userId="2033f5136aa55253" providerId="LiveId" clId="{A15E966B-3CF9-42B3-97A5-C647D814BC1D}" dt="2024-10-15T10:33:06.088" v="273" actId="207"/>
        <pc:sldMkLst>
          <pc:docMk/>
          <pc:sldMk cId="3646242234" sldId="301"/>
        </pc:sldMkLst>
      </pc:sldChg>
      <pc:sldChg chg="modSp add mod">
        <pc:chgData name="Tomáš Bratina" userId="2033f5136aa55253" providerId="LiveId" clId="{A15E966B-3CF9-42B3-97A5-C647D814BC1D}" dt="2024-10-15T10:33:14.833" v="279" actId="207"/>
        <pc:sldMkLst>
          <pc:docMk/>
          <pc:sldMk cId="3597243569" sldId="302"/>
        </pc:sldMkLst>
      </pc:sldChg>
      <pc:sldChg chg="modSp add mod">
        <pc:chgData name="Tomáš Bratina" userId="2033f5136aa55253" providerId="LiveId" clId="{A15E966B-3CF9-42B3-97A5-C647D814BC1D}" dt="2024-10-15T10:33:23.900" v="285" actId="207"/>
        <pc:sldMkLst>
          <pc:docMk/>
          <pc:sldMk cId="227451470" sldId="303"/>
        </pc:sldMkLst>
      </pc:sldChg>
      <pc:sldChg chg="modSp add mod">
        <pc:chgData name="Tomáš Bratina" userId="2033f5136aa55253" providerId="LiveId" clId="{A15E966B-3CF9-42B3-97A5-C647D814BC1D}" dt="2024-10-15T10:33:33.245" v="293" actId="207"/>
        <pc:sldMkLst>
          <pc:docMk/>
          <pc:sldMk cId="955106406" sldId="304"/>
        </pc:sldMkLst>
      </pc:sldChg>
      <pc:sldChg chg="modSp add mod">
        <pc:chgData name="Tomáš Bratina" userId="2033f5136aa55253" providerId="LiveId" clId="{A15E966B-3CF9-42B3-97A5-C647D814BC1D}" dt="2024-10-15T10:33:40.823" v="300" actId="207"/>
        <pc:sldMkLst>
          <pc:docMk/>
          <pc:sldMk cId="2101517476" sldId="305"/>
        </pc:sldMkLst>
      </pc:sldChg>
      <pc:sldChg chg="modSp add mod">
        <pc:chgData name="Tomáš Bratina" userId="2033f5136aa55253" providerId="LiveId" clId="{A15E966B-3CF9-42B3-97A5-C647D814BC1D}" dt="2024-10-15T10:33:56.418" v="310" actId="113"/>
        <pc:sldMkLst>
          <pc:docMk/>
          <pc:sldMk cId="2143876704" sldId="306"/>
        </pc:sldMkLst>
      </pc:sldChg>
      <pc:sldChg chg="modSp add mod">
        <pc:chgData name="Tomáš Bratina" userId="2033f5136aa55253" providerId="LiveId" clId="{A15E966B-3CF9-42B3-97A5-C647D814BC1D}" dt="2024-10-15T10:34:13.025" v="326" actId="207"/>
        <pc:sldMkLst>
          <pc:docMk/>
          <pc:sldMk cId="427266693" sldId="307"/>
        </pc:sldMkLst>
      </pc:sldChg>
      <pc:sldChg chg="modSp add mod">
        <pc:chgData name="Tomáš Bratina" userId="2033f5136aa55253" providerId="LiveId" clId="{A15E966B-3CF9-42B3-97A5-C647D814BC1D}" dt="2024-10-15T10:34:27.563" v="348" actId="113"/>
        <pc:sldMkLst>
          <pc:docMk/>
          <pc:sldMk cId="899239173" sldId="308"/>
        </pc:sldMkLst>
      </pc:sldChg>
      <pc:sldChg chg="modSp add mod">
        <pc:chgData name="Tomáš Bratina" userId="2033f5136aa55253" providerId="LiveId" clId="{A15E966B-3CF9-42B3-97A5-C647D814BC1D}" dt="2024-10-15T10:34:36.957" v="365" actId="113"/>
        <pc:sldMkLst>
          <pc:docMk/>
          <pc:sldMk cId="4097486821" sldId="309"/>
        </pc:sldMkLst>
      </pc:sldChg>
      <pc:sldChg chg="modSp add mod">
        <pc:chgData name="Tomáš Bratina" userId="2033f5136aa55253" providerId="LiveId" clId="{A15E966B-3CF9-42B3-97A5-C647D814BC1D}" dt="2024-10-15T10:34:55.008" v="397" actId="207"/>
        <pc:sldMkLst>
          <pc:docMk/>
          <pc:sldMk cId="2230024462" sldId="310"/>
        </pc:sldMkLst>
      </pc:sldChg>
      <pc:sldChg chg="modSp add mod">
        <pc:chgData name="Tomáš Bratina" userId="2033f5136aa55253" providerId="LiveId" clId="{A15E966B-3CF9-42B3-97A5-C647D814BC1D}" dt="2024-10-15T10:35:34.571" v="453" actId="20577"/>
        <pc:sldMkLst>
          <pc:docMk/>
          <pc:sldMk cId="2431321998" sldId="311"/>
        </pc:sldMkLst>
      </pc:sldChg>
      <pc:sldChg chg="modSp add mod">
        <pc:chgData name="Tomáš Bratina" userId="2033f5136aa55253" providerId="LiveId" clId="{A15E966B-3CF9-42B3-97A5-C647D814BC1D}" dt="2024-10-15T10:35:37.713" v="455" actId="207"/>
        <pc:sldMkLst>
          <pc:docMk/>
          <pc:sldMk cId="1467912127" sldId="312"/>
        </pc:sldMkLst>
      </pc:sldChg>
      <pc:sldChg chg="modSp add mod">
        <pc:chgData name="Tomáš Bratina" userId="2033f5136aa55253" providerId="LiveId" clId="{A15E966B-3CF9-42B3-97A5-C647D814BC1D}" dt="2024-10-15T10:37:35.177" v="460" actId="113"/>
        <pc:sldMkLst>
          <pc:docMk/>
          <pc:sldMk cId="355699006" sldId="313"/>
        </pc:sldMkLst>
      </pc:sldChg>
      <pc:sldChg chg="modSp add mod">
        <pc:chgData name="Tomáš Bratina" userId="2033f5136aa55253" providerId="LiveId" clId="{A15E966B-3CF9-42B3-97A5-C647D814BC1D}" dt="2024-10-15T10:37:45.344" v="464" actId="20577"/>
        <pc:sldMkLst>
          <pc:docMk/>
          <pc:sldMk cId="1822389861" sldId="314"/>
        </pc:sldMkLst>
      </pc:sldChg>
      <pc:sldChg chg="modSp add mod">
        <pc:chgData name="Tomáš Bratina" userId="2033f5136aa55253" providerId="LiveId" clId="{A15E966B-3CF9-42B3-97A5-C647D814BC1D}" dt="2024-10-15T10:37:52.473" v="472" actId="20577"/>
        <pc:sldMkLst>
          <pc:docMk/>
          <pc:sldMk cId="3016642577" sldId="315"/>
        </pc:sldMkLst>
      </pc:sldChg>
      <pc:sldChg chg="modSp add mod">
        <pc:chgData name="Tomáš Bratina" userId="2033f5136aa55253" providerId="LiveId" clId="{A15E966B-3CF9-42B3-97A5-C647D814BC1D}" dt="2024-10-15T10:38:00.521" v="478" actId="20577"/>
        <pc:sldMkLst>
          <pc:docMk/>
          <pc:sldMk cId="1226060910" sldId="316"/>
        </pc:sldMkLst>
      </pc:sldChg>
      <pc:sldChg chg="modSp add mod">
        <pc:chgData name="Tomáš Bratina" userId="2033f5136aa55253" providerId="LiveId" clId="{A15E966B-3CF9-42B3-97A5-C647D814BC1D}" dt="2024-10-15T10:38:07.185" v="483" actId="20577"/>
        <pc:sldMkLst>
          <pc:docMk/>
          <pc:sldMk cId="2219107358" sldId="317"/>
        </pc:sldMkLst>
      </pc:sldChg>
      <pc:sldChg chg="modSp add mod">
        <pc:chgData name="Tomáš Bratina" userId="2033f5136aa55253" providerId="LiveId" clId="{A15E966B-3CF9-42B3-97A5-C647D814BC1D}" dt="2024-10-15T10:38:14.992" v="490" actId="20577"/>
        <pc:sldMkLst>
          <pc:docMk/>
          <pc:sldMk cId="1714402669" sldId="318"/>
        </pc:sldMkLst>
      </pc:sldChg>
      <pc:sldChg chg="modSp add mod">
        <pc:chgData name="Tomáš Bratina" userId="2033f5136aa55253" providerId="LiveId" clId="{A15E966B-3CF9-42B3-97A5-C647D814BC1D}" dt="2024-10-15T10:38:21.830" v="494" actId="20577"/>
        <pc:sldMkLst>
          <pc:docMk/>
          <pc:sldMk cId="2873162334" sldId="319"/>
        </pc:sldMkLst>
      </pc:sldChg>
      <pc:sldChg chg="modSp add mod">
        <pc:chgData name="Tomáš Bratina" userId="2033f5136aa55253" providerId="LiveId" clId="{A15E966B-3CF9-42B3-97A5-C647D814BC1D}" dt="2024-10-15T10:38:27.807" v="498" actId="20577"/>
        <pc:sldMkLst>
          <pc:docMk/>
          <pc:sldMk cId="2323783058" sldId="320"/>
        </pc:sldMkLst>
      </pc:sldChg>
      <pc:sldChg chg="modSp add mod">
        <pc:chgData name="Tomáš Bratina" userId="2033f5136aa55253" providerId="LiveId" clId="{A15E966B-3CF9-42B3-97A5-C647D814BC1D}" dt="2024-10-15T10:38:36.330" v="513" actId="20577"/>
        <pc:sldMkLst>
          <pc:docMk/>
          <pc:sldMk cId="2772161429" sldId="321"/>
        </pc:sldMkLst>
      </pc:sldChg>
      <pc:sldChg chg="modSp add mod">
        <pc:chgData name="Tomáš Bratina" userId="2033f5136aa55253" providerId="LiveId" clId="{A15E966B-3CF9-42B3-97A5-C647D814BC1D}" dt="2024-10-15T10:38:44.406" v="523" actId="20577"/>
        <pc:sldMkLst>
          <pc:docMk/>
          <pc:sldMk cId="752431213" sldId="322"/>
        </pc:sldMkLst>
      </pc:sldChg>
    </pc:docChg>
  </pc:docChgLst>
  <pc:docChgLst>
    <pc:chgData name="Tomáš Bratina" userId="2033f5136aa55253" providerId="LiveId" clId="{29262B43-FD0A-43AB-98B8-C516C5B00E33}"/>
    <pc:docChg chg="undo custSel addSld modSld">
      <pc:chgData name="Tomáš Bratina" userId="2033f5136aa55253" providerId="LiveId" clId="{29262B43-FD0A-43AB-98B8-C516C5B00E33}" dt="2024-10-16T07:53:10.474" v="47" actId="26606"/>
      <pc:docMkLst>
        <pc:docMk/>
      </pc:docMkLst>
      <pc:sldChg chg="modSp mod">
        <pc:chgData name="Tomáš Bratina" userId="2033f5136aa55253" providerId="LiveId" clId="{29262B43-FD0A-43AB-98B8-C516C5B00E33}" dt="2024-10-15T12:43:14.828" v="0" actId="20577"/>
        <pc:sldMkLst>
          <pc:docMk/>
          <pc:sldMk cId="2249168181" sldId="259"/>
        </pc:sldMkLst>
      </pc:sldChg>
      <pc:sldChg chg="modSp mod">
        <pc:chgData name="Tomáš Bratina" userId="2033f5136aa55253" providerId="LiveId" clId="{29262B43-FD0A-43AB-98B8-C516C5B00E33}" dt="2024-10-15T12:46:56.589" v="33" actId="20577"/>
        <pc:sldMkLst>
          <pc:docMk/>
          <pc:sldMk cId="1581592852" sldId="267"/>
        </pc:sldMkLst>
      </pc:sldChg>
      <pc:sldChg chg="modSp mod">
        <pc:chgData name="Tomáš Bratina" userId="2033f5136aa55253" providerId="LiveId" clId="{29262B43-FD0A-43AB-98B8-C516C5B00E33}" dt="2024-10-15T12:44:17.622" v="12" actId="20577"/>
        <pc:sldMkLst>
          <pc:docMk/>
          <pc:sldMk cId="485968195" sldId="289"/>
        </pc:sldMkLst>
      </pc:sldChg>
      <pc:sldChg chg="modSp mod">
        <pc:chgData name="Tomáš Bratina" userId="2033f5136aa55253" providerId="LiveId" clId="{29262B43-FD0A-43AB-98B8-C516C5B00E33}" dt="2024-10-15T12:45:40.675" v="16" actId="790"/>
        <pc:sldMkLst>
          <pc:docMk/>
          <pc:sldMk cId="3136833058" sldId="290"/>
        </pc:sldMkLst>
      </pc:sldChg>
      <pc:sldChg chg="modSp mod">
        <pc:chgData name="Tomáš Bratina" userId="2033f5136aa55253" providerId="LiveId" clId="{29262B43-FD0A-43AB-98B8-C516C5B00E33}" dt="2024-10-15T12:45:57.084" v="17" actId="207"/>
        <pc:sldMkLst>
          <pc:docMk/>
          <pc:sldMk cId="2143876704" sldId="306"/>
        </pc:sldMkLst>
      </pc:sldChg>
      <pc:sldChg chg="addSp modSp new mod setBg">
        <pc:chgData name="Tomáš Bratina" userId="2033f5136aa55253" providerId="LiveId" clId="{29262B43-FD0A-43AB-98B8-C516C5B00E33}" dt="2024-10-16T07:53:10.474" v="47" actId="26606"/>
        <pc:sldMkLst>
          <pc:docMk/>
          <pc:sldMk cId="1875158776" sldId="323"/>
        </pc:sldMkLst>
      </pc:sldChg>
    </pc:docChg>
  </pc:docChgLst>
  <pc:docChgLst>
    <pc:chgData name="Tomáš Bratina" userId="2033f5136aa55253" providerId="LiveId" clId="{8ECA8620-7B00-4EDA-805E-0BA470DD3A9F}"/>
    <pc:docChg chg="undo custSel addSld delSld modSld sldOrd">
      <pc:chgData name="Tomáš Bratina" userId="2033f5136aa55253" providerId="LiveId" clId="{8ECA8620-7B00-4EDA-805E-0BA470DD3A9F}" dt="2025-10-16T09:56:10.583" v="1081" actId="20577"/>
      <pc:docMkLst>
        <pc:docMk/>
      </pc:docMkLst>
      <pc:sldChg chg="modSp mod">
        <pc:chgData name="Tomáš Bratina" userId="2033f5136aa55253" providerId="LiveId" clId="{8ECA8620-7B00-4EDA-805E-0BA470DD3A9F}" dt="2025-10-16T08:53:47.461" v="318" actId="20577"/>
        <pc:sldMkLst>
          <pc:docMk/>
          <pc:sldMk cId="2992780660" sldId="333"/>
        </pc:sldMkLst>
        <pc:spChg chg="mod">
          <ac:chgData name="Tomáš Bratina" userId="2033f5136aa55253" providerId="LiveId" clId="{8ECA8620-7B00-4EDA-805E-0BA470DD3A9F}" dt="2025-10-16T08:53:47.461" v="318" actId="20577"/>
          <ac:spMkLst>
            <pc:docMk/>
            <pc:sldMk cId="2992780660" sldId="333"/>
            <ac:spMk id="3" creationId="{C1C4FB4E-CF1D-2D55-0998-D3EA12EB437B}"/>
          </ac:spMkLst>
        </pc:spChg>
      </pc:sldChg>
      <pc:sldChg chg="modSp mod">
        <pc:chgData name="Tomáš Bratina" userId="2033f5136aa55253" providerId="LiveId" clId="{8ECA8620-7B00-4EDA-805E-0BA470DD3A9F}" dt="2025-10-16T08:56:31.538" v="350" actId="27636"/>
        <pc:sldMkLst>
          <pc:docMk/>
          <pc:sldMk cId="547280344" sldId="334"/>
        </pc:sldMkLst>
        <pc:spChg chg="mod">
          <ac:chgData name="Tomáš Bratina" userId="2033f5136aa55253" providerId="LiveId" clId="{8ECA8620-7B00-4EDA-805E-0BA470DD3A9F}" dt="2025-10-16T08:56:31.538" v="350" actId="27636"/>
          <ac:spMkLst>
            <pc:docMk/>
            <pc:sldMk cId="547280344" sldId="334"/>
            <ac:spMk id="3" creationId="{91C77A06-914C-3F8F-D936-5BC491CB6C45}"/>
          </ac:spMkLst>
        </pc:spChg>
      </pc:sldChg>
      <pc:sldChg chg="modSp mod">
        <pc:chgData name="Tomáš Bratina" userId="2033f5136aa55253" providerId="LiveId" clId="{8ECA8620-7B00-4EDA-805E-0BA470DD3A9F}" dt="2025-10-16T08:50:49.411" v="228" actId="20577"/>
        <pc:sldMkLst>
          <pc:docMk/>
          <pc:sldMk cId="2494198857" sldId="335"/>
        </pc:sldMkLst>
        <pc:spChg chg="mod">
          <ac:chgData name="Tomáš Bratina" userId="2033f5136aa55253" providerId="LiveId" clId="{8ECA8620-7B00-4EDA-805E-0BA470DD3A9F}" dt="2025-10-16T08:50:49.411" v="228" actId="20577"/>
          <ac:spMkLst>
            <pc:docMk/>
            <pc:sldMk cId="2494198857" sldId="335"/>
            <ac:spMk id="2" creationId="{85F4FB09-DE65-0A96-1B88-F4261BB3C149}"/>
          </ac:spMkLst>
        </pc:spChg>
      </pc:sldChg>
      <pc:sldChg chg="modSp mod">
        <pc:chgData name="Tomáš Bratina" userId="2033f5136aa55253" providerId="LiveId" clId="{8ECA8620-7B00-4EDA-805E-0BA470DD3A9F}" dt="2025-10-16T08:50:51.796" v="230" actId="20577"/>
        <pc:sldMkLst>
          <pc:docMk/>
          <pc:sldMk cId="3357560905" sldId="336"/>
        </pc:sldMkLst>
        <pc:spChg chg="mod">
          <ac:chgData name="Tomáš Bratina" userId="2033f5136aa55253" providerId="LiveId" clId="{8ECA8620-7B00-4EDA-805E-0BA470DD3A9F}" dt="2025-10-16T08:50:51.796" v="230" actId="20577"/>
          <ac:spMkLst>
            <pc:docMk/>
            <pc:sldMk cId="3357560905" sldId="336"/>
            <ac:spMk id="2" creationId="{643A2B88-9717-EC63-1D89-38D673569467}"/>
          </ac:spMkLst>
        </pc:spChg>
      </pc:sldChg>
      <pc:sldChg chg="modSp mod">
        <pc:chgData name="Tomáš Bratina" userId="2033f5136aa55253" providerId="LiveId" clId="{8ECA8620-7B00-4EDA-805E-0BA470DD3A9F}" dt="2025-10-16T08:50:54.072" v="232" actId="20577"/>
        <pc:sldMkLst>
          <pc:docMk/>
          <pc:sldMk cId="3507488720" sldId="337"/>
        </pc:sldMkLst>
        <pc:spChg chg="mod">
          <ac:chgData name="Tomáš Bratina" userId="2033f5136aa55253" providerId="LiveId" clId="{8ECA8620-7B00-4EDA-805E-0BA470DD3A9F}" dt="2025-10-16T08:50:54.072" v="232" actId="20577"/>
          <ac:spMkLst>
            <pc:docMk/>
            <pc:sldMk cId="3507488720" sldId="337"/>
            <ac:spMk id="2" creationId="{340DD042-6E88-556F-9263-783A37F5DA7C}"/>
          </ac:spMkLst>
        </pc:spChg>
      </pc:sldChg>
      <pc:sldChg chg="modSp mod">
        <pc:chgData name="Tomáš Bratina" userId="2033f5136aa55253" providerId="LiveId" clId="{8ECA8620-7B00-4EDA-805E-0BA470DD3A9F}" dt="2025-10-16T08:50:56.689" v="234" actId="20577"/>
        <pc:sldMkLst>
          <pc:docMk/>
          <pc:sldMk cId="767132251" sldId="338"/>
        </pc:sldMkLst>
        <pc:spChg chg="mod">
          <ac:chgData name="Tomáš Bratina" userId="2033f5136aa55253" providerId="LiveId" clId="{8ECA8620-7B00-4EDA-805E-0BA470DD3A9F}" dt="2025-10-16T08:50:56.689" v="234" actId="20577"/>
          <ac:spMkLst>
            <pc:docMk/>
            <pc:sldMk cId="767132251" sldId="338"/>
            <ac:spMk id="2" creationId="{1F28D6A5-B97B-6417-B565-83B474302146}"/>
          </ac:spMkLst>
        </pc:spChg>
      </pc:sldChg>
      <pc:sldChg chg="modSp mod">
        <pc:chgData name="Tomáš Bratina" userId="2033f5136aa55253" providerId="LiveId" clId="{8ECA8620-7B00-4EDA-805E-0BA470DD3A9F}" dt="2025-10-16T08:50:58.778" v="236" actId="20577"/>
        <pc:sldMkLst>
          <pc:docMk/>
          <pc:sldMk cId="319291579" sldId="339"/>
        </pc:sldMkLst>
        <pc:spChg chg="mod">
          <ac:chgData name="Tomáš Bratina" userId="2033f5136aa55253" providerId="LiveId" clId="{8ECA8620-7B00-4EDA-805E-0BA470DD3A9F}" dt="2025-10-16T08:50:58.778" v="236" actId="20577"/>
          <ac:spMkLst>
            <pc:docMk/>
            <pc:sldMk cId="319291579" sldId="339"/>
            <ac:spMk id="2" creationId="{40918DC3-8EA7-414F-F312-63891909DC3C}"/>
          </ac:spMkLst>
        </pc:spChg>
      </pc:sldChg>
      <pc:sldChg chg="modSp mod">
        <pc:chgData name="Tomáš Bratina" userId="2033f5136aa55253" providerId="LiveId" clId="{8ECA8620-7B00-4EDA-805E-0BA470DD3A9F}" dt="2025-10-16T08:51:01.921" v="238" actId="20577"/>
        <pc:sldMkLst>
          <pc:docMk/>
          <pc:sldMk cId="1914537206" sldId="340"/>
        </pc:sldMkLst>
        <pc:spChg chg="mod">
          <ac:chgData name="Tomáš Bratina" userId="2033f5136aa55253" providerId="LiveId" clId="{8ECA8620-7B00-4EDA-805E-0BA470DD3A9F}" dt="2025-10-16T08:51:01.921" v="238" actId="20577"/>
          <ac:spMkLst>
            <pc:docMk/>
            <pc:sldMk cId="1914537206" sldId="340"/>
            <ac:spMk id="2" creationId="{A8E85672-C970-2DC1-5919-6ADBDFE5E57F}"/>
          </ac:spMkLst>
        </pc:spChg>
      </pc:sldChg>
      <pc:sldChg chg="modSp mod">
        <pc:chgData name="Tomáš Bratina" userId="2033f5136aa55253" providerId="LiveId" clId="{8ECA8620-7B00-4EDA-805E-0BA470DD3A9F}" dt="2025-10-16T08:51:03.866" v="240" actId="20577"/>
        <pc:sldMkLst>
          <pc:docMk/>
          <pc:sldMk cId="4164060354" sldId="341"/>
        </pc:sldMkLst>
        <pc:spChg chg="mod">
          <ac:chgData name="Tomáš Bratina" userId="2033f5136aa55253" providerId="LiveId" clId="{8ECA8620-7B00-4EDA-805E-0BA470DD3A9F}" dt="2025-10-16T08:51:03.866" v="240" actId="20577"/>
          <ac:spMkLst>
            <pc:docMk/>
            <pc:sldMk cId="4164060354" sldId="341"/>
            <ac:spMk id="2" creationId="{807B9661-A8DB-5F40-8637-0F10D0E1AE0C}"/>
          </ac:spMkLst>
        </pc:spChg>
      </pc:sldChg>
      <pc:sldChg chg="modSp mod">
        <pc:chgData name="Tomáš Bratina" userId="2033f5136aa55253" providerId="LiveId" clId="{8ECA8620-7B00-4EDA-805E-0BA470DD3A9F}" dt="2025-10-16T08:51:05.969" v="242" actId="20577"/>
        <pc:sldMkLst>
          <pc:docMk/>
          <pc:sldMk cId="1033563201" sldId="342"/>
        </pc:sldMkLst>
        <pc:spChg chg="mod">
          <ac:chgData name="Tomáš Bratina" userId="2033f5136aa55253" providerId="LiveId" clId="{8ECA8620-7B00-4EDA-805E-0BA470DD3A9F}" dt="2025-10-16T08:51:05.969" v="242" actId="20577"/>
          <ac:spMkLst>
            <pc:docMk/>
            <pc:sldMk cId="1033563201" sldId="342"/>
            <ac:spMk id="2" creationId="{C334E2FA-C187-49FF-B47F-51856329651F}"/>
          </ac:spMkLst>
        </pc:spChg>
      </pc:sldChg>
      <pc:sldChg chg="modSp mod">
        <pc:chgData name="Tomáš Bratina" userId="2033f5136aa55253" providerId="LiveId" clId="{8ECA8620-7B00-4EDA-805E-0BA470DD3A9F}" dt="2025-10-16T08:51:07.895" v="244" actId="20577"/>
        <pc:sldMkLst>
          <pc:docMk/>
          <pc:sldMk cId="974246404" sldId="343"/>
        </pc:sldMkLst>
        <pc:spChg chg="mod">
          <ac:chgData name="Tomáš Bratina" userId="2033f5136aa55253" providerId="LiveId" clId="{8ECA8620-7B00-4EDA-805E-0BA470DD3A9F}" dt="2025-10-16T08:51:07.895" v="244" actId="20577"/>
          <ac:spMkLst>
            <pc:docMk/>
            <pc:sldMk cId="974246404" sldId="343"/>
            <ac:spMk id="2" creationId="{1F64A565-4421-D428-C604-935385AA21FD}"/>
          </ac:spMkLst>
        </pc:spChg>
      </pc:sldChg>
      <pc:sldChg chg="modSp mod">
        <pc:chgData name="Tomáš Bratina" userId="2033f5136aa55253" providerId="LiveId" clId="{8ECA8620-7B00-4EDA-805E-0BA470DD3A9F}" dt="2025-10-16T08:51:10.403" v="246" actId="20577"/>
        <pc:sldMkLst>
          <pc:docMk/>
          <pc:sldMk cId="1626608575" sldId="344"/>
        </pc:sldMkLst>
        <pc:spChg chg="mod">
          <ac:chgData name="Tomáš Bratina" userId="2033f5136aa55253" providerId="LiveId" clId="{8ECA8620-7B00-4EDA-805E-0BA470DD3A9F}" dt="2025-10-16T08:51:10.403" v="246" actId="20577"/>
          <ac:spMkLst>
            <pc:docMk/>
            <pc:sldMk cId="1626608575" sldId="344"/>
            <ac:spMk id="2" creationId="{68DDD3CF-E774-DD96-74E5-51590BF8D7C6}"/>
          </ac:spMkLst>
        </pc:spChg>
      </pc:sldChg>
      <pc:sldChg chg="modSp mod">
        <pc:chgData name="Tomáš Bratina" userId="2033f5136aa55253" providerId="LiveId" clId="{8ECA8620-7B00-4EDA-805E-0BA470DD3A9F}" dt="2025-10-16T07:28:17.068" v="14" actId="20577"/>
        <pc:sldMkLst>
          <pc:docMk/>
          <pc:sldMk cId="2990711493" sldId="373"/>
        </pc:sldMkLst>
        <pc:spChg chg="mod">
          <ac:chgData name="Tomáš Bratina" userId="2033f5136aa55253" providerId="LiveId" clId="{8ECA8620-7B00-4EDA-805E-0BA470DD3A9F}" dt="2025-10-16T07:28:17.068" v="14" actId="20577"/>
          <ac:spMkLst>
            <pc:docMk/>
            <pc:sldMk cId="2990711493" sldId="373"/>
            <ac:spMk id="3" creationId="{88E46C5B-4B87-8A1B-6C84-DB9B3138495B}"/>
          </ac:spMkLst>
        </pc:spChg>
      </pc:sldChg>
      <pc:sldChg chg="addSp delSp modSp new mod modClrScheme chgLayout">
        <pc:chgData name="Tomáš Bratina" userId="2033f5136aa55253" providerId="LiveId" clId="{8ECA8620-7B00-4EDA-805E-0BA470DD3A9F}" dt="2025-10-16T08:48:36.408" v="198" actId="20577"/>
        <pc:sldMkLst>
          <pc:docMk/>
          <pc:sldMk cId="254034669" sldId="395"/>
        </pc:sldMkLst>
        <pc:spChg chg="mod ord">
          <ac:chgData name="Tomáš Bratina" userId="2033f5136aa55253" providerId="LiveId" clId="{8ECA8620-7B00-4EDA-805E-0BA470DD3A9F}" dt="2025-10-16T08:41:10.799" v="45" actId="700"/>
          <ac:spMkLst>
            <pc:docMk/>
            <pc:sldMk cId="254034669" sldId="395"/>
            <ac:spMk id="2" creationId="{6670A6FA-6680-F1BD-4E72-45DA560B6BF0}"/>
          </ac:spMkLst>
        </pc:spChg>
        <pc:spChg chg="del">
          <ac:chgData name="Tomáš Bratina" userId="2033f5136aa55253" providerId="LiveId" clId="{8ECA8620-7B00-4EDA-805E-0BA470DD3A9F}" dt="2025-10-16T08:40:42.844" v="27" actId="931"/>
          <ac:spMkLst>
            <pc:docMk/>
            <pc:sldMk cId="254034669" sldId="395"/>
            <ac:spMk id="3" creationId="{0EABFB6D-F283-6EC3-B14F-FFDEDF94CF9A}"/>
          </ac:spMkLst>
        </pc:spChg>
        <pc:spChg chg="add mod ord">
          <ac:chgData name="Tomáš Bratina" userId="2033f5136aa55253" providerId="LiveId" clId="{8ECA8620-7B00-4EDA-805E-0BA470DD3A9F}" dt="2025-10-16T08:48:36.408" v="198" actId="20577"/>
          <ac:spMkLst>
            <pc:docMk/>
            <pc:sldMk cId="254034669" sldId="395"/>
            <ac:spMk id="6" creationId="{BA1351B5-A6AC-9C46-0DED-62833348BFA0}"/>
          </ac:spMkLst>
        </pc:spChg>
        <pc:spChg chg="add del mod">
          <ac:chgData name="Tomáš Bratina" userId="2033f5136aa55253" providerId="LiveId" clId="{8ECA8620-7B00-4EDA-805E-0BA470DD3A9F}" dt="2025-10-16T08:43:33.908" v="108" actId="931"/>
          <ac:spMkLst>
            <pc:docMk/>
            <pc:sldMk cId="254034669" sldId="395"/>
            <ac:spMk id="8" creationId="{98DFBBEC-C80D-1168-21AF-F196D6793BA3}"/>
          </ac:spMkLst>
        </pc:spChg>
        <pc:spChg chg="add del mod">
          <ac:chgData name="Tomáš Bratina" userId="2033f5136aa55253" providerId="LiveId" clId="{8ECA8620-7B00-4EDA-805E-0BA470DD3A9F}" dt="2025-10-16T08:44:58.466" v="127" actId="931"/>
          <ac:spMkLst>
            <pc:docMk/>
            <pc:sldMk cId="254034669" sldId="395"/>
            <ac:spMk id="14" creationId="{E385DD00-4DD7-ADEB-591B-675FC7C6903B}"/>
          </ac:spMkLst>
        </pc:spChg>
        <pc:picChg chg="add del mod ord">
          <ac:chgData name="Tomáš Bratina" userId="2033f5136aa55253" providerId="LiveId" clId="{8ECA8620-7B00-4EDA-805E-0BA470DD3A9F}" dt="2025-10-16T08:43:29.130" v="107" actId="478"/>
          <ac:picMkLst>
            <pc:docMk/>
            <pc:sldMk cId="254034669" sldId="395"/>
            <ac:picMk id="5" creationId="{7C1D58F5-31B3-5C07-C987-2B78C5B65DC0}"/>
          </ac:picMkLst>
        </pc:picChg>
        <pc:picChg chg="add del mod">
          <ac:chgData name="Tomáš Bratina" userId="2033f5136aa55253" providerId="LiveId" clId="{8ECA8620-7B00-4EDA-805E-0BA470DD3A9F}" dt="2025-10-16T08:44:35.415" v="126" actId="478"/>
          <ac:picMkLst>
            <pc:docMk/>
            <pc:sldMk cId="254034669" sldId="395"/>
            <ac:picMk id="10" creationId="{54C3B544-D920-9FA6-6196-AF7AD2457DAC}"/>
          </ac:picMkLst>
        </pc:picChg>
        <pc:picChg chg="add mod">
          <ac:chgData name="Tomáš Bratina" userId="2033f5136aa55253" providerId="LiveId" clId="{8ECA8620-7B00-4EDA-805E-0BA470DD3A9F}" dt="2025-10-16T08:44:58.466" v="127" actId="931"/>
          <ac:picMkLst>
            <pc:docMk/>
            <pc:sldMk cId="254034669" sldId="395"/>
            <ac:picMk id="16" creationId="{04D21C8F-64FA-23B7-C7FE-5290A840A33C}"/>
          </ac:picMkLst>
        </pc:picChg>
        <pc:cxnChg chg="add del mod">
          <ac:chgData name="Tomáš Bratina" userId="2033f5136aa55253" providerId="LiveId" clId="{8ECA8620-7B00-4EDA-805E-0BA470DD3A9F}" dt="2025-10-16T08:44:34.500" v="125" actId="478"/>
          <ac:cxnSpMkLst>
            <pc:docMk/>
            <pc:sldMk cId="254034669" sldId="395"/>
            <ac:cxnSpMk id="12" creationId="{C9FB3A7A-BDEB-D9EF-CCB2-5370EBC58D9C}"/>
          </ac:cxnSpMkLst>
        </pc:cxnChg>
      </pc:sldChg>
      <pc:sldChg chg="modSp add">
        <pc:chgData name="Tomáš Bratina" userId="2033f5136aa55253" providerId="LiveId" clId="{8ECA8620-7B00-4EDA-805E-0BA470DD3A9F}" dt="2025-10-16T08:48:47.344" v="200"/>
        <pc:sldMkLst>
          <pc:docMk/>
          <pc:sldMk cId="2126270631" sldId="396"/>
        </pc:sldMkLst>
        <pc:spChg chg="mod">
          <ac:chgData name="Tomáš Bratina" userId="2033f5136aa55253" providerId="LiveId" clId="{8ECA8620-7B00-4EDA-805E-0BA470DD3A9F}" dt="2025-10-16T08:48:47.344" v="200"/>
          <ac:spMkLst>
            <pc:docMk/>
            <pc:sldMk cId="2126270631" sldId="396"/>
            <ac:spMk id="6" creationId="{010F595F-DAC0-170A-80CB-8328F22D3BB7}"/>
          </ac:spMkLst>
        </pc:spChg>
      </pc:sldChg>
      <pc:sldChg chg="addSp delSp modSp add mod">
        <pc:chgData name="Tomáš Bratina" userId="2033f5136aa55253" providerId="LiveId" clId="{8ECA8620-7B00-4EDA-805E-0BA470DD3A9F}" dt="2025-10-16T08:48:52.689" v="202"/>
        <pc:sldMkLst>
          <pc:docMk/>
          <pc:sldMk cId="3773597142" sldId="397"/>
        </pc:sldMkLst>
        <pc:spChg chg="add del mod">
          <ac:chgData name="Tomáš Bratina" userId="2033f5136aa55253" providerId="LiveId" clId="{8ECA8620-7B00-4EDA-805E-0BA470DD3A9F}" dt="2025-10-16T08:47:45.368" v="147" actId="931"/>
          <ac:spMkLst>
            <pc:docMk/>
            <pc:sldMk cId="3773597142" sldId="397"/>
            <ac:spMk id="4" creationId="{9557528F-2850-5F8A-F2C6-A0DF92D791FD}"/>
          </ac:spMkLst>
        </pc:spChg>
        <pc:spChg chg="mod">
          <ac:chgData name="Tomáš Bratina" userId="2033f5136aa55253" providerId="LiveId" clId="{8ECA8620-7B00-4EDA-805E-0BA470DD3A9F}" dt="2025-10-16T08:48:52.689" v="202"/>
          <ac:spMkLst>
            <pc:docMk/>
            <pc:sldMk cId="3773597142" sldId="397"/>
            <ac:spMk id="6" creationId="{97AA0F7E-3D31-8ACD-08FE-52947B7AD9B9}"/>
          </ac:spMkLst>
        </pc:spChg>
        <pc:picChg chg="del">
          <ac:chgData name="Tomáš Bratina" userId="2033f5136aa55253" providerId="LiveId" clId="{8ECA8620-7B00-4EDA-805E-0BA470DD3A9F}" dt="2025-10-16T08:46:44.324" v="146" actId="478"/>
          <ac:picMkLst>
            <pc:docMk/>
            <pc:sldMk cId="3773597142" sldId="397"/>
            <ac:picMk id="5" creationId="{FBE1F492-15DD-FFED-B050-4E19349E0008}"/>
          </ac:picMkLst>
        </pc:picChg>
        <pc:picChg chg="add mod">
          <ac:chgData name="Tomáš Bratina" userId="2033f5136aa55253" providerId="LiveId" clId="{8ECA8620-7B00-4EDA-805E-0BA470DD3A9F}" dt="2025-10-16T08:47:46.509" v="149" actId="962"/>
          <ac:picMkLst>
            <pc:docMk/>
            <pc:sldMk cId="3773597142" sldId="397"/>
            <ac:picMk id="8" creationId="{6535835C-AC93-9A86-2D9B-C6C5B1C938F7}"/>
          </ac:picMkLst>
        </pc:picChg>
      </pc:sldChg>
      <pc:sldChg chg="add">
        <pc:chgData name="Tomáš Bratina" userId="2033f5136aa55253" providerId="LiveId" clId="{8ECA8620-7B00-4EDA-805E-0BA470DD3A9F}" dt="2025-10-16T08:48:24.186" v="187" actId="2890"/>
        <pc:sldMkLst>
          <pc:docMk/>
          <pc:sldMk cId="1471272909" sldId="398"/>
        </pc:sldMkLst>
      </pc:sldChg>
      <pc:sldChg chg="add">
        <pc:chgData name="Tomáš Bratina" userId="2033f5136aa55253" providerId="LiveId" clId="{8ECA8620-7B00-4EDA-805E-0BA470DD3A9F}" dt="2025-10-16T08:48:44.736" v="199" actId="2890"/>
        <pc:sldMkLst>
          <pc:docMk/>
          <pc:sldMk cId="2634220438" sldId="399"/>
        </pc:sldMkLst>
      </pc:sldChg>
      <pc:sldChg chg="modSp add mod">
        <pc:chgData name="Tomáš Bratina" userId="2033f5136aa55253" providerId="LiveId" clId="{8ECA8620-7B00-4EDA-805E-0BA470DD3A9F}" dt="2025-10-16T08:50:36.211" v="226" actId="20577"/>
        <pc:sldMkLst>
          <pc:docMk/>
          <pc:sldMk cId="2327678024" sldId="400"/>
        </pc:sldMkLst>
        <pc:spChg chg="mod">
          <ac:chgData name="Tomáš Bratina" userId="2033f5136aa55253" providerId="LiveId" clId="{8ECA8620-7B00-4EDA-805E-0BA470DD3A9F}" dt="2025-10-16T08:50:36.211" v="226" actId="20577"/>
          <ac:spMkLst>
            <pc:docMk/>
            <pc:sldMk cId="2327678024" sldId="400"/>
            <ac:spMk id="6" creationId="{848DF414-A6FF-4EF3-2AF1-F614044E8D85}"/>
          </ac:spMkLst>
        </pc:spChg>
      </pc:sldChg>
      <pc:sldChg chg="modSp add mod">
        <pc:chgData name="Tomáš Bratina" userId="2033f5136aa55253" providerId="LiveId" clId="{8ECA8620-7B00-4EDA-805E-0BA470DD3A9F}" dt="2025-10-16T08:56:37.263" v="351" actId="13926"/>
        <pc:sldMkLst>
          <pc:docMk/>
          <pc:sldMk cId="2878102251" sldId="401"/>
        </pc:sldMkLst>
        <pc:spChg chg="mod">
          <ac:chgData name="Tomáš Bratina" userId="2033f5136aa55253" providerId="LiveId" clId="{8ECA8620-7B00-4EDA-805E-0BA470DD3A9F}" dt="2025-10-16T08:56:37.263" v="351" actId="13926"/>
          <ac:spMkLst>
            <pc:docMk/>
            <pc:sldMk cId="2878102251" sldId="401"/>
            <ac:spMk id="3" creationId="{267B4BE1-922C-F0D2-FE39-1F07CF472BD9}"/>
          </ac:spMkLst>
        </pc:spChg>
      </pc:sldChg>
      <pc:sldChg chg="addSp delSp modSp add del mod">
        <pc:chgData name="Tomáš Bratina" userId="2033f5136aa55253" providerId="LiveId" clId="{8ECA8620-7B00-4EDA-805E-0BA470DD3A9F}" dt="2025-10-16T08:56:09.435" v="334" actId="2696"/>
        <pc:sldMkLst>
          <pc:docMk/>
          <pc:sldMk cId="4113605021" sldId="401"/>
        </pc:sldMkLst>
        <pc:spChg chg="del mod">
          <ac:chgData name="Tomáš Bratina" userId="2033f5136aa55253" providerId="LiveId" clId="{8ECA8620-7B00-4EDA-805E-0BA470DD3A9F}" dt="2025-10-16T08:55:40.833" v="321" actId="3680"/>
          <ac:spMkLst>
            <pc:docMk/>
            <pc:sldMk cId="4113605021" sldId="401"/>
            <ac:spMk id="3" creationId="{AC26CB9F-C1DB-1ADC-0A56-7CEEEFC7171C}"/>
          </ac:spMkLst>
        </pc:spChg>
        <pc:graphicFrameChg chg="add mod ord modGraphic">
          <ac:chgData name="Tomáš Bratina" userId="2033f5136aa55253" providerId="LiveId" clId="{8ECA8620-7B00-4EDA-805E-0BA470DD3A9F}" dt="2025-10-16T08:56:00.363" v="333" actId="20577"/>
          <ac:graphicFrameMkLst>
            <pc:docMk/>
            <pc:sldMk cId="4113605021" sldId="401"/>
            <ac:graphicFrameMk id="4" creationId="{6723E182-2B36-FCAB-6CB2-ABFA8C114937}"/>
          </ac:graphicFrameMkLst>
        </pc:graphicFrameChg>
      </pc:sldChg>
      <pc:sldChg chg="addSp modSp add mod">
        <pc:chgData name="Tomáš Bratina" userId="2033f5136aa55253" providerId="LiveId" clId="{8ECA8620-7B00-4EDA-805E-0BA470DD3A9F}" dt="2025-10-16T09:33:43.081" v="1032" actId="14734"/>
        <pc:sldMkLst>
          <pc:docMk/>
          <pc:sldMk cId="120129741" sldId="402"/>
        </pc:sldMkLst>
        <pc:spChg chg="mod">
          <ac:chgData name="Tomáš Bratina" userId="2033f5136aa55253" providerId="LiveId" clId="{8ECA8620-7B00-4EDA-805E-0BA470DD3A9F}" dt="2025-10-16T08:57:51.557" v="355" actId="20577"/>
          <ac:spMkLst>
            <pc:docMk/>
            <pc:sldMk cId="120129741" sldId="402"/>
            <ac:spMk id="3" creationId="{3B34B0A6-E8AB-C45D-8962-27C145B95E50}"/>
          </ac:spMkLst>
        </pc:spChg>
        <pc:graphicFrameChg chg="add mod modGraphic">
          <ac:chgData name="Tomáš Bratina" userId="2033f5136aa55253" providerId="LiveId" clId="{8ECA8620-7B00-4EDA-805E-0BA470DD3A9F}" dt="2025-10-16T09:33:43.081" v="1032" actId="14734"/>
          <ac:graphicFrameMkLst>
            <pc:docMk/>
            <pc:sldMk cId="120129741" sldId="402"/>
            <ac:graphicFrameMk id="4" creationId="{18202A1F-4741-0BD3-460C-2C3E7561F6DA}"/>
          </ac:graphicFrameMkLst>
        </pc:graphicFrameChg>
      </pc:sldChg>
      <pc:sldChg chg="modSp new mod">
        <pc:chgData name="Tomáš Bratina" userId="2033f5136aa55253" providerId="LiveId" clId="{8ECA8620-7B00-4EDA-805E-0BA470DD3A9F}" dt="2025-10-16T09:08:59.464" v="447" actId="123"/>
        <pc:sldMkLst>
          <pc:docMk/>
          <pc:sldMk cId="2436895273" sldId="403"/>
        </pc:sldMkLst>
        <pc:spChg chg="mod">
          <ac:chgData name="Tomáš Bratina" userId="2033f5136aa55253" providerId="LiveId" clId="{8ECA8620-7B00-4EDA-805E-0BA470DD3A9F}" dt="2025-10-16T09:08:09.911" v="402" actId="20577"/>
          <ac:spMkLst>
            <pc:docMk/>
            <pc:sldMk cId="2436895273" sldId="403"/>
            <ac:spMk id="2" creationId="{89813C7E-2B63-943F-848E-F2B2BC1B3BEC}"/>
          </ac:spMkLst>
        </pc:spChg>
        <pc:spChg chg="mod">
          <ac:chgData name="Tomáš Bratina" userId="2033f5136aa55253" providerId="LiveId" clId="{8ECA8620-7B00-4EDA-805E-0BA470DD3A9F}" dt="2025-10-16T09:08:59.464" v="447" actId="123"/>
          <ac:spMkLst>
            <pc:docMk/>
            <pc:sldMk cId="2436895273" sldId="403"/>
            <ac:spMk id="3" creationId="{2EA92E68-A710-D2FD-63FB-41AF8E1DA3FE}"/>
          </ac:spMkLst>
        </pc:spChg>
      </pc:sldChg>
      <pc:sldChg chg="add del">
        <pc:chgData name="Tomáš Bratina" userId="2033f5136aa55253" providerId="LiveId" clId="{8ECA8620-7B00-4EDA-805E-0BA470DD3A9F}" dt="2025-10-16T09:07:57.063" v="397" actId="2890"/>
        <pc:sldMkLst>
          <pc:docMk/>
          <pc:sldMk cId="3278538087" sldId="403"/>
        </pc:sldMkLst>
      </pc:sldChg>
      <pc:sldChg chg="add ord">
        <pc:chgData name="Tomáš Bratina" userId="2033f5136aa55253" providerId="LiveId" clId="{8ECA8620-7B00-4EDA-805E-0BA470DD3A9F}" dt="2025-10-16T09:09:11.345" v="456"/>
        <pc:sldMkLst>
          <pc:docMk/>
          <pc:sldMk cId="1737082598" sldId="404"/>
        </pc:sldMkLst>
      </pc:sldChg>
      <pc:sldChg chg="addSp delSp add del ord setBg delDesignElem">
        <pc:chgData name="Tomáš Bratina" userId="2033f5136aa55253" providerId="LiveId" clId="{8ECA8620-7B00-4EDA-805E-0BA470DD3A9F}" dt="2025-10-16T09:09:07.385" v="453"/>
        <pc:sldMkLst>
          <pc:docMk/>
          <pc:sldMk cId="3045976101" sldId="404"/>
        </pc:sldMkLst>
        <pc:spChg chg="add del">
          <ac:chgData name="Tomáš Bratina" userId="2033f5136aa55253" providerId="LiveId" clId="{8ECA8620-7B00-4EDA-805E-0BA470DD3A9F}" dt="2025-10-16T09:09:07.385" v="453"/>
          <ac:spMkLst>
            <pc:docMk/>
            <pc:sldMk cId="3045976101" sldId="404"/>
            <ac:spMk id="8" creationId="{D72CAE0B-7644-B55D-862A-8A28B2C9FE2D}"/>
          </ac:spMkLst>
        </pc:spChg>
        <pc:spChg chg="add del">
          <ac:chgData name="Tomáš Bratina" userId="2033f5136aa55253" providerId="LiveId" clId="{8ECA8620-7B00-4EDA-805E-0BA470DD3A9F}" dt="2025-10-16T09:09:07.385" v="453"/>
          <ac:spMkLst>
            <pc:docMk/>
            <pc:sldMk cId="3045976101" sldId="404"/>
            <ac:spMk id="10" creationId="{3481B1D8-AFA5-371E-0544-DD7019DC14BB}"/>
          </ac:spMkLst>
        </pc:spChg>
      </pc:sldChg>
      <pc:sldChg chg="modSp new del mod">
        <pc:chgData name="Tomáš Bratina" userId="2033f5136aa55253" providerId="LiveId" clId="{8ECA8620-7B00-4EDA-805E-0BA470DD3A9F}" dt="2025-10-16T09:13:05.913" v="459" actId="2696"/>
        <pc:sldMkLst>
          <pc:docMk/>
          <pc:sldMk cId="647163038" sldId="405"/>
        </pc:sldMkLst>
        <pc:spChg chg="mod">
          <ac:chgData name="Tomáš Bratina" userId="2033f5136aa55253" providerId="LiveId" clId="{8ECA8620-7B00-4EDA-805E-0BA470DD3A9F}" dt="2025-10-16T09:13:02.795" v="458" actId="20577"/>
          <ac:spMkLst>
            <pc:docMk/>
            <pc:sldMk cId="647163038" sldId="405"/>
            <ac:spMk id="2" creationId="{19F3B9EF-4169-AC0E-2305-89E5F936AE9F}"/>
          </ac:spMkLst>
        </pc:spChg>
      </pc:sldChg>
      <pc:sldChg chg="modSp add mod ord">
        <pc:chgData name="Tomáš Bratina" userId="2033f5136aa55253" providerId="LiveId" clId="{8ECA8620-7B00-4EDA-805E-0BA470DD3A9F}" dt="2025-10-16T09:16:51.701" v="679" actId="3626"/>
        <pc:sldMkLst>
          <pc:docMk/>
          <pc:sldMk cId="791568819" sldId="405"/>
        </pc:sldMkLst>
        <pc:spChg chg="mod">
          <ac:chgData name="Tomáš Bratina" userId="2033f5136aa55253" providerId="LiveId" clId="{8ECA8620-7B00-4EDA-805E-0BA470DD3A9F}" dt="2025-10-16T09:13:14.051" v="464" actId="20577"/>
          <ac:spMkLst>
            <pc:docMk/>
            <pc:sldMk cId="791568819" sldId="405"/>
            <ac:spMk id="2" creationId="{C87E1237-949D-73F2-8AD1-CBECED4DF922}"/>
          </ac:spMkLst>
        </pc:spChg>
        <pc:spChg chg="mod">
          <ac:chgData name="Tomáš Bratina" userId="2033f5136aa55253" providerId="LiveId" clId="{8ECA8620-7B00-4EDA-805E-0BA470DD3A9F}" dt="2025-10-16T09:16:51.701" v="679" actId="3626"/>
          <ac:spMkLst>
            <pc:docMk/>
            <pc:sldMk cId="791568819" sldId="405"/>
            <ac:spMk id="3" creationId="{3347C5E1-9DDB-0B8E-032F-DD839812DEE8}"/>
          </ac:spMkLst>
        </pc:spChg>
      </pc:sldChg>
      <pc:sldChg chg="modSp add mod">
        <pc:chgData name="Tomáš Bratina" userId="2033f5136aa55253" providerId="LiveId" clId="{8ECA8620-7B00-4EDA-805E-0BA470DD3A9F}" dt="2025-10-16T09:33:02.698" v="1028" actId="3626"/>
        <pc:sldMkLst>
          <pc:docMk/>
          <pc:sldMk cId="392175028" sldId="406"/>
        </pc:sldMkLst>
        <pc:spChg chg="mod">
          <ac:chgData name="Tomáš Bratina" userId="2033f5136aa55253" providerId="LiveId" clId="{8ECA8620-7B00-4EDA-805E-0BA470DD3A9F}" dt="2025-10-16T09:33:02.698" v="1028" actId="3626"/>
          <ac:spMkLst>
            <pc:docMk/>
            <pc:sldMk cId="392175028" sldId="406"/>
            <ac:spMk id="3" creationId="{854596E5-AAE5-7F35-120B-4A394C1914E9}"/>
          </ac:spMkLst>
        </pc:spChg>
      </pc:sldChg>
      <pc:sldChg chg="modSp add mod">
        <pc:chgData name="Tomáš Bratina" userId="2033f5136aa55253" providerId="LiveId" clId="{8ECA8620-7B00-4EDA-805E-0BA470DD3A9F}" dt="2025-10-16T09:17:32.885" v="721" actId="13926"/>
        <pc:sldMkLst>
          <pc:docMk/>
          <pc:sldMk cId="820183438" sldId="407"/>
        </pc:sldMkLst>
        <pc:spChg chg="mod">
          <ac:chgData name="Tomáš Bratina" userId="2033f5136aa55253" providerId="LiveId" clId="{8ECA8620-7B00-4EDA-805E-0BA470DD3A9F}" dt="2025-10-16T09:17:32.885" v="721" actId="13926"/>
          <ac:spMkLst>
            <pc:docMk/>
            <pc:sldMk cId="820183438" sldId="407"/>
            <ac:spMk id="3" creationId="{F7A66162-FAD8-3E2D-C440-A9D23114B5EB}"/>
          </ac:spMkLst>
        </pc:spChg>
      </pc:sldChg>
      <pc:sldChg chg="modSp add mod">
        <pc:chgData name="Tomáš Bratina" userId="2033f5136aa55253" providerId="LiveId" clId="{8ECA8620-7B00-4EDA-805E-0BA470DD3A9F}" dt="2025-10-16T09:33:11.022" v="1029" actId="3626"/>
        <pc:sldMkLst>
          <pc:docMk/>
          <pc:sldMk cId="549374697" sldId="408"/>
        </pc:sldMkLst>
        <pc:spChg chg="mod">
          <ac:chgData name="Tomáš Bratina" userId="2033f5136aa55253" providerId="LiveId" clId="{8ECA8620-7B00-4EDA-805E-0BA470DD3A9F}" dt="2025-10-16T09:33:11.022" v="1029" actId="3626"/>
          <ac:spMkLst>
            <pc:docMk/>
            <pc:sldMk cId="549374697" sldId="408"/>
            <ac:spMk id="3" creationId="{8BF49D15-EC2C-7D2A-99A3-A44EC57A83BE}"/>
          </ac:spMkLst>
        </pc:spChg>
      </pc:sldChg>
      <pc:sldChg chg="modSp add mod ord">
        <pc:chgData name="Tomáš Bratina" userId="2033f5136aa55253" providerId="LiveId" clId="{8ECA8620-7B00-4EDA-805E-0BA470DD3A9F}" dt="2025-10-16T09:26:17.121" v="751" actId="20577"/>
        <pc:sldMkLst>
          <pc:docMk/>
          <pc:sldMk cId="1824010837" sldId="409"/>
        </pc:sldMkLst>
        <pc:spChg chg="mod">
          <ac:chgData name="Tomáš Bratina" userId="2033f5136aa55253" providerId="LiveId" clId="{8ECA8620-7B00-4EDA-805E-0BA470DD3A9F}" dt="2025-10-16T09:26:17.121" v="751" actId="20577"/>
          <ac:spMkLst>
            <pc:docMk/>
            <pc:sldMk cId="1824010837" sldId="409"/>
            <ac:spMk id="3" creationId="{819CF7BC-AAB0-2E47-6901-B9AD865F2845}"/>
          </ac:spMkLst>
        </pc:spChg>
      </pc:sldChg>
      <pc:sldChg chg="modSp add mod">
        <pc:chgData name="Tomáš Bratina" userId="2033f5136aa55253" providerId="LiveId" clId="{8ECA8620-7B00-4EDA-805E-0BA470DD3A9F}" dt="2025-10-16T09:32:46.352" v="1027" actId="3626"/>
        <pc:sldMkLst>
          <pc:docMk/>
          <pc:sldMk cId="932992127" sldId="410"/>
        </pc:sldMkLst>
        <pc:spChg chg="mod">
          <ac:chgData name="Tomáš Bratina" userId="2033f5136aa55253" providerId="LiveId" clId="{8ECA8620-7B00-4EDA-805E-0BA470DD3A9F}" dt="2025-10-16T09:32:46.352" v="1027" actId="3626"/>
          <ac:spMkLst>
            <pc:docMk/>
            <pc:sldMk cId="932992127" sldId="410"/>
            <ac:spMk id="3" creationId="{C080E468-98B8-EA04-6F2F-25815A23BEAA}"/>
          </ac:spMkLst>
        </pc:spChg>
      </pc:sldChg>
      <pc:sldChg chg="addSp modSp add mod ord">
        <pc:chgData name="Tomáš Bratina" userId="2033f5136aa55253" providerId="LiveId" clId="{8ECA8620-7B00-4EDA-805E-0BA470DD3A9F}" dt="2025-10-16T09:31:16.216" v="1017" actId="1076"/>
        <pc:sldMkLst>
          <pc:docMk/>
          <pc:sldMk cId="1723878580" sldId="411"/>
        </pc:sldMkLst>
        <pc:spChg chg="mod">
          <ac:chgData name="Tomáš Bratina" userId="2033f5136aa55253" providerId="LiveId" clId="{8ECA8620-7B00-4EDA-805E-0BA470DD3A9F}" dt="2025-10-16T09:29:32.883" v="828" actId="14100"/>
          <ac:spMkLst>
            <pc:docMk/>
            <pc:sldMk cId="1723878580" sldId="411"/>
            <ac:spMk id="3" creationId="{7F560F64-A2E8-E588-9E65-6C496A07A1AF}"/>
          </ac:spMkLst>
        </pc:spChg>
        <pc:graphicFrameChg chg="add mod modGraphic">
          <ac:chgData name="Tomáš Bratina" userId="2033f5136aa55253" providerId="LiveId" clId="{8ECA8620-7B00-4EDA-805E-0BA470DD3A9F}" dt="2025-10-16T09:31:16.216" v="1017" actId="1076"/>
          <ac:graphicFrameMkLst>
            <pc:docMk/>
            <pc:sldMk cId="1723878580" sldId="411"/>
            <ac:graphicFrameMk id="4" creationId="{D3E390F1-D231-BF25-F777-B4F751AF6D30}"/>
          </ac:graphicFrameMkLst>
        </pc:graphicFrameChg>
      </pc:sldChg>
      <pc:sldChg chg="modSp add mod">
        <pc:chgData name="Tomáš Bratina" userId="2033f5136aa55253" providerId="LiveId" clId="{8ECA8620-7B00-4EDA-805E-0BA470DD3A9F}" dt="2025-10-16T09:32:03.197" v="1026" actId="113"/>
        <pc:sldMkLst>
          <pc:docMk/>
          <pc:sldMk cId="1038046335" sldId="412"/>
        </pc:sldMkLst>
        <pc:graphicFrameChg chg="modGraphic">
          <ac:chgData name="Tomáš Bratina" userId="2033f5136aa55253" providerId="LiveId" clId="{8ECA8620-7B00-4EDA-805E-0BA470DD3A9F}" dt="2025-10-16T09:32:03.197" v="1026" actId="113"/>
          <ac:graphicFrameMkLst>
            <pc:docMk/>
            <pc:sldMk cId="1038046335" sldId="412"/>
            <ac:graphicFrameMk id="4" creationId="{24D9294D-6612-CE35-67DD-5E58B7C1621E}"/>
          </ac:graphicFrameMkLst>
        </pc:graphicFrameChg>
      </pc:sldChg>
      <pc:sldChg chg="modSp add mod">
        <pc:chgData name="Tomáš Bratina" userId="2033f5136aa55253" providerId="LiveId" clId="{8ECA8620-7B00-4EDA-805E-0BA470DD3A9F}" dt="2025-10-16T09:56:10.583" v="1081" actId="20577"/>
        <pc:sldMkLst>
          <pc:docMk/>
          <pc:sldMk cId="440700516" sldId="413"/>
        </pc:sldMkLst>
        <pc:graphicFrameChg chg="mod modGraphic">
          <ac:chgData name="Tomáš Bratina" userId="2033f5136aa55253" providerId="LiveId" clId="{8ECA8620-7B00-4EDA-805E-0BA470DD3A9F}" dt="2025-10-16T09:56:10.583" v="1081" actId="20577"/>
          <ac:graphicFrameMkLst>
            <pc:docMk/>
            <pc:sldMk cId="440700516" sldId="413"/>
            <ac:graphicFrameMk id="5" creationId="{83E49E45-BDF4-E5D8-393C-E6D4DCCC65F2}"/>
          </ac:graphicFrameMkLst>
        </pc:graphicFrameChg>
      </pc:sldChg>
      <pc:sldChg chg="add">
        <pc:chgData name="Tomáš Bratina" userId="2033f5136aa55253" providerId="LiveId" clId="{8ECA8620-7B00-4EDA-805E-0BA470DD3A9F}" dt="2025-10-16T09:47:58.571" v="1036"/>
        <pc:sldMkLst>
          <pc:docMk/>
          <pc:sldMk cId="485968195" sldId="414"/>
        </pc:sldMkLst>
      </pc:sldChg>
      <pc:sldChg chg="add">
        <pc:chgData name="Tomáš Bratina" userId="2033f5136aa55253" providerId="LiveId" clId="{8ECA8620-7B00-4EDA-805E-0BA470DD3A9F}" dt="2025-10-16T09:47:59.655" v="1038"/>
        <pc:sldMkLst>
          <pc:docMk/>
          <pc:sldMk cId="2271224588" sldId="415"/>
        </pc:sldMkLst>
      </pc:sldChg>
      <pc:sldChg chg="add">
        <pc:chgData name="Tomáš Bratina" userId="2033f5136aa55253" providerId="LiveId" clId="{8ECA8620-7B00-4EDA-805E-0BA470DD3A9F}" dt="2025-10-16T09:48:00.483" v="1040"/>
        <pc:sldMkLst>
          <pc:docMk/>
          <pc:sldMk cId="157624668" sldId="416"/>
        </pc:sldMkLst>
      </pc:sldChg>
      <pc:sldChg chg="add">
        <pc:chgData name="Tomáš Bratina" userId="2033f5136aa55253" providerId="LiveId" clId="{8ECA8620-7B00-4EDA-805E-0BA470DD3A9F}" dt="2025-10-16T09:48:01.429" v="1042"/>
        <pc:sldMkLst>
          <pc:docMk/>
          <pc:sldMk cId="359135463" sldId="417"/>
        </pc:sldMkLst>
      </pc:sldChg>
      <pc:sldChg chg="add">
        <pc:chgData name="Tomáš Bratina" userId="2033f5136aa55253" providerId="LiveId" clId="{8ECA8620-7B00-4EDA-805E-0BA470DD3A9F}" dt="2025-10-16T09:48:02.295" v="1044"/>
        <pc:sldMkLst>
          <pc:docMk/>
          <pc:sldMk cId="1336538597" sldId="418"/>
        </pc:sldMkLst>
      </pc:sldChg>
      <pc:sldChg chg="add">
        <pc:chgData name="Tomáš Bratina" userId="2033f5136aa55253" providerId="LiveId" clId="{8ECA8620-7B00-4EDA-805E-0BA470DD3A9F}" dt="2025-10-16T09:48:03.421" v="1046"/>
        <pc:sldMkLst>
          <pc:docMk/>
          <pc:sldMk cId="579772395" sldId="419"/>
        </pc:sldMkLst>
      </pc:sldChg>
      <pc:sldChg chg="add">
        <pc:chgData name="Tomáš Bratina" userId="2033f5136aa55253" providerId="LiveId" clId="{8ECA8620-7B00-4EDA-805E-0BA470DD3A9F}" dt="2025-10-16T09:56:00.936" v="1069" actId="2890"/>
        <pc:sldMkLst>
          <pc:docMk/>
          <pc:sldMk cId="962490657" sldId="420"/>
        </pc:sldMkLst>
      </pc:sldChg>
    </pc:docChg>
  </pc:docChgLst>
  <pc:docChgLst>
    <pc:chgData name="Tomáš Bratina" userId="2033f5136aa55253" providerId="LiveId" clId="{F5815F26-0C10-4740-A790-40BC7F182C05}"/>
    <pc:docChg chg="undo custSel addSld delSld modSld">
      <pc:chgData name="Tomáš Bratina" userId="2033f5136aa55253" providerId="LiveId" clId="{F5815F26-0C10-4740-A790-40BC7F182C05}" dt="2025-10-16T06:20:20.642" v="436" actId="20577"/>
      <pc:docMkLst>
        <pc:docMk/>
      </pc:docMkLst>
      <pc:sldChg chg="modSp mod">
        <pc:chgData name="Tomáš Bratina" userId="2033f5136aa55253" providerId="LiveId" clId="{F5815F26-0C10-4740-A790-40BC7F182C05}" dt="2025-10-16T05:56:00.842" v="0" actId="20577"/>
        <pc:sldMkLst>
          <pc:docMk/>
          <pc:sldMk cId="3907074880" sldId="256"/>
        </pc:sldMkLst>
        <pc:spChg chg="mod">
          <ac:chgData name="Tomáš Bratina" userId="2033f5136aa55253" providerId="LiveId" clId="{F5815F26-0C10-4740-A790-40BC7F182C05}" dt="2025-10-16T05:56:00.842" v="0" actId="20577"/>
          <ac:spMkLst>
            <pc:docMk/>
            <pc:sldMk cId="3907074880" sldId="256"/>
            <ac:spMk id="3" creationId="{C377EF8A-C7FE-84C1-EDAF-6E46EBA27843}"/>
          </ac:spMkLst>
        </pc:spChg>
      </pc:sldChg>
      <pc:sldChg chg="del">
        <pc:chgData name="Tomáš Bratina" userId="2033f5136aa55253" providerId="LiveId" clId="{F5815F26-0C10-4740-A790-40BC7F182C05}" dt="2025-10-16T05:56:05.850" v="1" actId="47"/>
        <pc:sldMkLst>
          <pc:docMk/>
          <pc:sldMk cId="2383075144" sldId="257"/>
        </pc:sldMkLst>
      </pc:sldChg>
      <pc:sldChg chg="del">
        <pc:chgData name="Tomáš Bratina" userId="2033f5136aa55253" providerId="LiveId" clId="{F5815F26-0C10-4740-A790-40BC7F182C05}" dt="2025-10-16T05:56:06.317" v="2" actId="47"/>
        <pc:sldMkLst>
          <pc:docMk/>
          <pc:sldMk cId="3352298205" sldId="258"/>
        </pc:sldMkLst>
      </pc:sldChg>
      <pc:sldChg chg="del">
        <pc:chgData name="Tomáš Bratina" userId="2033f5136aa55253" providerId="LiveId" clId="{F5815F26-0C10-4740-A790-40BC7F182C05}" dt="2025-10-16T05:56:06.894" v="3" actId="47"/>
        <pc:sldMkLst>
          <pc:docMk/>
          <pc:sldMk cId="2249168181" sldId="259"/>
        </pc:sldMkLst>
      </pc:sldChg>
      <pc:sldChg chg="del">
        <pc:chgData name="Tomáš Bratina" userId="2033f5136aa55253" providerId="LiveId" clId="{F5815F26-0C10-4740-A790-40BC7F182C05}" dt="2025-10-16T05:56:07.458" v="4" actId="47"/>
        <pc:sldMkLst>
          <pc:docMk/>
          <pc:sldMk cId="142817374" sldId="260"/>
        </pc:sldMkLst>
      </pc:sldChg>
      <pc:sldChg chg="del">
        <pc:chgData name="Tomáš Bratina" userId="2033f5136aa55253" providerId="LiveId" clId="{F5815F26-0C10-4740-A790-40BC7F182C05}" dt="2025-10-16T05:56:16.349" v="15" actId="47"/>
        <pc:sldMkLst>
          <pc:docMk/>
          <pc:sldMk cId="1600613827" sldId="261"/>
        </pc:sldMkLst>
      </pc:sldChg>
      <pc:sldChg chg="del">
        <pc:chgData name="Tomáš Bratina" userId="2033f5136aa55253" providerId="LiveId" clId="{F5815F26-0C10-4740-A790-40BC7F182C05}" dt="2025-10-16T05:56:22.336" v="21" actId="47"/>
        <pc:sldMkLst>
          <pc:docMk/>
          <pc:sldMk cId="2494198857" sldId="262"/>
        </pc:sldMkLst>
      </pc:sldChg>
      <pc:sldChg chg="del">
        <pc:chgData name="Tomáš Bratina" userId="2033f5136aa55253" providerId="LiveId" clId="{F5815F26-0C10-4740-A790-40BC7F182C05}" dt="2025-10-16T06:07:07.563" v="215" actId="47"/>
        <pc:sldMkLst>
          <pc:docMk/>
          <pc:sldMk cId="1851844204" sldId="265"/>
        </pc:sldMkLst>
      </pc:sldChg>
      <pc:sldChg chg="del">
        <pc:chgData name="Tomáš Bratina" userId="2033f5136aa55253" providerId="LiveId" clId="{F5815F26-0C10-4740-A790-40BC7F182C05}" dt="2025-10-16T06:07:53.561" v="234" actId="47"/>
        <pc:sldMkLst>
          <pc:docMk/>
          <pc:sldMk cId="1581592852" sldId="267"/>
        </pc:sldMkLst>
      </pc:sldChg>
      <pc:sldChg chg="del">
        <pc:chgData name="Tomáš Bratina" userId="2033f5136aa55253" providerId="LiveId" clId="{F5815F26-0C10-4740-A790-40BC7F182C05}" dt="2025-10-16T06:07:52.960" v="233" actId="47"/>
        <pc:sldMkLst>
          <pc:docMk/>
          <pc:sldMk cId="3337512353" sldId="268"/>
        </pc:sldMkLst>
      </pc:sldChg>
      <pc:sldChg chg="del">
        <pc:chgData name="Tomáš Bratina" userId="2033f5136aa55253" providerId="LiveId" clId="{F5815F26-0C10-4740-A790-40BC7F182C05}" dt="2025-10-16T06:07:52.662" v="232" actId="47"/>
        <pc:sldMkLst>
          <pc:docMk/>
          <pc:sldMk cId="2662072272" sldId="269"/>
        </pc:sldMkLst>
      </pc:sldChg>
      <pc:sldChg chg="del">
        <pc:chgData name="Tomáš Bratina" userId="2033f5136aa55253" providerId="LiveId" clId="{F5815F26-0C10-4740-A790-40BC7F182C05}" dt="2025-10-16T06:07:51.935" v="231" actId="47"/>
        <pc:sldMkLst>
          <pc:docMk/>
          <pc:sldMk cId="2464145614" sldId="270"/>
        </pc:sldMkLst>
      </pc:sldChg>
      <pc:sldChg chg="del">
        <pc:chgData name="Tomáš Bratina" userId="2033f5136aa55253" providerId="LiveId" clId="{F5815F26-0C10-4740-A790-40BC7F182C05}" dt="2025-10-16T06:07:51.778" v="230" actId="47"/>
        <pc:sldMkLst>
          <pc:docMk/>
          <pc:sldMk cId="3711217612" sldId="271"/>
        </pc:sldMkLst>
      </pc:sldChg>
      <pc:sldChg chg="del">
        <pc:chgData name="Tomáš Bratina" userId="2033f5136aa55253" providerId="LiveId" clId="{F5815F26-0C10-4740-A790-40BC7F182C05}" dt="2025-10-16T06:07:51.618" v="229" actId="47"/>
        <pc:sldMkLst>
          <pc:docMk/>
          <pc:sldMk cId="2046617309" sldId="272"/>
        </pc:sldMkLst>
      </pc:sldChg>
      <pc:sldChg chg="del">
        <pc:chgData name="Tomáš Bratina" userId="2033f5136aa55253" providerId="LiveId" clId="{F5815F26-0C10-4740-A790-40BC7F182C05}" dt="2025-10-16T06:07:51.465" v="228" actId="47"/>
        <pc:sldMkLst>
          <pc:docMk/>
          <pc:sldMk cId="3127554268" sldId="273"/>
        </pc:sldMkLst>
      </pc:sldChg>
      <pc:sldChg chg="del">
        <pc:chgData name="Tomáš Bratina" userId="2033f5136aa55253" providerId="LiveId" clId="{F5815F26-0C10-4740-A790-40BC7F182C05}" dt="2025-10-16T06:07:51.309" v="227" actId="47"/>
        <pc:sldMkLst>
          <pc:docMk/>
          <pc:sldMk cId="2760764981" sldId="274"/>
        </pc:sldMkLst>
      </pc:sldChg>
      <pc:sldChg chg="del">
        <pc:chgData name="Tomáš Bratina" userId="2033f5136aa55253" providerId="LiveId" clId="{F5815F26-0C10-4740-A790-40BC7F182C05}" dt="2025-10-16T05:56:08.398" v="5" actId="47"/>
        <pc:sldMkLst>
          <pc:docMk/>
          <pc:sldMk cId="867632399" sldId="275"/>
        </pc:sldMkLst>
      </pc:sldChg>
      <pc:sldChg chg="del">
        <pc:chgData name="Tomáš Bratina" userId="2033f5136aa55253" providerId="LiveId" clId="{F5815F26-0C10-4740-A790-40BC7F182C05}" dt="2025-10-16T05:56:08.770" v="6" actId="47"/>
        <pc:sldMkLst>
          <pc:docMk/>
          <pc:sldMk cId="3174942557" sldId="277"/>
        </pc:sldMkLst>
      </pc:sldChg>
      <pc:sldChg chg="del">
        <pc:chgData name="Tomáš Bratina" userId="2033f5136aa55253" providerId="LiveId" clId="{F5815F26-0C10-4740-A790-40BC7F182C05}" dt="2025-10-16T05:56:09.148" v="7" actId="47"/>
        <pc:sldMkLst>
          <pc:docMk/>
          <pc:sldMk cId="499025046" sldId="278"/>
        </pc:sldMkLst>
      </pc:sldChg>
      <pc:sldChg chg="del">
        <pc:chgData name="Tomáš Bratina" userId="2033f5136aa55253" providerId="LiveId" clId="{F5815F26-0C10-4740-A790-40BC7F182C05}" dt="2025-10-16T05:56:09.512" v="8" actId="47"/>
        <pc:sldMkLst>
          <pc:docMk/>
          <pc:sldMk cId="1547242468" sldId="279"/>
        </pc:sldMkLst>
      </pc:sldChg>
      <pc:sldChg chg="del">
        <pc:chgData name="Tomáš Bratina" userId="2033f5136aa55253" providerId="LiveId" clId="{F5815F26-0C10-4740-A790-40BC7F182C05}" dt="2025-10-16T05:56:09.898" v="9" actId="47"/>
        <pc:sldMkLst>
          <pc:docMk/>
          <pc:sldMk cId="160857407" sldId="280"/>
        </pc:sldMkLst>
      </pc:sldChg>
      <pc:sldChg chg="del">
        <pc:chgData name="Tomáš Bratina" userId="2033f5136aa55253" providerId="LiveId" clId="{F5815F26-0C10-4740-A790-40BC7F182C05}" dt="2025-10-16T05:56:10.220" v="10" actId="47"/>
        <pc:sldMkLst>
          <pc:docMk/>
          <pc:sldMk cId="3464822026" sldId="281"/>
        </pc:sldMkLst>
      </pc:sldChg>
      <pc:sldChg chg="del">
        <pc:chgData name="Tomáš Bratina" userId="2033f5136aa55253" providerId="LiveId" clId="{F5815F26-0C10-4740-A790-40BC7F182C05}" dt="2025-10-16T05:56:10.590" v="11" actId="47"/>
        <pc:sldMkLst>
          <pc:docMk/>
          <pc:sldMk cId="1372371177" sldId="282"/>
        </pc:sldMkLst>
      </pc:sldChg>
      <pc:sldChg chg="del">
        <pc:chgData name="Tomáš Bratina" userId="2033f5136aa55253" providerId="LiveId" clId="{F5815F26-0C10-4740-A790-40BC7F182C05}" dt="2025-10-16T05:56:10.980" v="12" actId="47"/>
        <pc:sldMkLst>
          <pc:docMk/>
          <pc:sldMk cId="2726763528" sldId="283"/>
        </pc:sldMkLst>
      </pc:sldChg>
      <pc:sldChg chg="del">
        <pc:chgData name="Tomáš Bratina" userId="2033f5136aa55253" providerId="LiveId" clId="{F5815F26-0C10-4740-A790-40BC7F182C05}" dt="2025-10-16T05:56:11.358" v="13" actId="47"/>
        <pc:sldMkLst>
          <pc:docMk/>
          <pc:sldMk cId="3793349877" sldId="284"/>
        </pc:sldMkLst>
      </pc:sldChg>
      <pc:sldChg chg="del">
        <pc:chgData name="Tomáš Bratina" userId="2033f5136aa55253" providerId="LiveId" clId="{F5815F26-0C10-4740-A790-40BC7F182C05}" dt="2025-10-16T05:56:12.387" v="14" actId="47"/>
        <pc:sldMkLst>
          <pc:docMk/>
          <pc:sldMk cId="3119032545" sldId="285"/>
        </pc:sldMkLst>
      </pc:sldChg>
      <pc:sldChg chg="del">
        <pc:chgData name="Tomáš Bratina" userId="2033f5136aa55253" providerId="LiveId" clId="{F5815F26-0C10-4740-A790-40BC7F182C05}" dt="2025-10-16T05:56:16.753" v="16" actId="47"/>
        <pc:sldMkLst>
          <pc:docMk/>
          <pc:sldMk cId="1069868057" sldId="286"/>
        </pc:sldMkLst>
      </pc:sldChg>
      <pc:sldChg chg="del">
        <pc:chgData name="Tomáš Bratina" userId="2033f5136aa55253" providerId="LiveId" clId="{F5815F26-0C10-4740-A790-40BC7F182C05}" dt="2025-10-16T05:56:17.181" v="17" actId="47"/>
        <pc:sldMkLst>
          <pc:docMk/>
          <pc:sldMk cId="2872672872" sldId="287"/>
        </pc:sldMkLst>
      </pc:sldChg>
      <pc:sldChg chg="del">
        <pc:chgData name="Tomáš Bratina" userId="2033f5136aa55253" providerId="LiveId" clId="{F5815F26-0C10-4740-A790-40BC7F182C05}" dt="2025-10-16T05:56:17.669" v="18" actId="47"/>
        <pc:sldMkLst>
          <pc:docMk/>
          <pc:sldMk cId="184477834" sldId="288"/>
        </pc:sldMkLst>
      </pc:sldChg>
      <pc:sldChg chg="del">
        <pc:chgData name="Tomáš Bratina" userId="2033f5136aa55253" providerId="LiveId" clId="{F5815F26-0C10-4740-A790-40BC7F182C05}" dt="2025-10-16T05:56:18.316" v="19" actId="47"/>
        <pc:sldMkLst>
          <pc:docMk/>
          <pc:sldMk cId="485968195" sldId="289"/>
        </pc:sldMkLst>
      </pc:sldChg>
      <pc:sldChg chg="del">
        <pc:chgData name="Tomáš Bratina" userId="2033f5136aa55253" providerId="LiveId" clId="{F5815F26-0C10-4740-A790-40BC7F182C05}" dt="2025-10-16T05:56:20.377" v="20" actId="47"/>
        <pc:sldMkLst>
          <pc:docMk/>
          <pc:sldMk cId="3136833058" sldId="290"/>
        </pc:sldMkLst>
      </pc:sldChg>
      <pc:sldChg chg="del">
        <pc:chgData name="Tomáš Bratina" userId="2033f5136aa55253" providerId="LiveId" clId="{F5815F26-0C10-4740-A790-40BC7F182C05}" dt="2025-10-16T05:56:22.699" v="22" actId="47"/>
        <pc:sldMkLst>
          <pc:docMk/>
          <pc:sldMk cId="980545360" sldId="291"/>
        </pc:sldMkLst>
      </pc:sldChg>
      <pc:sldChg chg="del">
        <pc:chgData name="Tomáš Bratina" userId="2033f5136aa55253" providerId="LiveId" clId="{F5815F26-0C10-4740-A790-40BC7F182C05}" dt="2025-10-16T05:56:23.003" v="23" actId="47"/>
        <pc:sldMkLst>
          <pc:docMk/>
          <pc:sldMk cId="2592328116" sldId="292"/>
        </pc:sldMkLst>
      </pc:sldChg>
      <pc:sldChg chg="del">
        <pc:chgData name="Tomáš Bratina" userId="2033f5136aa55253" providerId="LiveId" clId="{F5815F26-0C10-4740-A790-40BC7F182C05}" dt="2025-10-16T05:56:23.307" v="24" actId="47"/>
        <pc:sldMkLst>
          <pc:docMk/>
          <pc:sldMk cId="2074974312" sldId="293"/>
        </pc:sldMkLst>
      </pc:sldChg>
      <pc:sldChg chg="del">
        <pc:chgData name="Tomáš Bratina" userId="2033f5136aa55253" providerId="LiveId" clId="{F5815F26-0C10-4740-A790-40BC7F182C05}" dt="2025-10-16T05:56:23.632" v="25" actId="47"/>
        <pc:sldMkLst>
          <pc:docMk/>
          <pc:sldMk cId="3202339091" sldId="294"/>
        </pc:sldMkLst>
      </pc:sldChg>
      <pc:sldChg chg="del">
        <pc:chgData name="Tomáš Bratina" userId="2033f5136aa55253" providerId="LiveId" clId="{F5815F26-0C10-4740-A790-40BC7F182C05}" dt="2025-10-16T05:56:23.977" v="26" actId="47"/>
        <pc:sldMkLst>
          <pc:docMk/>
          <pc:sldMk cId="3319478335" sldId="295"/>
        </pc:sldMkLst>
      </pc:sldChg>
      <pc:sldChg chg="del">
        <pc:chgData name="Tomáš Bratina" userId="2033f5136aa55253" providerId="LiveId" clId="{F5815F26-0C10-4740-A790-40BC7F182C05}" dt="2025-10-16T05:56:24.346" v="27" actId="47"/>
        <pc:sldMkLst>
          <pc:docMk/>
          <pc:sldMk cId="3012198249" sldId="296"/>
        </pc:sldMkLst>
      </pc:sldChg>
      <pc:sldChg chg="del">
        <pc:chgData name="Tomáš Bratina" userId="2033f5136aa55253" providerId="LiveId" clId="{F5815F26-0C10-4740-A790-40BC7F182C05}" dt="2025-10-16T05:56:24.946" v="28" actId="47"/>
        <pc:sldMkLst>
          <pc:docMk/>
          <pc:sldMk cId="989682248" sldId="297"/>
        </pc:sldMkLst>
      </pc:sldChg>
      <pc:sldChg chg="del">
        <pc:chgData name="Tomáš Bratina" userId="2033f5136aa55253" providerId="LiveId" clId="{F5815F26-0C10-4740-A790-40BC7F182C05}" dt="2025-10-16T05:56:25.786" v="29" actId="47"/>
        <pc:sldMkLst>
          <pc:docMk/>
          <pc:sldMk cId="3071648419" sldId="298"/>
        </pc:sldMkLst>
      </pc:sldChg>
      <pc:sldChg chg="delSp modSp del mod">
        <pc:chgData name="Tomáš Bratina" userId="2033f5136aa55253" providerId="LiveId" clId="{F5815F26-0C10-4740-A790-40BC7F182C05}" dt="2025-10-16T06:10:28.504" v="255" actId="47"/>
        <pc:sldMkLst>
          <pc:docMk/>
          <pc:sldMk cId="399546123" sldId="299"/>
        </pc:sldMkLst>
        <pc:spChg chg="mod">
          <ac:chgData name="Tomáš Bratina" userId="2033f5136aa55253" providerId="LiveId" clId="{F5815F26-0C10-4740-A790-40BC7F182C05}" dt="2025-10-16T06:00:28.598" v="93" actId="20577"/>
          <ac:spMkLst>
            <pc:docMk/>
            <pc:sldMk cId="399546123" sldId="299"/>
            <ac:spMk id="2" creationId="{814EE569-BB02-97D8-786F-98ADEF9C74A9}"/>
          </ac:spMkLst>
        </pc:spChg>
        <pc:spChg chg="del mod">
          <ac:chgData name="Tomáš Bratina" userId="2033f5136aa55253" providerId="LiveId" clId="{F5815F26-0C10-4740-A790-40BC7F182C05}" dt="2025-10-16T05:57:49.287" v="38" actId="478"/>
          <ac:spMkLst>
            <pc:docMk/>
            <pc:sldMk cId="399546123" sldId="299"/>
            <ac:spMk id="3" creationId="{547F33B1-A7C8-8EE9-87F7-66CDB034BB5D}"/>
          </ac:spMkLst>
        </pc:spChg>
        <pc:graphicFrameChg chg="mod modGraphic">
          <ac:chgData name="Tomáš Bratina" userId="2033f5136aa55253" providerId="LiveId" clId="{F5815F26-0C10-4740-A790-40BC7F182C05}" dt="2025-10-16T06:00:14.819" v="79" actId="122"/>
          <ac:graphicFrameMkLst>
            <pc:docMk/>
            <pc:sldMk cId="399546123" sldId="299"/>
            <ac:graphicFrameMk id="5" creationId="{84FAA851-0634-63A9-C614-4846926C8EB1}"/>
          </ac:graphicFrameMkLst>
        </pc:graphicFrameChg>
      </pc:sldChg>
      <pc:sldChg chg="del">
        <pc:chgData name="Tomáš Bratina" userId="2033f5136aa55253" providerId="LiveId" clId="{F5815F26-0C10-4740-A790-40BC7F182C05}" dt="2025-10-16T06:07:08.176" v="216" actId="47"/>
        <pc:sldMkLst>
          <pc:docMk/>
          <pc:sldMk cId="355699006" sldId="313"/>
        </pc:sldMkLst>
      </pc:sldChg>
      <pc:sldChg chg="del">
        <pc:chgData name="Tomáš Bratina" userId="2033f5136aa55253" providerId="LiveId" clId="{F5815F26-0C10-4740-A790-40BC7F182C05}" dt="2025-10-16T06:07:08.647" v="217" actId="47"/>
        <pc:sldMkLst>
          <pc:docMk/>
          <pc:sldMk cId="1822389861" sldId="314"/>
        </pc:sldMkLst>
      </pc:sldChg>
      <pc:sldChg chg="del">
        <pc:chgData name="Tomáš Bratina" userId="2033f5136aa55253" providerId="LiveId" clId="{F5815F26-0C10-4740-A790-40BC7F182C05}" dt="2025-10-16T06:07:09.075" v="218" actId="47"/>
        <pc:sldMkLst>
          <pc:docMk/>
          <pc:sldMk cId="3016642577" sldId="315"/>
        </pc:sldMkLst>
      </pc:sldChg>
      <pc:sldChg chg="del">
        <pc:chgData name="Tomáš Bratina" userId="2033f5136aa55253" providerId="LiveId" clId="{F5815F26-0C10-4740-A790-40BC7F182C05}" dt="2025-10-16T06:07:09.568" v="219" actId="47"/>
        <pc:sldMkLst>
          <pc:docMk/>
          <pc:sldMk cId="1226060910" sldId="316"/>
        </pc:sldMkLst>
      </pc:sldChg>
      <pc:sldChg chg="del">
        <pc:chgData name="Tomáš Bratina" userId="2033f5136aa55253" providerId="LiveId" clId="{F5815F26-0C10-4740-A790-40BC7F182C05}" dt="2025-10-16T06:07:09.907" v="220" actId="47"/>
        <pc:sldMkLst>
          <pc:docMk/>
          <pc:sldMk cId="2219107358" sldId="317"/>
        </pc:sldMkLst>
      </pc:sldChg>
      <pc:sldChg chg="del">
        <pc:chgData name="Tomáš Bratina" userId="2033f5136aa55253" providerId="LiveId" clId="{F5815F26-0C10-4740-A790-40BC7F182C05}" dt="2025-10-16T06:07:10.263" v="221" actId="47"/>
        <pc:sldMkLst>
          <pc:docMk/>
          <pc:sldMk cId="1714402669" sldId="318"/>
        </pc:sldMkLst>
      </pc:sldChg>
      <pc:sldChg chg="del">
        <pc:chgData name="Tomáš Bratina" userId="2033f5136aa55253" providerId="LiveId" clId="{F5815F26-0C10-4740-A790-40BC7F182C05}" dt="2025-10-16T06:07:10.555" v="222" actId="47"/>
        <pc:sldMkLst>
          <pc:docMk/>
          <pc:sldMk cId="2873162334" sldId="319"/>
        </pc:sldMkLst>
      </pc:sldChg>
      <pc:sldChg chg="del">
        <pc:chgData name="Tomáš Bratina" userId="2033f5136aa55253" providerId="LiveId" clId="{F5815F26-0C10-4740-A790-40BC7F182C05}" dt="2025-10-16T06:07:10.993" v="223" actId="47"/>
        <pc:sldMkLst>
          <pc:docMk/>
          <pc:sldMk cId="2323783058" sldId="320"/>
        </pc:sldMkLst>
      </pc:sldChg>
      <pc:sldChg chg="del">
        <pc:chgData name="Tomáš Bratina" userId="2033f5136aa55253" providerId="LiveId" clId="{F5815F26-0C10-4740-A790-40BC7F182C05}" dt="2025-10-16T06:07:11.507" v="224" actId="47"/>
        <pc:sldMkLst>
          <pc:docMk/>
          <pc:sldMk cId="2772161429" sldId="321"/>
        </pc:sldMkLst>
      </pc:sldChg>
      <pc:sldChg chg="del">
        <pc:chgData name="Tomáš Bratina" userId="2033f5136aa55253" providerId="LiveId" clId="{F5815F26-0C10-4740-A790-40BC7F182C05}" dt="2025-10-16T06:07:12.962" v="225" actId="47"/>
        <pc:sldMkLst>
          <pc:docMk/>
          <pc:sldMk cId="752431213" sldId="322"/>
        </pc:sldMkLst>
      </pc:sldChg>
      <pc:sldChg chg="del">
        <pc:chgData name="Tomáš Bratina" userId="2033f5136aa55253" providerId="LiveId" clId="{F5815F26-0C10-4740-A790-40BC7F182C05}" dt="2025-10-16T06:07:51.136" v="226" actId="47"/>
        <pc:sldMkLst>
          <pc:docMk/>
          <pc:sldMk cId="1875158776" sldId="323"/>
        </pc:sldMkLst>
      </pc:sldChg>
      <pc:sldChg chg="modSp add del mod">
        <pc:chgData name="Tomáš Bratina" userId="2033f5136aa55253" providerId="LiveId" clId="{F5815F26-0C10-4740-A790-40BC7F182C05}" dt="2025-10-16T06:10:29.193" v="256" actId="47"/>
        <pc:sldMkLst>
          <pc:docMk/>
          <pc:sldMk cId="1346719585" sldId="324"/>
        </pc:sldMkLst>
        <pc:graphicFrameChg chg="modGraphic">
          <ac:chgData name="Tomáš Bratina" userId="2033f5136aa55253" providerId="LiveId" clId="{F5815F26-0C10-4740-A790-40BC7F182C05}" dt="2025-10-16T06:00:58.659" v="104" actId="20577"/>
          <ac:graphicFrameMkLst>
            <pc:docMk/>
            <pc:sldMk cId="1346719585" sldId="324"/>
            <ac:graphicFrameMk id="5" creationId="{611B6F60-7AAE-2512-7222-02EA116BEAC4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29.669" v="257" actId="47"/>
        <pc:sldMkLst>
          <pc:docMk/>
          <pc:sldMk cId="389242791" sldId="325"/>
        </pc:sldMkLst>
        <pc:graphicFrameChg chg="modGraphic">
          <ac:chgData name="Tomáš Bratina" userId="2033f5136aa55253" providerId="LiveId" clId="{F5815F26-0C10-4740-A790-40BC7F182C05}" dt="2025-10-16T06:01:03.490" v="109" actId="20577"/>
          <ac:graphicFrameMkLst>
            <pc:docMk/>
            <pc:sldMk cId="389242791" sldId="325"/>
            <ac:graphicFrameMk id="5" creationId="{E5B57499-0AB5-444C-DF1B-294A60451DD2}"/>
          </ac:graphicFrameMkLst>
        </pc:graphicFrameChg>
      </pc:sldChg>
      <pc:sldChg chg="add del">
        <pc:chgData name="Tomáš Bratina" userId="2033f5136aa55253" providerId="LiveId" clId="{F5815F26-0C10-4740-A790-40BC7F182C05}" dt="2025-10-16T06:00:54.745" v="100" actId="2890"/>
        <pc:sldMkLst>
          <pc:docMk/>
          <pc:sldMk cId="2790214032" sldId="325"/>
        </pc:sldMkLst>
      </pc:sldChg>
      <pc:sldChg chg="modSp add del mod">
        <pc:chgData name="Tomáš Bratina" userId="2033f5136aa55253" providerId="LiveId" clId="{F5815F26-0C10-4740-A790-40BC7F182C05}" dt="2025-10-16T06:10:29.986" v="258" actId="47"/>
        <pc:sldMkLst>
          <pc:docMk/>
          <pc:sldMk cId="1081247887" sldId="326"/>
        </pc:sldMkLst>
        <pc:graphicFrameChg chg="modGraphic">
          <ac:chgData name="Tomáš Bratina" userId="2033f5136aa55253" providerId="LiveId" clId="{F5815F26-0C10-4740-A790-40BC7F182C05}" dt="2025-10-16T06:01:12.453" v="120" actId="20577"/>
          <ac:graphicFrameMkLst>
            <pc:docMk/>
            <pc:sldMk cId="1081247887" sldId="326"/>
            <ac:graphicFrameMk id="5" creationId="{02C805DD-5021-62C8-4BB6-6FBFA0B6BFAD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0.283" v="259" actId="47"/>
        <pc:sldMkLst>
          <pc:docMk/>
          <pc:sldMk cId="2297985918" sldId="327"/>
        </pc:sldMkLst>
        <pc:graphicFrameChg chg="modGraphic">
          <ac:chgData name="Tomáš Bratina" userId="2033f5136aa55253" providerId="LiveId" clId="{F5815F26-0C10-4740-A790-40BC7F182C05}" dt="2025-10-16T06:01:17.960" v="127" actId="20577"/>
          <ac:graphicFrameMkLst>
            <pc:docMk/>
            <pc:sldMk cId="2297985918" sldId="327"/>
            <ac:graphicFrameMk id="5" creationId="{12345583-BB5F-E5F7-BF50-93708210FAAE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0.549" v="260" actId="47"/>
        <pc:sldMkLst>
          <pc:docMk/>
          <pc:sldMk cId="1976859166" sldId="328"/>
        </pc:sldMkLst>
        <pc:graphicFrameChg chg="modGraphic">
          <ac:chgData name="Tomáš Bratina" userId="2033f5136aa55253" providerId="LiveId" clId="{F5815F26-0C10-4740-A790-40BC7F182C05}" dt="2025-10-16T06:01:23.384" v="132" actId="20577"/>
          <ac:graphicFrameMkLst>
            <pc:docMk/>
            <pc:sldMk cId="1976859166" sldId="328"/>
            <ac:graphicFrameMk id="5" creationId="{902A1FC9-6DD1-9992-414E-447647F1998F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0.823" v="261" actId="47"/>
        <pc:sldMkLst>
          <pc:docMk/>
          <pc:sldMk cId="3913451380" sldId="329"/>
        </pc:sldMkLst>
        <pc:graphicFrameChg chg="modGraphic">
          <ac:chgData name="Tomáš Bratina" userId="2033f5136aa55253" providerId="LiveId" clId="{F5815F26-0C10-4740-A790-40BC7F182C05}" dt="2025-10-16T06:01:32.609" v="143" actId="20577"/>
          <ac:graphicFrameMkLst>
            <pc:docMk/>
            <pc:sldMk cId="3913451380" sldId="329"/>
            <ac:graphicFrameMk id="5" creationId="{547EAD7A-A6F1-DF45-C1C6-9D1E61528B13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1.162" v="262" actId="47"/>
        <pc:sldMkLst>
          <pc:docMk/>
          <pc:sldMk cId="2947936624" sldId="330"/>
        </pc:sldMkLst>
        <pc:graphicFrameChg chg="modGraphic">
          <ac:chgData name="Tomáš Bratina" userId="2033f5136aa55253" providerId="LiveId" clId="{F5815F26-0C10-4740-A790-40BC7F182C05}" dt="2025-10-16T06:01:38.353" v="148" actId="20577"/>
          <ac:graphicFrameMkLst>
            <pc:docMk/>
            <pc:sldMk cId="2947936624" sldId="330"/>
            <ac:graphicFrameMk id="5" creationId="{68BAED04-7764-E5B7-C286-DFE368E38742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1.720" v="263" actId="47"/>
        <pc:sldMkLst>
          <pc:docMk/>
          <pc:sldMk cId="2941895274" sldId="331"/>
        </pc:sldMkLst>
        <pc:graphicFrameChg chg="modGraphic">
          <ac:chgData name="Tomáš Bratina" userId="2033f5136aa55253" providerId="LiveId" clId="{F5815F26-0C10-4740-A790-40BC7F182C05}" dt="2025-10-16T06:01:42.773" v="154" actId="20577"/>
          <ac:graphicFrameMkLst>
            <pc:docMk/>
            <pc:sldMk cId="2941895274" sldId="331"/>
            <ac:graphicFrameMk id="5" creationId="{12B8BE37-BA80-3F59-3690-6FAC66692F4C}"/>
          </ac:graphicFrameMkLst>
        </pc:graphicFrameChg>
      </pc:sldChg>
      <pc:sldChg chg="modSp add del mod">
        <pc:chgData name="Tomáš Bratina" userId="2033f5136aa55253" providerId="LiveId" clId="{F5815F26-0C10-4740-A790-40BC7F182C05}" dt="2025-10-16T06:10:33.895" v="264" actId="47"/>
        <pc:sldMkLst>
          <pc:docMk/>
          <pc:sldMk cId="179423068" sldId="332"/>
        </pc:sldMkLst>
        <pc:graphicFrameChg chg="modGraphic">
          <ac:chgData name="Tomáš Bratina" userId="2033f5136aa55253" providerId="LiveId" clId="{F5815F26-0C10-4740-A790-40BC7F182C05}" dt="2025-10-16T06:01:47.181" v="159" actId="20577"/>
          <ac:graphicFrameMkLst>
            <pc:docMk/>
            <pc:sldMk cId="179423068" sldId="332"/>
            <ac:graphicFrameMk id="5" creationId="{941A1364-DC39-5309-954E-8FCD13B469FB}"/>
          </ac:graphicFrameMkLst>
        </pc:graphicFrameChg>
      </pc:sldChg>
      <pc:sldChg chg="modSp new mod">
        <pc:chgData name="Tomáš Bratina" userId="2033f5136aa55253" providerId="LiveId" clId="{F5815F26-0C10-4740-A790-40BC7F182C05}" dt="2025-10-16T06:02:35.671" v="188" actId="20577"/>
        <pc:sldMkLst>
          <pc:docMk/>
          <pc:sldMk cId="2992780660" sldId="333"/>
        </pc:sldMkLst>
        <pc:spChg chg="mod">
          <ac:chgData name="Tomáš Bratina" userId="2033f5136aa55253" providerId="LiveId" clId="{F5815F26-0C10-4740-A790-40BC7F182C05}" dt="2025-10-16T06:02:11.810" v="165" actId="20577"/>
          <ac:spMkLst>
            <pc:docMk/>
            <pc:sldMk cId="2992780660" sldId="333"/>
            <ac:spMk id="2" creationId="{02C3D4BF-E514-3E9D-3832-8C943D92FEEC}"/>
          </ac:spMkLst>
        </pc:spChg>
        <pc:spChg chg="mod">
          <ac:chgData name="Tomáš Bratina" userId="2033f5136aa55253" providerId="LiveId" clId="{F5815F26-0C10-4740-A790-40BC7F182C05}" dt="2025-10-16T06:02:35.671" v="188" actId="20577"/>
          <ac:spMkLst>
            <pc:docMk/>
            <pc:sldMk cId="2992780660" sldId="333"/>
            <ac:spMk id="3" creationId="{C1C4FB4E-CF1D-2D55-0998-D3EA12EB437B}"/>
          </ac:spMkLst>
        </pc:spChg>
      </pc:sldChg>
      <pc:sldChg chg="modSp new mod">
        <pc:chgData name="Tomáš Bratina" userId="2033f5136aa55253" providerId="LiveId" clId="{F5815F26-0C10-4740-A790-40BC7F182C05}" dt="2025-10-16T06:04:48.656" v="214" actId="113"/>
        <pc:sldMkLst>
          <pc:docMk/>
          <pc:sldMk cId="547280344" sldId="334"/>
        </pc:sldMkLst>
        <pc:spChg chg="mod">
          <ac:chgData name="Tomáš Bratina" userId="2033f5136aa55253" providerId="LiveId" clId="{F5815F26-0C10-4740-A790-40BC7F182C05}" dt="2025-10-16T06:03:43.924" v="194" actId="790"/>
          <ac:spMkLst>
            <pc:docMk/>
            <pc:sldMk cId="547280344" sldId="334"/>
            <ac:spMk id="2" creationId="{7FF4617C-280C-0C9C-043A-7D5A441326B4}"/>
          </ac:spMkLst>
        </pc:spChg>
        <pc:spChg chg="mod">
          <ac:chgData name="Tomáš Bratina" userId="2033f5136aa55253" providerId="LiveId" clId="{F5815F26-0C10-4740-A790-40BC7F182C05}" dt="2025-10-16T06:04:48.656" v="214" actId="113"/>
          <ac:spMkLst>
            <pc:docMk/>
            <pc:sldMk cId="547280344" sldId="334"/>
            <ac:spMk id="3" creationId="{91C77A06-914C-3F8F-D936-5BC491CB6C45}"/>
          </ac:spMkLst>
        </pc:spChg>
      </pc:sldChg>
      <pc:sldChg chg="add">
        <pc:chgData name="Tomáš Bratina" userId="2033f5136aa55253" providerId="LiveId" clId="{F5815F26-0C10-4740-A790-40BC7F182C05}" dt="2025-10-16T06:10:12.510" v="236"/>
        <pc:sldMkLst>
          <pc:docMk/>
          <pc:sldMk cId="2494198857" sldId="335"/>
        </pc:sldMkLst>
      </pc:sldChg>
      <pc:sldChg chg="add">
        <pc:chgData name="Tomáš Bratina" userId="2033f5136aa55253" providerId="LiveId" clId="{F5815F26-0C10-4740-A790-40BC7F182C05}" dt="2025-10-16T06:10:14.290" v="238"/>
        <pc:sldMkLst>
          <pc:docMk/>
          <pc:sldMk cId="3357560905" sldId="336"/>
        </pc:sldMkLst>
      </pc:sldChg>
      <pc:sldChg chg="add">
        <pc:chgData name="Tomáš Bratina" userId="2033f5136aa55253" providerId="LiveId" clId="{F5815F26-0C10-4740-A790-40BC7F182C05}" dt="2025-10-16T06:10:15.354" v="240"/>
        <pc:sldMkLst>
          <pc:docMk/>
          <pc:sldMk cId="3507488720" sldId="337"/>
        </pc:sldMkLst>
      </pc:sldChg>
      <pc:sldChg chg="add">
        <pc:chgData name="Tomáš Bratina" userId="2033f5136aa55253" providerId="LiveId" clId="{F5815F26-0C10-4740-A790-40BC7F182C05}" dt="2025-10-16T06:10:16.232" v="242"/>
        <pc:sldMkLst>
          <pc:docMk/>
          <pc:sldMk cId="767132251" sldId="338"/>
        </pc:sldMkLst>
      </pc:sldChg>
      <pc:sldChg chg="add">
        <pc:chgData name="Tomáš Bratina" userId="2033f5136aa55253" providerId="LiveId" clId="{F5815F26-0C10-4740-A790-40BC7F182C05}" dt="2025-10-16T06:10:17.118" v="244"/>
        <pc:sldMkLst>
          <pc:docMk/>
          <pc:sldMk cId="319291579" sldId="339"/>
        </pc:sldMkLst>
      </pc:sldChg>
      <pc:sldChg chg="add">
        <pc:chgData name="Tomáš Bratina" userId="2033f5136aa55253" providerId="LiveId" clId="{F5815F26-0C10-4740-A790-40BC7F182C05}" dt="2025-10-16T06:10:17.927" v="246"/>
        <pc:sldMkLst>
          <pc:docMk/>
          <pc:sldMk cId="1914537206" sldId="340"/>
        </pc:sldMkLst>
      </pc:sldChg>
      <pc:sldChg chg="add">
        <pc:chgData name="Tomáš Bratina" userId="2033f5136aa55253" providerId="LiveId" clId="{F5815F26-0C10-4740-A790-40BC7F182C05}" dt="2025-10-16T06:10:18.665" v="248"/>
        <pc:sldMkLst>
          <pc:docMk/>
          <pc:sldMk cId="4164060354" sldId="341"/>
        </pc:sldMkLst>
      </pc:sldChg>
      <pc:sldChg chg="add">
        <pc:chgData name="Tomáš Bratina" userId="2033f5136aa55253" providerId="LiveId" clId="{F5815F26-0C10-4740-A790-40BC7F182C05}" dt="2025-10-16T06:10:19.629" v="250"/>
        <pc:sldMkLst>
          <pc:docMk/>
          <pc:sldMk cId="1033563201" sldId="342"/>
        </pc:sldMkLst>
      </pc:sldChg>
      <pc:sldChg chg="add">
        <pc:chgData name="Tomáš Bratina" userId="2033f5136aa55253" providerId="LiveId" clId="{F5815F26-0C10-4740-A790-40BC7F182C05}" dt="2025-10-16T06:10:21.609" v="252"/>
        <pc:sldMkLst>
          <pc:docMk/>
          <pc:sldMk cId="974246404" sldId="343"/>
        </pc:sldMkLst>
      </pc:sldChg>
      <pc:sldChg chg="add">
        <pc:chgData name="Tomáš Bratina" userId="2033f5136aa55253" providerId="LiveId" clId="{F5815F26-0C10-4740-A790-40BC7F182C05}" dt="2025-10-16T06:10:22.513" v="254"/>
        <pc:sldMkLst>
          <pc:docMk/>
          <pc:sldMk cId="1626608575" sldId="344"/>
        </pc:sldMkLst>
      </pc:sldChg>
      <pc:sldChg chg="modSp add mod">
        <pc:chgData name="Tomáš Bratina" userId="2033f5136aa55253" providerId="LiveId" clId="{F5815F26-0C10-4740-A790-40BC7F182C05}" dt="2025-10-16T06:11:29.515" v="268" actId="20577"/>
        <pc:sldMkLst>
          <pc:docMk/>
          <pc:sldMk cId="980545360" sldId="345"/>
        </pc:sldMkLst>
        <pc:spChg chg="mod">
          <ac:chgData name="Tomáš Bratina" userId="2033f5136aa55253" providerId="LiveId" clId="{F5815F26-0C10-4740-A790-40BC7F182C05}" dt="2025-10-16T06:11:29.515" v="268" actId="20577"/>
          <ac:spMkLst>
            <pc:docMk/>
            <pc:sldMk cId="980545360" sldId="345"/>
            <ac:spMk id="2" creationId="{6810B64D-A232-02DB-B58E-386ADE78B97E}"/>
          </ac:spMkLst>
        </pc:spChg>
      </pc:sldChg>
      <pc:sldChg chg="add">
        <pc:chgData name="Tomáš Bratina" userId="2033f5136aa55253" providerId="LiveId" clId="{F5815F26-0C10-4740-A790-40BC7F182C05}" dt="2025-10-16T06:11:31.217" v="270"/>
        <pc:sldMkLst>
          <pc:docMk/>
          <pc:sldMk cId="3127554268" sldId="346"/>
        </pc:sldMkLst>
      </pc:sldChg>
      <pc:sldChg chg="add">
        <pc:chgData name="Tomáš Bratina" userId="2033f5136aa55253" providerId="LiveId" clId="{F5815F26-0C10-4740-A790-40BC7F182C05}" dt="2025-10-16T06:11:32.687" v="272"/>
        <pc:sldMkLst>
          <pc:docMk/>
          <pc:sldMk cId="3410192487" sldId="347"/>
        </pc:sldMkLst>
      </pc:sldChg>
      <pc:sldChg chg="add">
        <pc:chgData name="Tomáš Bratina" userId="2033f5136aa55253" providerId="LiveId" clId="{F5815F26-0C10-4740-A790-40BC7F182C05}" dt="2025-10-16T06:11:33.577" v="274"/>
        <pc:sldMkLst>
          <pc:docMk/>
          <pc:sldMk cId="3800534" sldId="348"/>
        </pc:sldMkLst>
      </pc:sldChg>
      <pc:sldChg chg="add">
        <pc:chgData name="Tomáš Bratina" userId="2033f5136aa55253" providerId="LiveId" clId="{F5815F26-0C10-4740-A790-40BC7F182C05}" dt="2025-10-16T06:11:34.567" v="276"/>
        <pc:sldMkLst>
          <pc:docMk/>
          <pc:sldMk cId="2796162608" sldId="349"/>
        </pc:sldMkLst>
      </pc:sldChg>
      <pc:sldChg chg="add">
        <pc:chgData name="Tomáš Bratina" userId="2033f5136aa55253" providerId="LiveId" clId="{F5815F26-0C10-4740-A790-40BC7F182C05}" dt="2025-10-16T06:11:35.669" v="278"/>
        <pc:sldMkLst>
          <pc:docMk/>
          <pc:sldMk cId="3446419012" sldId="350"/>
        </pc:sldMkLst>
      </pc:sldChg>
      <pc:sldChg chg="add">
        <pc:chgData name="Tomáš Bratina" userId="2033f5136aa55253" providerId="LiveId" clId="{F5815F26-0C10-4740-A790-40BC7F182C05}" dt="2025-10-16T06:11:36.841" v="280"/>
        <pc:sldMkLst>
          <pc:docMk/>
          <pc:sldMk cId="296891591" sldId="351"/>
        </pc:sldMkLst>
      </pc:sldChg>
      <pc:sldChg chg="add">
        <pc:chgData name="Tomáš Bratina" userId="2033f5136aa55253" providerId="LiveId" clId="{F5815F26-0C10-4740-A790-40BC7F182C05}" dt="2025-10-16T06:11:37.897" v="282"/>
        <pc:sldMkLst>
          <pc:docMk/>
          <pc:sldMk cId="3759233777" sldId="352"/>
        </pc:sldMkLst>
      </pc:sldChg>
      <pc:sldChg chg="add">
        <pc:chgData name="Tomáš Bratina" userId="2033f5136aa55253" providerId="LiveId" clId="{F5815F26-0C10-4740-A790-40BC7F182C05}" dt="2025-10-16T06:11:38.907" v="284"/>
        <pc:sldMkLst>
          <pc:docMk/>
          <pc:sldMk cId="1309429400" sldId="353"/>
        </pc:sldMkLst>
      </pc:sldChg>
      <pc:sldChg chg="modSp add mod">
        <pc:chgData name="Tomáš Bratina" userId="2033f5136aa55253" providerId="LiveId" clId="{F5815F26-0C10-4740-A790-40BC7F182C05}" dt="2025-10-16T06:12:06.260" v="289" actId="20577"/>
        <pc:sldMkLst>
          <pc:docMk/>
          <pc:sldMk cId="547503237" sldId="354"/>
        </pc:sldMkLst>
        <pc:spChg chg="mod">
          <ac:chgData name="Tomáš Bratina" userId="2033f5136aa55253" providerId="LiveId" clId="{F5815F26-0C10-4740-A790-40BC7F182C05}" dt="2025-10-16T06:12:06.260" v="289" actId="20577"/>
          <ac:spMkLst>
            <pc:docMk/>
            <pc:sldMk cId="547503237" sldId="354"/>
            <ac:spMk id="2" creationId="{FA5E1D36-7684-BE3C-91F5-0450B1A47C6B}"/>
          </ac:spMkLst>
        </pc:spChg>
      </pc:sldChg>
      <pc:sldChg chg="add">
        <pc:chgData name="Tomáš Bratina" userId="2033f5136aa55253" providerId="LiveId" clId="{F5815F26-0C10-4740-A790-40BC7F182C05}" dt="2025-10-16T06:12:09.400" v="291"/>
        <pc:sldMkLst>
          <pc:docMk/>
          <pc:sldMk cId="88752397" sldId="355"/>
        </pc:sldMkLst>
      </pc:sldChg>
      <pc:sldChg chg="add">
        <pc:chgData name="Tomáš Bratina" userId="2033f5136aa55253" providerId="LiveId" clId="{F5815F26-0C10-4740-A790-40BC7F182C05}" dt="2025-10-16T06:12:10.654" v="293"/>
        <pc:sldMkLst>
          <pc:docMk/>
          <pc:sldMk cId="4161933191" sldId="356"/>
        </pc:sldMkLst>
      </pc:sldChg>
      <pc:sldChg chg="add">
        <pc:chgData name="Tomáš Bratina" userId="2033f5136aa55253" providerId="LiveId" clId="{F5815F26-0C10-4740-A790-40BC7F182C05}" dt="2025-10-16T06:12:12.089" v="295"/>
        <pc:sldMkLst>
          <pc:docMk/>
          <pc:sldMk cId="2660672115" sldId="357"/>
        </pc:sldMkLst>
      </pc:sldChg>
      <pc:sldChg chg="add">
        <pc:chgData name="Tomáš Bratina" userId="2033f5136aa55253" providerId="LiveId" clId="{F5815F26-0C10-4740-A790-40BC7F182C05}" dt="2025-10-16T06:12:12.657" v="297"/>
        <pc:sldMkLst>
          <pc:docMk/>
          <pc:sldMk cId="1403605478" sldId="358"/>
        </pc:sldMkLst>
      </pc:sldChg>
      <pc:sldChg chg="add">
        <pc:chgData name="Tomáš Bratina" userId="2033f5136aa55253" providerId="LiveId" clId="{F5815F26-0C10-4740-A790-40BC7F182C05}" dt="2025-10-16T06:12:13.744" v="299"/>
        <pc:sldMkLst>
          <pc:docMk/>
          <pc:sldMk cId="3561683108" sldId="359"/>
        </pc:sldMkLst>
      </pc:sldChg>
      <pc:sldChg chg="add">
        <pc:chgData name="Tomáš Bratina" userId="2033f5136aa55253" providerId="LiveId" clId="{F5815F26-0C10-4740-A790-40BC7F182C05}" dt="2025-10-16T06:12:14.663" v="301"/>
        <pc:sldMkLst>
          <pc:docMk/>
          <pc:sldMk cId="4107708957" sldId="360"/>
        </pc:sldMkLst>
      </pc:sldChg>
      <pc:sldChg chg="add">
        <pc:chgData name="Tomáš Bratina" userId="2033f5136aa55253" providerId="LiveId" clId="{F5815F26-0C10-4740-A790-40BC7F182C05}" dt="2025-10-16T06:12:15.513" v="303"/>
        <pc:sldMkLst>
          <pc:docMk/>
          <pc:sldMk cId="3006516492" sldId="361"/>
        </pc:sldMkLst>
      </pc:sldChg>
      <pc:sldChg chg="add">
        <pc:chgData name="Tomáš Bratina" userId="2033f5136aa55253" providerId="LiveId" clId="{F5815F26-0C10-4740-A790-40BC7F182C05}" dt="2025-10-16T06:12:16.311" v="305"/>
        <pc:sldMkLst>
          <pc:docMk/>
          <pc:sldMk cId="3023419079" sldId="362"/>
        </pc:sldMkLst>
      </pc:sldChg>
      <pc:sldChg chg="add">
        <pc:chgData name="Tomáš Bratina" userId="2033f5136aa55253" providerId="LiveId" clId="{F5815F26-0C10-4740-A790-40BC7F182C05}" dt="2025-10-16T06:12:17.113" v="307"/>
        <pc:sldMkLst>
          <pc:docMk/>
          <pc:sldMk cId="2523561532" sldId="363"/>
        </pc:sldMkLst>
      </pc:sldChg>
      <pc:sldChg chg="add">
        <pc:chgData name="Tomáš Bratina" userId="2033f5136aa55253" providerId="LiveId" clId="{F5815F26-0C10-4740-A790-40BC7F182C05}" dt="2025-10-16T06:12:18.143" v="309"/>
        <pc:sldMkLst>
          <pc:docMk/>
          <pc:sldMk cId="607690416" sldId="364"/>
        </pc:sldMkLst>
      </pc:sldChg>
      <pc:sldChg chg="add">
        <pc:chgData name="Tomáš Bratina" userId="2033f5136aa55253" providerId="LiveId" clId="{F5815F26-0C10-4740-A790-40BC7F182C05}" dt="2025-10-16T06:12:19.051" v="311"/>
        <pc:sldMkLst>
          <pc:docMk/>
          <pc:sldMk cId="2455816768" sldId="365"/>
        </pc:sldMkLst>
      </pc:sldChg>
      <pc:sldChg chg="add">
        <pc:chgData name="Tomáš Bratina" userId="2033f5136aa55253" providerId="LiveId" clId="{F5815F26-0C10-4740-A790-40BC7F182C05}" dt="2025-10-16T06:12:20.353" v="313"/>
        <pc:sldMkLst>
          <pc:docMk/>
          <pc:sldMk cId="664305067" sldId="366"/>
        </pc:sldMkLst>
      </pc:sldChg>
      <pc:sldChg chg="add">
        <pc:chgData name="Tomáš Bratina" userId="2033f5136aa55253" providerId="LiveId" clId="{F5815F26-0C10-4740-A790-40BC7F182C05}" dt="2025-10-16T06:12:21.293" v="315"/>
        <pc:sldMkLst>
          <pc:docMk/>
          <pc:sldMk cId="2391448499" sldId="367"/>
        </pc:sldMkLst>
      </pc:sldChg>
      <pc:sldChg chg="add">
        <pc:chgData name="Tomáš Bratina" userId="2033f5136aa55253" providerId="LiveId" clId="{F5815F26-0C10-4740-A790-40BC7F182C05}" dt="2025-10-16T06:12:22.216" v="317"/>
        <pc:sldMkLst>
          <pc:docMk/>
          <pc:sldMk cId="3864064653" sldId="368"/>
        </pc:sldMkLst>
      </pc:sldChg>
      <pc:sldChg chg="add">
        <pc:chgData name="Tomáš Bratina" userId="2033f5136aa55253" providerId="LiveId" clId="{F5815F26-0C10-4740-A790-40BC7F182C05}" dt="2025-10-16T06:12:23.313" v="319"/>
        <pc:sldMkLst>
          <pc:docMk/>
          <pc:sldMk cId="2433631586" sldId="369"/>
        </pc:sldMkLst>
      </pc:sldChg>
      <pc:sldChg chg="add">
        <pc:chgData name="Tomáš Bratina" userId="2033f5136aa55253" providerId="LiveId" clId="{F5815F26-0C10-4740-A790-40BC7F182C05}" dt="2025-10-16T06:12:24.942" v="321"/>
        <pc:sldMkLst>
          <pc:docMk/>
          <pc:sldMk cId="3365498140" sldId="370"/>
        </pc:sldMkLst>
      </pc:sldChg>
      <pc:sldChg chg="add">
        <pc:chgData name="Tomáš Bratina" userId="2033f5136aa55253" providerId="LiveId" clId="{F5815F26-0C10-4740-A790-40BC7F182C05}" dt="2025-10-16T06:12:26.084" v="323"/>
        <pc:sldMkLst>
          <pc:docMk/>
          <pc:sldMk cId="3402012408" sldId="371"/>
        </pc:sldMkLst>
      </pc:sldChg>
      <pc:sldChg chg="add">
        <pc:chgData name="Tomáš Bratina" userId="2033f5136aa55253" providerId="LiveId" clId="{F5815F26-0C10-4740-A790-40BC7F182C05}" dt="2025-10-16T06:12:27.254" v="325"/>
        <pc:sldMkLst>
          <pc:docMk/>
          <pc:sldMk cId="4152454823" sldId="372"/>
        </pc:sldMkLst>
      </pc:sldChg>
      <pc:sldChg chg="addSp modSp new mod">
        <pc:chgData name="Tomáš Bratina" userId="2033f5136aa55253" providerId="LiveId" clId="{F5815F26-0C10-4740-A790-40BC7F182C05}" dt="2025-10-16T06:15:49.839" v="347" actId="113"/>
        <pc:sldMkLst>
          <pc:docMk/>
          <pc:sldMk cId="2990711493" sldId="373"/>
        </pc:sldMkLst>
        <pc:spChg chg="mod">
          <ac:chgData name="Tomáš Bratina" userId="2033f5136aa55253" providerId="LiveId" clId="{F5815F26-0C10-4740-A790-40BC7F182C05}" dt="2025-10-16T06:14:45.529" v="327"/>
          <ac:spMkLst>
            <pc:docMk/>
            <pc:sldMk cId="2990711493" sldId="373"/>
            <ac:spMk id="2" creationId="{4CF101BB-736F-657A-5275-35E99949C065}"/>
          </ac:spMkLst>
        </pc:spChg>
        <pc:spChg chg="mod">
          <ac:chgData name="Tomáš Bratina" userId="2033f5136aa55253" providerId="LiveId" clId="{F5815F26-0C10-4740-A790-40BC7F182C05}" dt="2025-10-16T06:15:49.839" v="347" actId="113"/>
          <ac:spMkLst>
            <pc:docMk/>
            <pc:sldMk cId="2990711493" sldId="373"/>
            <ac:spMk id="3" creationId="{88E46C5B-4B87-8A1B-6C84-DB9B3138495B}"/>
          </ac:spMkLst>
        </pc:spChg>
        <pc:spChg chg="add">
          <ac:chgData name="Tomáš Bratina" userId="2033f5136aa55253" providerId="LiveId" clId="{F5815F26-0C10-4740-A790-40BC7F182C05}" dt="2025-10-16T06:15:05.190" v="332"/>
          <ac:spMkLst>
            <pc:docMk/>
            <pc:sldMk cId="2990711493" sldId="373"/>
            <ac:spMk id="4" creationId="{3CA8A19A-FC36-D566-AB09-0A25016C2817}"/>
          </ac:spMkLst>
        </pc:spChg>
        <pc:spChg chg="add">
          <ac:chgData name="Tomáš Bratina" userId="2033f5136aa55253" providerId="LiveId" clId="{F5815F26-0C10-4740-A790-40BC7F182C05}" dt="2025-10-16T06:15:08.832" v="334"/>
          <ac:spMkLst>
            <pc:docMk/>
            <pc:sldMk cId="2990711493" sldId="373"/>
            <ac:spMk id="5" creationId="{979F63E5-832D-4200-3134-7DA321DB2556}"/>
          </ac:spMkLst>
        </pc:spChg>
      </pc:sldChg>
      <pc:sldChg chg="modSp add mod">
        <pc:chgData name="Tomáš Bratina" userId="2033f5136aa55253" providerId="LiveId" clId="{F5815F26-0C10-4740-A790-40BC7F182C05}" dt="2025-10-16T06:16:24.930" v="356" actId="14100"/>
        <pc:sldMkLst>
          <pc:docMk/>
          <pc:sldMk cId="1964783584" sldId="374"/>
        </pc:sldMkLst>
        <pc:spChg chg="mod">
          <ac:chgData name="Tomáš Bratina" userId="2033f5136aa55253" providerId="LiveId" clId="{F5815F26-0C10-4740-A790-40BC7F182C05}" dt="2025-10-16T06:16:24.930" v="356" actId="14100"/>
          <ac:spMkLst>
            <pc:docMk/>
            <pc:sldMk cId="1964783584" sldId="374"/>
            <ac:spMk id="3" creationId="{48183AB6-B65E-1D1B-5A50-7950DC188B67}"/>
          </ac:spMkLst>
        </pc:spChg>
      </pc:sldChg>
      <pc:sldChg chg="modSp add mod">
        <pc:chgData name="Tomáš Bratina" userId="2033f5136aa55253" providerId="LiveId" clId="{F5815F26-0C10-4740-A790-40BC7F182C05}" dt="2025-10-16T06:16:41.655" v="360" actId="122"/>
        <pc:sldMkLst>
          <pc:docMk/>
          <pc:sldMk cId="3125949751" sldId="375"/>
        </pc:sldMkLst>
        <pc:spChg chg="mod">
          <ac:chgData name="Tomáš Bratina" userId="2033f5136aa55253" providerId="LiveId" clId="{F5815F26-0C10-4740-A790-40BC7F182C05}" dt="2025-10-16T06:16:41.655" v="360" actId="122"/>
          <ac:spMkLst>
            <pc:docMk/>
            <pc:sldMk cId="3125949751" sldId="375"/>
            <ac:spMk id="3" creationId="{F04F9BAB-0006-A183-3EDE-CAE83E14EE38}"/>
          </ac:spMkLst>
        </pc:spChg>
      </pc:sldChg>
      <pc:sldChg chg="modSp add mod">
        <pc:chgData name="Tomáš Bratina" userId="2033f5136aa55253" providerId="LiveId" clId="{F5815F26-0C10-4740-A790-40BC7F182C05}" dt="2025-10-16T06:20:00.805" v="422" actId="20577"/>
        <pc:sldMkLst>
          <pc:docMk/>
          <pc:sldMk cId="3136833058" sldId="376"/>
        </pc:sldMkLst>
        <pc:spChg chg="mod">
          <ac:chgData name="Tomáš Bratina" userId="2033f5136aa55253" providerId="LiveId" clId="{F5815F26-0C10-4740-A790-40BC7F182C05}" dt="2025-10-16T06:20:00.805" v="422" actId="20577"/>
          <ac:spMkLst>
            <pc:docMk/>
            <pc:sldMk cId="3136833058" sldId="376"/>
            <ac:spMk id="2" creationId="{D8C98D6B-9CA8-8FBE-2A6A-486FEF53B22D}"/>
          </ac:spMkLst>
        </pc:spChg>
        <pc:spChg chg="mod">
          <ac:chgData name="Tomáš Bratina" userId="2033f5136aa55253" providerId="LiveId" clId="{F5815F26-0C10-4740-A790-40BC7F182C05}" dt="2025-10-16T06:18:36.301" v="395" actId="20577"/>
          <ac:spMkLst>
            <pc:docMk/>
            <pc:sldMk cId="3136833058" sldId="376"/>
            <ac:spMk id="3" creationId="{BD681215-E3AC-21AA-F2E0-ECBE11724189}"/>
          </ac:spMkLst>
        </pc:spChg>
      </pc:sldChg>
      <pc:sldChg chg="add del">
        <pc:chgData name="Tomáš Bratina" userId="2033f5136aa55253" providerId="LiveId" clId="{F5815F26-0C10-4740-A790-40BC7F182C05}" dt="2025-10-16T06:19:33.864" v="411" actId="47"/>
        <pc:sldMkLst>
          <pc:docMk/>
          <pc:sldMk cId="3784709006" sldId="377"/>
        </pc:sldMkLst>
      </pc:sldChg>
      <pc:sldChg chg="add del">
        <pc:chgData name="Tomáš Bratina" userId="2033f5136aa55253" providerId="LiveId" clId="{F5815F26-0C10-4740-A790-40BC7F182C05}" dt="2025-10-16T06:19:36.457" v="412" actId="47"/>
        <pc:sldMkLst>
          <pc:docMk/>
          <pc:sldMk cId="861286101" sldId="378"/>
        </pc:sldMkLst>
      </pc:sldChg>
      <pc:sldChg chg="add del">
        <pc:chgData name="Tomáš Bratina" userId="2033f5136aa55253" providerId="LiveId" clId="{F5815F26-0C10-4740-A790-40BC7F182C05}" dt="2025-10-16T06:19:38.588" v="413" actId="47"/>
        <pc:sldMkLst>
          <pc:docMk/>
          <pc:sldMk cId="3883198150" sldId="379"/>
        </pc:sldMkLst>
      </pc:sldChg>
      <pc:sldChg chg="add del">
        <pc:chgData name="Tomáš Bratina" userId="2033f5136aa55253" providerId="LiveId" clId="{F5815F26-0C10-4740-A790-40BC7F182C05}" dt="2025-10-16T06:19:40.023" v="414" actId="47"/>
        <pc:sldMkLst>
          <pc:docMk/>
          <pc:sldMk cId="4060297889" sldId="380"/>
        </pc:sldMkLst>
      </pc:sldChg>
      <pc:sldChg chg="add del">
        <pc:chgData name="Tomáš Bratina" userId="2033f5136aa55253" providerId="LiveId" clId="{F5815F26-0C10-4740-A790-40BC7F182C05}" dt="2025-10-16T06:19:42.806" v="415" actId="47"/>
        <pc:sldMkLst>
          <pc:docMk/>
          <pc:sldMk cId="3102030902" sldId="381"/>
        </pc:sldMkLst>
      </pc:sldChg>
      <pc:sldChg chg="add del">
        <pc:chgData name="Tomáš Bratina" userId="2033f5136aa55253" providerId="LiveId" clId="{F5815F26-0C10-4740-A790-40BC7F182C05}" dt="2025-10-16T06:19:44.022" v="416" actId="47"/>
        <pc:sldMkLst>
          <pc:docMk/>
          <pc:sldMk cId="146924565" sldId="382"/>
        </pc:sldMkLst>
      </pc:sldChg>
      <pc:sldChg chg="add del">
        <pc:chgData name="Tomáš Bratina" userId="2033f5136aa55253" providerId="LiveId" clId="{F5815F26-0C10-4740-A790-40BC7F182C05}" dt="2025-10-16T06:19:45.521" v="417" actId="47"/>
        <pc:sldMkLst>
          <pc:docMk/>
          <pc:sldMk cId="2045083482" sldId="383"/>
        </pc:sldMkLst>
      </pc:sldChg>
      <pc:sldChg chg="add del">
        <pc:chgData name="Tomáš Bratina" userId="2033f5136aa55253" providerId="LiveId" clId="{F5815F26-0C10-4740-A790-40BC7F182C05}" dt="2025-10-16T06:19:47.596" v="418" actId="47"/>
        <pc:sldMkLst>
          <pc:docMk/>
          <pc:sldMk cId="811266993" sldId="384"/>
        </pc:sldMkLst>
      </pc:sldChg>
      <pc:sldChg chg="add del">
        <pc:chgData name="Tomáš Bratina" userId="2033f5136aa55253" providerId="LiveId" clId="{F5815F26-0C10-4740-A790-40BC7F182C05}" dt="2025-10-16T06:19:51.404" v="419" actId="47"/>
        <pc:sldMkLst>
          <pc:docMk/>
          <pc:sldMk cId="1485283311" sldId="385"/>
        </pc:sldMkLst>
      </pc:sldChg>
      <pc:sldChg chg="add del">
        <pc:chgData name="Tomáš Bratina" userId="2033f5136aa55253" providerId="LiveId" clId="{F5815F26-0C10-4740-A790-40BC7F182C05}" dt="2025-10-16T06:19:53.388" v="420" actId="47"/>
        <pc:sldMkLst>
          <pc:docMk/>
          <pc:sldMk cId="3944514246" sldId="386"/>
        </pc:sldMkLst>
      </pc:sldChg>
      <pc:sldChg chg="add del">
        <pc:chgData name="Tomáš Bratina" userId="2033f5136aa55253" providerId="LiveId" clId="{F5815F26-0C10-4740-A790-40BC7F182C05}" dt="2025-10-16T06:19:56.024" v="421" actId="47"/>
        <pc:sldMkLst>
          <pc:docMk/>
          <pc:sldMk cId="2901651382" sldId="387"/>
        </pc:sldMkLst>
      </pc:sldChg>
      <pc:sldChg chg="modSp add mod">
        <pc:chgData name="Tomáš Bratina" userId="2033f5136aa55253" providerId="LiveId" clId="{F5815F26-0C10-4740-A790-40BC7F182C05}" dt="2025-10-16T06:20:02.963" v="424" actId="20577"/>
        <pc:sldMkLst>
          <pc:docMk/>
          <pc:sldMk cId="2718143707" sldId="388"/>
        </pc:sldMkLst>
        <pc:spChg chg="mod">
          <ac:chgData name="Tomáš Bratina" userId="2033f5136aa55253" providerId="LiveId" clId="{F5815F26-0C10-4740-A790-40BC7F182C05}" dt="2025-10-16T06:20:02.963" v="424" actId="20577"/>
          <ac:spMkLst>
            <pc:docMk/>
            <pc:sldMk cId="2718143707" sldId="388"/>
            <ac:spMk id="2" creationId="{0747C55C-ED6C-FBB8-11A2-444EC421AD63}"/>
          </ac:spMkLst>
        </pc:spChg>
        <pc:spChg chg="mod">
          <ac:chgData name="Tomáš Bratina" userId="2033f5136aa55253" providerId="LiveId" clId="{F5815F26-0C10-4740-A790-40BC7F182C05}" dt="2025-10-16T06:19:04.337" v="398"/>
          <ac:spMkLst>
            <pc:docMk/>
            <pc:sldMk cId="2718143707" sldId="388"/>
            <ac:spMk id="3" creationId="{AD13A060-54A3-05BD-4C8D-1C9DCE89D453}"/>
          </ac:spMkLst>
        </pc:spChg>
      </pc:sldChg>
      <pc:sldChg chg="modSp add mod">
        <pc:chgData name="Tomáš Bratina" userId="2033f5136aa55253" providerId="LiveId" clId="{F5815F26-0C10-4740-A790-40BC7F182C05}" dt="2025-10-16T06:20:09.933" v="426" actId="20577"/>
        <pc:sldMkLst>
          <pc:docMk/>
          <pc:sldMk cId="1244439132" sldId="389"/>
        </pc:sldMkLst>
        <pc:spChg chg="mod">
          <ac:chgData name="Tomáš Bratina" userId="2033f5136aa55253" providerId="LiveId" clId="{F5815F26-0C10-4740-A790-40BC7F182C05}" dt="2025-10-16T06:20:09.933" v="426" actId="20577"/>
          <ac:spMkLst>
            <pc:docMk/>
            <pc:sldMk cId="1244439132" sldId="389"/>
            <ac:spMk id="2" creationId="{5551B65A-CA99-115B-B3BE-5098D6C05113}"/>
          </ac:spMkLst>
        </pc:spChg>
        <pc:spChg chg="mod">
          <ac:chgData name="Tomáš Bratina" userId="2033f5136aa55253" providerId="LiveId" clId="{F5815F26-0C10-4740-A790-40BC7F182C05}" dt="2025-10-16T06:19:10.106" v="400"/>
          <ac:spMkLst>
            <pc:docMk/>
            <pc:sldMk cId="1244439132" sldId="389"/>
            <ac:spMk id="3" creationId="{C0236D62-00A8-F626-FFF9-A93E881D7E09}"/>
          </ac:spMkLst>
        </pc:spChg>
      </pc:sldChg>
      <pc:sldChg chg="modSp add mod">
        <pc:chgData name="Tomáš Bratina" userId="2033f5136aa55253" providerId="LiveId" clId="{F5815F26-0C10-4740-A790-40BC7F182C05}" dt="2025-10-16T06:20:12.034" v="428" actId="20577"/>
        <pc:sldMkLst>
          <pc:docMk/>
          <pc:sldMk cId="1659440775" sldId="390"/>
        </pc:sldMkLst>
        <pc:spChg chg="mod">
          <ac:chgData name="Tomáš Bratina" userId="2033f5136aa55253" providerId="LiveId" clId="{F5815F26-0C10-4740-A790-40BC7F182C05}" dt="2025-10-16T06:20:12.034" v="428" actId="20577"/>
          <ac:spMkLst>
            <pc:docMk/>
            <pc:sldMk cId="1659440775" sldId="390"/>
            <ac:spMk id="2" creationId="{F18C4244-3EAD-6648-F94B-9269F6714100}"/>
          </ac:spMkLst>
        </pc:spChg>
        <pc:spChg chg="mod">
          <ac:chgData name="Tomáš Bratina" userId="2033f5136aa55253" providerId="LiveId" clId="{F5815F26-0C10-4740-A790-40BC7F182C05}" dt="2025-10-16T06:19:13.754" v="402"/>
          <ac:spMkLst>
            <pc:docMk/>
            <pc:sldMk cId="1659440775" sldId="390"/>
            <ac:spMk id="3" creationId="{DB09E91B-0D94-24B6-356F-930B02C14DFC}"/>
          </ac:spMkLst>
        </pc:spChg>
      </pc:sldChg>
      <pc:sldChg chg="modSp add mod">
        <pc:chgData name="Tomáš Bratina" userId="2033f5136aa55253" providerId="LiveId" clId="{F5815F26-0C10-4740-A790-40BC7F182C05}" dt="2025-10-16T06:20:13.962" v="430" actId="20577"/>
        <pc:sldMkLst>
          <pc:docMk/>
          <pc:sldMk cId="2358019240" sldId="391"/>
        </pc:sldMkLst>
        <pc:spChg chg="mod">
          <ac:chgData name="Tomáš Bratina" userId="2033f5136aa55253" providerId="LiveId" clId="{F5815F26-0C10-4740-A790-40BC7F182C05}" dt="2025-10-16T06:20:13.962" v="430" actId="20577"/>
          <ac:spMkLst>
            <pc:docMk/>
            <pc:sldMk cId="2358019240" sldId="391"/>
            <ac:spMk id="2" creationId="{3A413C23-1235-D876-C098-03977A1C4FA7}"/>
          </ac:spMkLst>
        </pc:spChg>
        <pc:spChg chg="mod">
          <ac:chgData name="Tomáš Bratina" userId="2033f5136aa55253" providerId="LiveId" clId="{F5815F26-0C10-4740-A790-40BC7F182C05}" dt="2025-10-16T06:19:17.523" v="404"/>
          <ac:spMkLst>
            <pc:docMk/>
            <pc:sldMk cId="2358019240" sldId="391"/>
            <ac:spMk id="3" creationId="{77430205-6ED3-2DE7-9C42-11EC0FAA8CE6}"/>
          </ac:spMkLst>
        </pc:spChg>
      </pc:sldChg>
      <pc:sldChg chg="modSp add mod">
        <pc:chgData name="Tomáš Bratina" userId="2033f5136aa55253" providerId="LiveId" clId="{F5815F26-0C10-4740-A790-40BC7F182C05}" dt="2025-10-16T06:20:16.290" v="432" actId="20577"/>
        <pc:sldMkLst>
          <pc:docMk/>
          <pc:sldMk cId="2572072444" sldId="392"/>
        </pc:sldMkLst>
        <pc:spChg chg="mod">
          <ac:chgData name="Tomáš Bratina" userId="2033f5136aa55253" providerId="LiveId" clId="{F5815F26-0C10-4740-A790-40BC7F182C05}" dt="2025-10-16T06:20:16.290" v="432" actId="20577"/>
          <ac:spMkLst>
            <pc:docMk/>
            <pc:sldMk cId="2572072444" sldId="392"/>
            <ac:spMk id="2" creationId="{4DC752A3-D111-53C7-9DA9-6B8474D99525}"/>
          </ac:spMkLst>
        </pc:spChg>
        <pc:spChg chg="mod">
          <ac:chgData name="Tomáš Bratina" userId="2033f5136aa55253" providerId="LiveId" clId="{F5815F26-0C10-4740-A790-40BC7F182C05}" dt="2025-10-16T06:19:21.433" v="406"/>
          <ac:spMkLst>
            <pc:docMk/>
            <pc:sldMk cId="2572072444" sldId="392"/>
            <ac:spMk id="3" creationId="{63193827-6C7D-03B6-8CF0-9FAA50CC909C}"/>
          </ac:spMkLst>
        </pc:spChg>
      </pc:sldChg>
      <pc:sldChg chg="modSp add mod">
        <pc:chgData name="Tomáš Bratina" userId="2033f5136aa55253" providerId="LiveId" clId="{F5815F26-0C10-4740-A790-40BC7F182C05}" dt="2025-10-16T06:20:18.490" v="434" actId="20577"/>
        <pc:sldMkLst>
          <pc:docMk/>
          <pc:sldMk cId="3071348873" sldId="393"/>
        </pc:sldMkLst>
        <pc:spChg chg="mod">
          <ac:chgData name="Tomáš Bratina" userId="2033f5136aa55253" providerId="LiveId" clId="{F5815F26-0C10-4740-A790-40BC7F182C05}" dt="2025-10-16T06:20:18.490" v="434" actId="20577"/>
          <ac:spMkLst>
            <pc:docMk/>
            <pc:sldMk cId="3071348873" sldId="393"/>
            <ac:spMk id="2" creationId="{F8F1882A-5AFF-CBA4-07CF-65234519DE53}"/>
          </ac:spMkLst>
        </pc:spChg>
        <pc:spChg chg="mod">
          <ac:chgData name="Tomáš Bratina" userId="2033f5136aa55253" providerId="LiveId" clId="{F5815F26-0C10-4740-A790-40BC7F182C05}" dt="2025-10-16T06:19:24.494" v="408"/>
          <ac:spMkLst>
            <pc:docMk/>
            <pc:sldMk cId="3071348873" sldId="393"/>
            <ac:spMk id="3" creationId="{77ADA667-845F-C9EC-0E84-30A45443EF6F}"/>
          </ac:spMkLst>
        </pc:spChg>
      </pc:sldChg>
      <pc:sldChg chg="modSp add mod">
        <pc:chgData name="Tomáš Bratina" userId="2033f5136aa55253" providerId="LiveId" clId="{F5815F26-0C10-4740-A790-40BC7F182C05}" dt="2025-10-16T06:20:20.642" v="436" actId="20577"/>
        <pc:sldMkLst>
          <pc:docMk/>
          <pc:sldMk cId="435301998" sldId="394"/>
        </pc:sldMkLst>
        <pc:spChg chg="mod">
          <ac:chgData name="Tomáš Bratina" userId="2033f5136aa55253" providerId="LiveId" clId="{F5815F26-0C10-4740-A790-40BC7F182C05}" dt="2025-10-16T06:20:20.642" v="436" actId="20577"/>
          <ac:spMkLst>
            <pc:docMk/>
            <pc:sldMk cId="435301998" sldId="394"/>
            <ac:spMk id="2" creationId="{1C804E13-DE0F-F097-905D-478FD2B4592A}"/>
          </ac:spMkLst>
        </pc:spChg>
        <pc:spChg chg="mod">
          <ac:chgData name="Tomáš Bratina" userId="2033f5136aa55253" providerId="LiveId" clId="{F5815F26-0C10-4740-A790-40BC7F182C05}" dt="2025-10-16T06:19:28.793" v="410"/>
          <ac:spMkLst>
            <pc:docMk/>
            <pc:sldMk cId="435301998" sldId="394"/>
            <ac:spMk id="3" creationId="{70D32898-6CD6-0F5C-B25D-B3C5E9D597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2CD35-2319-4CF3-90E6-F5100FEFE658}" type="datetimeFigureOut">
              <a:rPr lang="cs-CZ" smtClean="0"/>
              <a:t>16.10.2025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4BBB5-71FF-4EF6-9698-DA62D68F44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277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804/video/t-2404565(aktivitet:t-2404565)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1(aktivitet:t-2360134)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1(aktivitet:t-2360134)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5(aktivitet:t-2360134)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5(aktivitet:t-2360134)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1(aktivitet:t-2360134)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flervalg/t-2344979(aktivitet:t-2360134)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sant-usant/t-2346785(aktivitet:t-2360134)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pavei.cappelendamm.no/seksjon/t-2364670/leksjon/t-2360134/samling/t-2344665/sant-usant/t-2346785(aktivitet:t-2360134)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erikveland/445744100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yko18/14547746743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frenkieb/6050152101" TargetMode="External"/><Relationship Id="rId7" Type="http://schemas.openxmlformats.org/officeDocument/2006/relationships/hyperlink" Target="https://creativecommons.org/licenses/by-nc-nd/3.0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lickr.com/photos/garibaldi/240837927/" TargetMode="External"/><Relationship Id="rId5" Type="http://schemas.openxmlformats.org/officeDocument/2006/relationships/image" Target="../media/image8.jpg"/><Relationship Id="rId4" Type="http://schemas.openxmlformats.org/officeDocument/2006/relationships/hyperlink" Target="https://creativecommons.org/licenses/by-nc-sa/3.0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2447A4-976B-D5F2-1F46-B9C293B3C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377EF8A-C7FE-84C1-EDAF-6E46EBA27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16.10.202</a:t>
            </a:r>
            <a:r>
              <a:rPr lang="nb-NO" b="0" dirty="0"/>
              <a:t>5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390707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70A6FA-6680-F1BD-4E72-45DA560B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A1351B5-A6AC-9C46-0DED-62833348BF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________.</a:t>
            </a:r>
            <a:endParaRPr lang="cs-CZ" sz="3000" dirty="0"/>
          </a:p>
        </p:txBody>
      </p:sp>
      <p:pic>
        <p:nvPicPr>
          <p:cNvPr id="16" name="Zástupný obsah 15" descr="Pohled z vysokého úhlu na budovy ve městě">
            <a:extLst>
              <a:ext uri="{FF2B5EF4-FFF2-40B4-BE49-F238E27FC236}">
                <a16:creationId xmlns:a16="http://schemas.microsoft.com/office/drawing/2014/main" id="{04D21C8F-64FA-23B7-C7FE-5290A840A3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394000"/>
            <a:ext cx="5121275" cy="3414613"/>
          </a:xfrm>
        </p:spPr>
      </p:pic>
    </p:spTree>
    <p:extLst>
      <p:ext uri="{BB962C8B-B14F-4D97-AF65-F5344CB8AC3E}">
        <p14:creationId xmlns:p14="http://schemas.microsoft.com/office/powerpoint/2010/main" val="25403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2244-9761-7752-1F5A-8328E2E5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BA453B-6D79-EBB9-99AC-FECE6980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1BA3C55-8BFB-F413-67EB-D5AC9845D6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</a:t>
            </a:r>
            <a:r>
              <a:rPr lang="nb-NO" sz="3000" b="1" dirty="0"/>
              <a:t>en </a:t>
            </a:r>
            <a:r>
              <a:rPr lang="cs-CZ" sz="3000" b="1" dirty="0"/>
              <a:t>by</a:t>
            </a:r>
            <a:r>
              <a:rPr lang="nb-NO" sz="3000" dirty="0"/>
              <a:t>.</a:t>
            </a:r>
          </a:p>
          <a:p>
            <a:pPr marL="0" indent="0">
              <a:buNone/>
            </a:pPr>
            <a:r>
              <a:rPr lang="nb-NO" sz="3000" b="1" dirty="0"/>
              <a:t>Byen </a:t>
            </a:r>
            <a:r>
              <a:rPr lang="nb-NO" sz="3000" dirty="0"/>
              <a:t>er...</a:t>
            </a:r>
            <a:endParaRPr lang="cs-CZ" sz="3000" dirty="0"/>
          </a:p>
        </p:txBody>
      </p:sp>
      <p:pic>
        <p:nvPicPr>
          <p:cNvPr id="16" name="Zástupný obsah 15" descr="Pohled z vysokého úhlu na budovy ve městě">
            <a:extLst>
              <a:ext uri="{FF2B5EF4-FFF2-40B4-BE49-F238E27FC236}">
                <a16:creationId xmlns:a16="http://schemas.microsoft.com/office/drawing/2014/main" id="{730EF32A-3EAA-48C5-0EA9-974C08FC2E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394000"/>
            <a:ext cx="5121275" cy="3414613"/>
          </a:xfrm>
        </p:spPr>
      </p:pic>
    </p:spTree>
    <p:extLst>
      <p:ext uri="{BB962C8B-B14F-4D97-AF65-F5344CB8AC3E}">
        <p14:creationId xmlns:p14="http://schemas.microsoft.com/office/powerpoint/2010/main" val="147127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87FF-C22D-95A5-EA29-D7EF8497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D5BC42-CBA5-4A39-CDED-2E880B20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pic>
        <p:nvPicPr>
          <p:cNvPr id="5" name="Zástupný obsah 4" descr="Otevřít knihu s prázdnými stránkami">
            <a:extLst>
              <a:ext uri="{FF2B5EF4-FFF2-40B4-BE49-F238E27FC236}">
                <a16:creationId xmlns:a16="http://schemas.microsoft.com/office/drawing/2014/main" id="{4A5A65C5-2F37-A7BF-EAD1-B97CEAF40E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394445"/>
            <a:ext cx="5121275" cy="3413723"/>
          </a:xfr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0F595F-DAC0-170A-80CB-8328F22D3B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________.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212627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9804-BCA5-2932-1F38-7E5BC312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FF073A-FDD3-EAD1-A6B7-6CC80DCB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pic>
        <p:nvPicPr>
          <p:cNvPr id="5" name="Zástupný obsah 4" descr="Otevřít knihu s prázdnými stránkami">
            <a:extLst>
              <a:ext uri="{FF2B5EF4-FFF2-40B4-BE49-F238E27FC236}">
                <a16:creationId xmlns:a16="http://schemas.microsoft.com/office/drawing/2014/main" id="{220ABE51-7D82-3EAA-9B5C-A8B84470FA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394445"/>
            <a:ext cx="5121275" cy="3413723"/>
          </a:xfr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C00C860-42AD-BE40-B870-303C17CFAA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</a:t>
            </a:r>
            <a:r>
              <a:rPr lang="nb-NO" sz="3000" b="1" dirty="0"/>
              <a:t>ei bok</a:t>
            </a:r>
            <a:r>
              <a:rPr lang="nb-NO" sz="3000" dirty="0"/>
              <a:t>.</a:t>
            </a:r>
          </a:p>
          <a:p>
            <a:pPr marL="0" indent="0">
              <a:buNone/>
            </a:pPr>
            <a:r>
              <a:rPr lang="nb-NO" sz="3000" b="1" dirty="0"/>
              <a:t>Boka</a:t>
            </a:r>
            <a:r>
              <a:rPr lang="nb-NO" sz="3000" dirty="0"/>
              <a:t>/</a:t>
            </a:r>
            <a:r>
              <a:rPr lang="nb-NO" sz="3000" b="1" dirty="0"/>
              <a:t>Boken</a:t>
            </a:r>
            <a:r>
              <a:rPr lang="nb-NO" sz="3000" dirty="0"/>
              <a:t> heter...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263422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5925A-5BC5-B9C5-AF9B-AA02E205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FA9F24-D55B-23AD-6EFA-8194FF62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7AA0F7E-3D31-8ACD-08FE-52947B7AD9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________.</a:t>
            </a:r>
            <a:endParaRPr lang="cs-CZ" sz="3000" dirty="0"/>
          </a:p>
        </p:txBody>
      </p:sp>
      <p:pic>
        <p:nvPicPr>
          <p:cNvPr id="8" name="Zástupný obsah 7" descr="Obsah obrázku venku, obloha, strom, vládní budova&#10;&#10;Obsah generovaný pomocí AI může být nesprávný.">
            <a:extLst>
              <a:ext uri="{FF2B5EF4-FFF2-40B4-BE49-F238E27FC236}">
                <a16:creationId xmlns:a16="http://schemas.microsoft.com/office/drawing/2014/main" id="{6535835C-AC93-9A86-2D9B-C6C5B1C938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891626"/>
            <a:ext cx="5121275" cy="2419360"/>
          </a:xfrm>
        </p:spPr>
      </p:pic>
    </p:spTree>
    <p:extLst>
      <p:ext uri="{BB962C8B-B14F-4D97-AF65-F5344CB8AC3E}">
        <p14:creationId xmlns:p14="http://schemas.microsoft.com/office/powerpoint/2010/main" val="377359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3717-A358-4093-1B4D-16708EC94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C73CC6-E832-0DEF-8660-2BB1C016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det?</a:t>
            </a:r>
            <a:br>
              <a:rPr lang="nb-NO" dirty="0"/>
            </a:br>
            <a:r>
              <a:rPr lang="cs-CZ" sz="3500" b="0" dirty="0"/>
              <a:t>(Co to je?)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48DF414-A6FF-4EF3-2AF1-F614044E8D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sz="3000" dirty="0"/>
              <a:t>Det er </a:t>
            </a:r>
            <a:r>
              <a:rPr lang="nb-NO" sz="3000" b="1" dirty="0"/>
              <a:t>et universitet</a:t>
            </a:r>
            <a:r>
              <a:rPr lang="nb-NO" sz="3000" dirty="0"/>
              <a:t>.</a:t>
            </a:r>
          </a:p>
          <a:p>
            <a:pPr marL="0" indent="0">
              <a:buNone/>
            </a:pPr>
            <a:r>
              <a:rPr lang="nb-NO" sz="3000" b="1" dirty="0"/>
              <a:t>Universitetet</a:t>
            </a:r>
            <a:r>
              <a:rPr lang="cs-CZ" sz="3000" dirty="0"/>
              <a:t>*</a:t>
            </a:r>
            <a:r>
              <a:rPr lang="nb-NO" sz="3000" b="1" dirty="0"/>
              <a:t> </a:t>
            </a:r>
            <a:r>
              <a:rPr lang="nb-NO" sz="3000" dirty="0"/>
              <a:t>er...</a:t>
            </a:r>
          </a:p>
          <a:p>
            <a:pPr marL="0" indent="0">
              <a:buNone/>
            </a:pPr>
            <a:endParaRPr lang="nb-NO" sz="3000" dirty="0"/>
          </a:p>
          <a:p>
            <a:pPr marL="0" indent="0">
              <a:buNone/>
            </a:pPr>
            <a:r>
              <a:rPr lang="cs-CZ" sz="2500" dirty="0"/>
              <a:t>*Pozor! Koncové</a:t>
            </a:r>
            <a:r>
              <a:rPr lang="cs-CZ" sz="2500" i="1" dirty="0"/>
              <a:t> </a:t>
            </a:r>
            <a:r>
              <a:rPr lang="cs-CZ" sz="2500" b="1" i="1" dirty="0"/>
              <a:t>t</a:t>
            </a:r>
            <a:r>
              <a:rPr lang="cs-CZ" sz="2500" dirty="0"/>
              <a:t> se nevyslovuje! [ʉnivæʃi¹teːte]</a:t>
            </a:r>
          </a:p>
        </p:txBody>
      </p:sp>
      <p:pic>
        <p:nvPicPr>
          <p:cNvPr id="8" name="Zástupný obsah 7" descr="Obsah obrázku venku, obloha, strom, vládní budova&#10;&#10;Obsah generovaný pomocí AI může být nesprávný.">
            <a:extLst>
              <a:ext uri="{FF2B5EF4-FFF2-40B4-BE49-F238E27FC236}">
                <a16:creationId xmlns:a16="http://schemas.microsoft.com/office/drawing/2014/main" id="{1CE5CFEF-39E0-4C43-E1D0-A71ADDE18A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88" y="2891626"/>
            <a:ext cx="5121275" cy="2419360"/>
          </a:xfrm>
        </p:spPr>
      </p:pic>
    </p:spTree>
    <p:extLst>
      <p:ext uri="{BB962C8B-B14F-4D97-AF65-F5344CB8AC3E}">
        <p14:creationId xmlns:p14="http://schemas.microsoft.com/office/powerpoint/2010/main" val="232767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5AEA8-4C8B-4ACB-404C-82E82E77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6C17A24-B25F-6C66-40A9-ADEE375D7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52E1A4-5A8C-50E1-1F16-089CE902E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F4FB09-DE65-0A96-1B88-F4261BB3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5D16C2-5EAE-84FF-1C5B-3C26A447B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DA7191CF-4362-73A5-5BD9-2A3D61F0B39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19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F2B04-95EF-BDF7-8A19-C0F9E783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41FAB0-A7D0-DC50-2C1A-075D5BCC6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04CD6D-4068-EA4F-C3A2-7C8C9328C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3A2B88-9717-EC63-1D89-38D673569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B54718-BF84-2BE1-5194-56129E013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DECCC18B-F113-465C-9206-87A2526C16D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560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DA9DF-8BD3-D717-AA98-3C0DCA65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0E4A8C-DC1C-2F48-DBB8-64F029F5A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7C321-6507-4088-7D72-3F16C430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0DD042-6E88-556F-9263-783A37F5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A30E085-38F6-57A4-C7E0-561BC017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F574E0A4-5075-0662-C60A-57B1CC33D810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488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771CE-BBBE-8270-4D85-F586AB28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119256-F167-E00E-7FC6-85CF4F214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450CF5-C86A-9FF7-C406-E79690043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28D6A5-B97B-6417-B565-83B47430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DA9D73-6F43-08A3-EC70-C0BC6B01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A81A8C10-CB73-8921-F8AA-0D8B7D46EA97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13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07E79-BF4A-347C-DB99-E76BC7F7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F58F38-4F08-9085-CEC8-F5A8D6396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515B88-17D5-130C-2073-C2E8047E7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918DC3-8EA7-414F-F312-63891909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6C4FC7-43CB-0AC1-FFC9-0FE96756C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E29D02B7-A228-DF31-F3EA-EF18C569C27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9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832AD-4622-4F91-4B85-C11D9CC6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FA6ECA-6F10-FC45-2563-8C2057C67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E11A1D-8D97-C637-EA0E-7EA71A9F8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8E85672-C970-2DC1-5919-6ADBDFE5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2F53CD-DD01-29B8-A41C-10DFBE954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4DFE47CE-9AA7-5D44-C5F5-FA7457DD1719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53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4E5E9-0075-875A-0BC4-49C1DC2A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5F9BCC-FF4A-9E9F-C90E-96007EC4D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E4563B-9E62-DCF0-0CC4-3B8AA83BB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07B9661-A8DB-5F40-8637-0F10D0E1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E14FD3-FC69-CFE9-AA28-364EA9636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04D350F7-2310-F65E-E9BD-484F379D35A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06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65503-04CF-D8AC-B805-5889CDFF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1DA1FB-A4ED-57D1-85BE-2A9E70A51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84CD0E-BCFB-0279-3540-DE8B15791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334E2FA-C187-49FF-B47F-51856329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D837BB-1D46-64D0-DCEF-4E0AD828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6585511E-187A-08F0-3064-DB5708B5F73A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563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FB511-01EB-B1EB-E84E-3CD442FE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235371-85E2-E1A5-860E-BB4711A3C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E733D3-8C70-A650-F65E-4B4793AFF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64A565-4421-D428-C604-935385AA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2B89B0C-E778-4353-0E58-FEE2C2DDD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690D90D1-7888-9D78-B5ED-F7CD581F20EB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b-NO" sz="2200" b="1" noProof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24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022A2-7403-5852-9A9C-E8090A0E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C296-D11F-6575-CED9-9709A1906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1441E-BAE5-27E2-7294-F24198D49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DDD3CF-E774-DD96-74E5-51590BF8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0EF40B9-0792-917D-E038-3F84DB22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tabulku. Pracujte ve skupinách.</a:t>
            </a:r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83E49E45-BDF4-E5D8-393C-E6D4DCCC65F2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182907"/>
          <a:ext cx="8128000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608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C3D4BF-E514-3E9D-3832-8C943D92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Video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C4FB4E-CF1D-2D55-0998-D3EA12EB4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>
                <a:hlinkClick r:id="rId2"/>
              </a:rPr>
              <a:t>Pronomen. Objektsform.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nb-NO" b="1" dirty="0"/>
              <a:t>å spørre </a:t>
            </a:r>
            <a:r>
              <a:rPr lang="cs-CZ" dirty="0"/>
              <a:t>– ptát se</a:t>
            </a:r>
          </a:p>
          <a:p>
            <a:pPr marL="0" indent="0">
              <a:buNone/>
            </a:pPr>
            <a:r>
              <a:rPr lang="nb-NO" b="1" dirty="0"/>
              <a:t>Unnskyld</a:t>
            </a:r>
            <a:r>
              <a:rPr lang="cs-CZ" b="1" dirty="0"/>
              <a:t>.</a:t>
            </a:r>
            <a:r>
              <a:rPr lang="nb-NO" dirty="0"/>
              <a:t> – </a:t>
            </a:r>
            <a:r>
              <a:rPr lang="cs-CZ" dirty="0"/>
              <a:t>Pardon.</a:t>
            </a:r>
          </a:p>
          <a:p>
            <a:pPr marL="0" indent="0">
              <a:buNone/>
            </a:pPr>
            <a:r>
              <a:rPr lang="nb-NO" b="1" dirty="0"/>
              <a:t>å </a:t>
            </a:r>
            <a:r>
              <a:rPr lang="cs-CZ" b="1" dirty="0"/>
              <a:t>h</a:t>
            </a:r>
            <a:r>
              <a:rPr lang="nb-NO" b="1" dirty="0"/>
              <a:t>øre </a:t>
            </a:r>
            <a:r>
              <a:rPr lang="cs-CZ" dirty="0"/>
              <a:t>– slyšet</a:t>
            </a:r>
          </a:p>
          <a:p>
            <a:pPr marL="0" indent="0">
              <a:buNone/>
            </a:pPr>
            <a:endParaRPr lang="sk-SK" b="1" dirty="0"/>
          </a:p>
        </p:txBody>
      </p:sp>
    </p:spTree>
    <p:extLst>
      <p:ext uri="{BB962C8B-B14F-4D97-AF65-F5344CB8AC3E}">
        <p14:creationId xmlns:p14="http://schemas.microsoft.com/office/powerpoint/2010/main" val="2992780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914B1-DAFC-F522-1F0D-B3D41C1D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0C1DD7-6A4E-57E6-76A7-FB4F2B49A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85D7A-2E25-9A05-4472-C2FA0EC0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C6670E-95E9-787E-0E1C-DBE11974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F31F985-818E-4D57-0C94-63CD2AF43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__________ </a:t>
            </a:r>
            <a:r>
              <a:rPr lang="nb-NO" sz="3200" dirty="0">
                <a:solidFill>
                  <a:schemeClr val="accent1"/>
                </a:solidFill>
              </a:rPr>
              <a:t>(du)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__________ </a:t>
            </a:r>
            <a:r>
              <a:rPr lang="nb-NO" sz="3200" dirty="0">
                <a:solidFill>
                  <a:schemeClr val="accent1"/>
                </a:solidFill>
              </a:rPr>
              <a:t>(jeg)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__________ </a:t>
            </a:r>
            <a:r>
              <a:rPr lang="nb-NO" sz="3200" dirty="0">
                <a:solidFill>
                  <a:schemeClr val="accent1"/>
                </a:solidFill>
              </a:rPr>
              <a:t>(vi)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__________ </a:t>
            </a:r>
            <a:r>
              <a:rPr lang="nb-NO" sz="3200" dirty="0">
                <a:solidFill>
                  <a:schemeClr val="accent1"/>
                </a:solidFill>
              </a:rPr>
              <a:t>(de)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__________ </a:t>
            </a:r>
            <a:r>
              <a:rPr lang="nb-NO" sz="3200" dirty="0">
                <a:solidFill>
                  <a:schemeClr val="accent1"/>
                </a:solidFill>
              </a:rPr>
              <a:t>(hun)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986598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E8BBC-5E5E-A4AA-F593-3FF7FB4B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821BEA-682B-71CA-D578-0FC19A056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2D6AE-F8B0-98B1-D6B6-13CC55045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A980B9-BDA7-A4FC-B4DD-7932B90C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B1E78B-199C-C047-F899-C673BA065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__________ </a:t>
            </a:r>
            <a:r>
              <a:rPr lang="nb-NO" sz="3200" dirty="0">
                <a:solidFill>
                  <a:schemeClr val="accent1"/>
                </a:solidFill>
              </a:rPr>
              <a:t>(jeg)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__________ </a:t>
            </a:r>
            <a:r>
              <a:rPr lang="nb-NO" sz="3200" dirty="0">
                <a:solidFill>
                  <a:schemeClr val="accent1"/>
                </a:solidFill>
              </a:rPr>
              <a:t>(vi)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__________ </a:t>
            </a:r>
            <a:r>
              <a:rPr lang="nb-NO" sz="3200" dirty="0">
                <a:solidFill>
                  <a:schemeClr val="accent1"/>
                </a:solidFill>
              </a:rPr>
              <a:t>(de)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__________ </a:t>
            </a:r>
            <a:r>
              <a:rPr lang="nb-NO" sz="3200" dirty="0">
                <a:solidFill>
                  <a:schemeClr val="accent1"/>
                </a:solidFill>
              </a:rPr>
              <a:t>(hun)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572624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DFAF8-5C32-B690-26B5-ACC29F99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4F5AE3-3590-3F6C-8A29-B3DB4F4B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C599F3-0A63-B7A8-5F91-1E6488684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58BB95-B67B-90B4-CD93-AAADB602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95C62B-5EDD-3DE4-34A0-6D4D31DC8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__________ </a:t>
            </a:r>
            <a:r>
              <a:rPr lang="nb-NO" sz="3200" dirty="0">
                <a:solidFill>
                  <a:schemeClr val="accent1"/>
                </a:solidFill>
              </a:rPr>
              <a:t>(vi)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__________ </a:t>
            </a:r>
            <a:r>
              <a:rPr lang="nb-NO" sz="3200" dirty="0">
                <a:solidFill>
                  <a:schemeClr val="accent1"/>
                </a:solidFill>
              </a:rPr>
              <a:t>(de)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__________ </a:t>
            </a:r>
            <a:r>
              <a:rPr lang="nb-NO" sz="3200" dirty="0">
                <a:solidFill>
                  <a:schemeClr val="accent1"/>
                </a:solidFill>
              </a:rPr>
              <a:t>(hun)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646242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DDCEE-275C-2059-1766-07F633D9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167BE5-FB63-C63D-F953-D1E560143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90302-0A04-4C46-87F2-A64B13F83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E0A822E-96B7-BAD3-4513-102088B3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140604-AD58-5EC6-880C-D13E79E7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</a:t>
            </a:r>
            <a:r>
              <a:rPr lang="nb-NO" sz="3200" b="1" dirty="0">
                <a:solidFill>
                  <a:schemeClr val="accent1"/>
                </a:solidFill>
              </a:rPr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__________ </a:t>
            </a:r>
            <a:r>
              <a:rPr lang="nb-NO" sz="3200" dirty="0">
                <a:solidFill>
                  <a:schemeClr val="accent1"/>
                </a:solidFill>
              </a:rPr>
              <a:t>(de)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__________ </a:t>
            </a:r>
            <a:r>
              <a:rPr lang="nb-NO" sz="3200" dirty="0">
                <a:solidFill>
                  <a:schemeClr val="accent1"/>
                </a:solidFill>
              </a:rPr>
              <a:t>(hun)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597243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0E18E-DBF1-2445-088C-EF5AAEFA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61FA3F-97AC-ACC0-28A5-9EF8A9BBA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4AE8D2-EE82-7A80-C861-14FBC31ED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D426AD5-0B20-7638-877C-D10B2A1B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2B77C8C-4567-E069-4702-AB9AD97AB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</a:t>
            </a:r>
            <a:r>
              <a:rPr lang="nb-NO" sz="3200" b="1" dirty="0">
                <a:solidFill>
                  <a:schemeClr val="accent1"/>
                </a:solidFill>
              </a:rPr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</a:t>
            </a:r>
            <a:r>
              <a:rPr lang="nb-NO" sz="3200" b="1" dirty="0">
                <a:solidFill>
                  <a:schemeClr val="accent1"/>
                </a:solidFill>
              </a:rPr>
              <a:t>dem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__________ </a:t>
            </a:r>
            <a:r>
              <a:rPr lang="nb-NO" sz="3200" dirty="0">
                <a:solidFill>
                  <a:schemeClr val="accent1"/>
                </a:solidFill>
              </a:rPr>
              <a:t>(hun)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27451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3634C-07AF-9A72-EB9C-4E68DC89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3D7A7A-1E74-96C7-B37B-F0A8F01ED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23919-A4BB-3BE4-A070-454EE9B99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61AB59-68FE-9821-CFBB-A7AB6858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920480-D7F4-A070-AEF1-E7B876CA0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</a:t>
            </a:r>
            <a:r>
              <a:rPr lang="nb-NO" sz="3200" b="1" dirty="0">
                <a:solidFill>
                  <a:schemeClr val="accent1"/>
                </a:solidFill>
              </a:rPr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</a:t>
            </a:r>
            <a:r>
              <a:rPr lang="nb-NO" sz="3200" b="1" dirty="0">
                <a:solidFill>
                  <a:schemeClr val="accent1"/>
                </a:solidFill>
              </a:rPr>
              <a:t>dem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</a:t>
            </a:r>
            <a:r>
              <a:rPr lang="nb-NO" sz="3200" b="1" dirty="0">
                <a:solidFill>
                  <a:schemeClr val="accent1"/>
                </a:solidFill>
              </a:rPr>
              <a:t>henne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__________ </a:t>
            </a:r>
            <a:r>
              <a:rPr lang="nb-NO" sz="3200" dirty="0">
                <a:solidFill>
                  <a:schemeClr val="accent1"/>
                </a:solidFill>
              </a:rPr>
              <a:t>(dere)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955106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44091-ACED-C8BF-1F69-6ACFE744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FD20B9-29AC-BEC5-B2EB-A5616E46A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B35DE-A10D-2CAE-A34E-414CE34C8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D5F966F-5A8A-C252-5108-250EBE4E6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0BCB612-84A2-1877-56AD-B2185530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</a:t>
            </a:r>
            <a:r>
              <a:rPr lang="nb-NO" sz="3200" b="1" dirty="0">
                <a:solidFill>
                  <a:schemeClr val="accent1"/>
                </a:solidFill>
              </a:rPr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</a:t>
            </a:r>
            <a:r>
              <a:rPr lang="nb-NO" sz="3200" b="1" dirty="0">
                <a:solidFill>
                  <a:schemeClr val="accent1"/>
                </a:solidFill>
              </a:rPr>
              <a:t>dem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</a:t>
            </a:r>
            <a:r>
              <a:rPr lang="nb-NO" sz="3200" b="1" dirty="0">
                <a:solidFill>
                  <a:schemeClr val="accent1"/>
                </a:solidFill>
              </a:rPr>
              <a:t>henne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</a:t>
            </a:r>
            <a:r>
              <a:rPr lang="nb-NO" sz="3200" b="1" dirty="0">
                <a:solidFill>
                  <a:schemeClr val="accent1"/>
                </a:solidFill>
              </a:rPr>
              <a:t>dere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__________ </a:t>
            </a:r>
            <a:r>
              <a:rPr lang="nb-NO" sz="3200" dirty="0">
                <a:solidFill>
                  <a:schemeClr val="accent1"/>
                </a:solidFill>
              </a:rPr>
              <a:t>(han)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10151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3BE3F-4E4A-585A-28B1-B1CBEEF4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042F02-A3E6-4CE8-1995-23DF8E762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1A2BC5-9F30-8001-6B26-0C5C44E1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8D8499A-E4F9-9206-0906-81563587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4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59C19A-C848-C9A8-1558-C7246E6DE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287627"/>
            <a:ext cx="10755406" cy="543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Doplňte předmětné tvary zájmen.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Hyggelig å treffe </a:t>
            </a:r>
            <a:r>
              <a:rPr lang="nb-NO" sz="3200" b="1" dirty="0">
                <a:solidFill>
                  <a:schemeClr val="accent1"/>
                </a:solidFill>
              </a:rPr>
              <a:t>deg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hilser på </a:t>
            </a:r>
            <a:r>
              <a:rPr lang="nb-NO" sz="3200" b="1" dirty="0">
                <a:solidFill>
                  <a:schemeClr val="accent1"/>
                </a:solidFill>
              </a:rPr>
              <a:t>meg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 er ikke noe for </a:t>
            </a:r>
            <a:r>
              <a:rPr lang="nb-NO" sz="3200" b="1" dirty="0">
                <a:solidFill>
                  <a:schemeClr val="accent1"/>
                </a:solidFill>
              </a:rPr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treffer </a:t>
            </a:r>
            <a:r>
              <a:rPr lang="nb-NO" sz="3200" b="1" dirty="0">
                <a:solidFill>
                  <a:schemeClr val="accent1"/>
                </a:solidFill>
              </a:rPr>
              <a:t>dem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snakker med </a:t>
            </a:r>
            <a:r>
              <a:rPr lang="nb-NO" sz="3200" b="1" dirty="0">
                <a:solidFill>
                  <a:schemeClr val="accent1"/>
                </a:solidFill>
              </a:rPr>
              <a:t>henne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gleder seg til å treffe </a:t>
            </a:r>
            <a:r>
              <a:rPr lang="nb-NO" sz="3200" b="1" dirty="0">
                <a:solidFill>
                  <a:schemeClr val="accent1"/>
                </a:solidFill>
              </a:rPr>
              <a:t>dere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Liker du </a:t>
            </a:r>
            <a:r>
              <a:rPr lang="nb-NO" sz="3200" b="1" dirty="0">
                <a:solidFill>
                  <a:schemeClr val="accent1"/>
                </a:solidFill>
              </a:rPr>
              <a:t>han</a:t>
            </a:r>
            <a:r>
              <a:rPr lang="nb-NO" sz="3200" dirty="0">
                <a:solidFill>
                  <a:schemeClr val="accent1"/>
                </a:solidFill>
              </a:rPr>
              <a:t>/</a:t>
            </a:r>
            <a:r>
              <a:rPr lang="nb-NO" sz="3200" b="1" dirty="0">
                <a:solidFill>
                  <a:schemeClr val="accent1"/>
                </a:solidFill>
              </a:rPr>
              <a:t>ham</a:t>
            </a:r>
            <a:r>
              <a:rPr lang="nb-NO" sz="3200" dirty="0"/>
              <a:t>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143876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F4617C-280C-0C9C-043A-7D5A4413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Otázka bez tázacího zájmena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C77A06-914C-3F8F-D936-5BC491CB6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3200" noProof="0" dirty="0"/>
              <a:t>V otázkách bez tázacího zájmena stojí sloveso vždy na prvním místě:</a:t>
            </a:r>
            <a:endParaRPr lang="nb-NO" sz="3200" noProof="0" dirty="0"/>
          </a:p>
          <a:p>
            <a:pPr marL="0" indent="0" algn="just">
              <a:buNone/>
            </a:pPr>
            <a:endParaRPr lang="cs-CZ" sz="3200" noProof="0" dirty="0"/>
          </a:p>
          <a:p>
            <a:pPr lvl="1" algn="just"/>
            <a:r>
              <a:rPr lang="nb-NO" sz="3200" b="1" noProof="0" dirty="0"/>
              <a:t>Studerer du norsk?</a:t>
            </a:r>
            <a:r>
              <a:rPr lang="cs-CZ" sz="3200" noProof="0" dirty="0"/>
              <a:t> (Studuješ norštinu?)</a:t>
            </a:r>
          </a:p>
          <a:p>
            <a:pPr lvl="1" algn="just"/>
            <a:r>
              <a:rPr lang="nb-NO" sz="3200" b="1" noProof="0" dirty="0"/>
              <a:t>Liker du henne? </a:t>
            </a:r>
            <a:r>
              <a:rPr lang="cs-CZ" sz="3200" noProof="0" dirty="0"/>
              <a:t>(Máš ji rád?)</a:t>
            </a:r>
          </a:p>
          <a:p>
            <a:pPr lvl="1" algn="just"/>
            <a:r>
              <a:rPr lang="nb-NO" sz="3200" b="1" noProof="0" dirty="0"/>
              <a:t>Blir du med? </a:t>
            </a:r>
            <a:r>
              <a:rPr lang="cs-CZ" sz="3200" noProof="0" dirty="0"/>
              <a:t>(Přidáš se?)</a:t>
            </a:r>
          </a:p>
          <a:p>
            <a:pPr lvl="1" algn="just"/>
            <a:endParaRPr lang="cs-CZ" sz="3200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47280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EA1F-9105-3746-F528-7233C238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ED88AC-E695-45A7-1CDF-F1A2ABCB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Otázka bez tázacího zájmena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7B4BE1-922C-F0D2-FE39-1F07CF472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cs-CZ" sz="3200" noProof="0" dirty="0"/>
              <a:t>V otázkách bez tázacího zájmena stojí sloveso vždy na prvním místě:</a:t>
            </a:r>
            <a:endParaRPr lang="nb-NO" sz="3200" noProof="0" dirty="0"/>
          </a:p>
          <a:p>
            <a:pPr marL="0" indent="0" algn="just">
              <a:buNone/>
            </a:pPr>
            <a:endParaRPr lang="cs-CZ" sz="3200" noProof="0" dirty="0"/>
          </a:p>
          <a:p>
            <a:pPr lvl="1" algn="just"/>
            <a:r>
              <a:rPr lang="nb-NO" sz="3200" b="1" noProof="0" dirty="0"/>
              <a:t>Studerer du norsk?</a:t>
            </a:r>
            <a:r>
              <a:rPr lang="cs-CZ" sz="3200" noProof="0" dirty="0"/>
              <a:t> (Studuješ norštinu?)</a:t>
            </a:r>
          </a:p>
          <a:p>
            <a:pPr lvl="1" algn="just"/>
            <a:r>
              <a:rPr lang="nb-NO" sz="3200" b="1" noProof="0" dirty="0"/>
              <a:t>Liker du henne? </a:t>
            </a:r>
            <a:r>
              <a:rPr lang="cs-CZ" sz="3200" noProof="0" dirty="0"/>
              <a:t>(Máš ji rád?)</a:t>
            </a:r>
          </a:p>
          <a:p>
            <a:pPr lvl="1" algn="just"/>
            <a:r>
              <a:rPr lang="nb-NO" sz="3200" b="1" noProof="0" dirty="0"/>
              <a:t>Blir du med? </a:t>
            </a:r>
            <a:r>
              <a:rPr lang="cs-CZ" sz="3200" noProof="0" dirty="0"/>
              <a:t>(Přidáš se?)</a:t>
            </a:r>
          </a:p>
          <a:p>
            <a:pPr lvl="1" algn="just"/>
            <a:endParaRPr lang="cs-CZ" sz="3200" dirty="0"/>
          </a:p>
          <a:p>
            <a:pPr marL="457200" lvl="1" indent="0" algn="ctr">
              <a:buNone/>
            </a:pPr>
            <a:r>
              <a:rPr lang="nb-NO" sz="3200" noProof="0" dirty="0">
                <a:highlight>
                  <a:srgbClr val="FFFF00"/>
                </a:highlight>
              </a:rPr>
              <a:t>Ja/Nei.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878102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1CCA9-9866-67B6-BD14-1C9A850D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E59504-59CB-754D-7013-8199FC64D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914175-C0FE-CCBE-36D0-22718CBF3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D4ED54F-CB24-6638-1CF9-B1828B555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BE67E3A-AD1F-32EB-7A1C-D9A7D486A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586086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54438-43EC-56B5-70D8-37939EED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1544D1-EAAE-723F-E9E3-8E4E57A2B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9BFA12-D659-7A3E-D53E-5AB8C55D5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D79353-17C7-AE5C-6FEC-A9450B78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7648977-9FD5-2F0E-D3B0-2C93794A3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427266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07C72-D80B-A1A2-45E7-02F11BDF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5DDDFC-0A5B-A107-AE03-46A075AB7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B23D0-C4B6-091E-2E06-94562D69B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CEC1AF-C37C-7BCB-4757-B8FE0F8E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501323-CB19-4C24-B27B-A134133D1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 </a:t>
            </a:r>
            <a:r>
              <a:rPr lang="nb-NO" sz="3200" b="1" dirty="0">
                <a:solidFill>
                  <a:schemeClr val="accent1"/>
                </a:solidFill>
              </a:rPr>
              <a:t>Leser de ei bok?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899239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607FC-1284-B105-3C0A-62D6A705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C4F20D-3848-A2E7-BEFA-4C9CBE2F7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D9637-EBD5-484E-770D-9879D628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D025F1-D195-022B-65E9-3DF13017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3A7ADC-D68E-8456-3AA9-A952306DA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 </a:t>
            </a:r>
            <a:r>
              <a:rPr lang="nb-NO" sz="3200" b="1" dirty="0">
                <a:solidFill>
                  <a:schemeClr val="accent1"/>
                </a:solidFill>
              </a:rPr>
              <a:t>Leser de ei bok?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 </a:t>
            </a:r>
            <a:r>
              <a:rPr lang="nb-NO" sz="3200" b="1" dirty="0">
                <a:solidFill>
                  <a:schemeClr val="accent1"/>
                </a:solidFill>
              </a:rPr>
              <a:t>Blir hun med?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4097486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D58BB-28F8-0759-05BD-2CD6763E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F21646-FB3A-9B83-3E93-7BE5DC816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91E1F8-D201-F6FD-A1FC-247260C42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DAFC34-E3D7-A640-1547-40C0E3CD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C6AACA-DAD6-E5CC-C098-1BA9E344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 </a:t>
            </a:r>
            <a:r>
              <a:rPr lang="nb-NO" sz="3200" b="1" dirty="0">
                <a:solidFill>
                  <a:schemeClr val="accent1"/>
                </a:solidFill>
              </a:rPr>
              <a:t>Leser de ei bok?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 </a:t>
            </a:r>
            <a:r>
              <a:rPr lang="nb-NO" sz="3200" b="1" dirty="0">
                <a:solidFill>
                  <a:schemeClr val="accent1"/>
                </a:solidFill>
              </a:rPr>
              <a:t>Blir hun med?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 </a:t>
            </a:r>
            <a:r>
              <a:rPr lang="nb-NO" sz="3200" b="1" dirty="0">
                <a:solidFill>
                  <a:schemeClr val="accent1"/>
                </a:solidFill>
              </a:rPr>
              <a:t>Har han lyst til å gå på tur?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230024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6CF14-3DB4-29B1-488D-2FBC8D28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CDBE7A-99F9-4974-E078-F8D8FCA6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C3968-B708-B0BB-C31C-C3A6607AC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C34F102-815D-95A3-AF77-A1A8C37C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90B2FBB-8D01-1A8C-80EA-2BA5A8FA9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 </a:t>
            </a:r>
            <a:r>
              <a:rPr lang="nb-NO" sz="3200" b="1" dirty="0">
                <a:solidFill>
                  <a:schemeClr val="accent1"/>
                </a:solidFill>
              </a:rPr>
              <a:t>Leser de ei bok?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 </a:t>
            </a:r>
            <a:r>
              <a:rPr lang="nb-NO" sz="3200" b="1" dirty="0">
                <a:solidFill>
                  <a:schemeClr val="accent1"/>
                </a:solidFill>
              </a:rPr>
              <a:t>Blir hun med?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 </a:t>
            </a:r>
            <a:r>
              <a:rPr lang="nb-NO" sz="3200" b="1" dirty="0">
                <a:solidFill>
                  <a:schemeClr val="accent1"/>
                </a:solidFill>
              </a:rPr>
              <a:t>Har han lyst til å gå på tur?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 </a:t>
            </a:r>
            <a:r>
              <a:rPr lang="nb-NO" sz="3200" b="1" dirty="0">
                <a:solidFill>
                  <a:schemeClr val="accent1"/>
                </a:solidFill>
              </a:rPr>
              <a:t>Heter jeg Emil?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431321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CA444-7CBB-0D81-8C5B-16CCDCB6E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98B657-8404-79A3-0608-330A07F92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CE174B-6C91-8A03-8968-116B230E4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5F0809-3F20-1C56-5F61-C2A67649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5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8D8E0A1-99A7-8035-47E1-6FCD8053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cs-CZ" sz="3200" b="1" dirty="0"/>
              <a:t>Utvořte otázky.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går hjem. </a:t>
            </a:r>
            <a:r>
              <a:rPr lang="nb-NO" sz="3200" b="1" dirty="0">
                <a:solidFill>
                  <a:schemeClr val="accent1"/>
                </a:solidFill>
              </a:rPr>
              <a:t>Går jeg hjem?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leser ei bok. </a:t>
            </a:r>
            <a:r>
              <a:rPr lang="nb-NO" sz="3200" b="1" dirty="0">
                <a:solidFill>
                  <a:schemeClr val="accent1"/>
                </a:solidFill>
              </a:rPr>
              <a:t>Leser de ei bok?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blir med. </a:t>
            </a:r>
            <a:r>
              <a:rPr lang="nb-NO" sz="3200" b="1" dirty="0">
                <a:solidFill>
                  <a:schemeClr val="accent1"/>
                </a:solidFill>
              </a:rPr>
              <a:t>Blir hun med?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Han har lyst til å gå på tur. </a:t>
            </a:r>
            <a:r>
              <a:rPr lang="nb-NO" sz="3200" b="1" dirty="0">
                <a:solidFill>
                  <a:schemeClr val="accent1"/>
                </a:solidFill>
              </a:rPr>
              <a:t>Har han lyst til å gå på tur?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heter Emil. </a:t>
            </a:r>
            <a:r>
              <a:rPr lang="nb-NO" sz="3200" b="1" dirty="0">
                <a:solidFill>
                  <a:schemeClr val="accent1"/>
                </a:solidFill>
              </a:rPr>
              <a:t>Heter jeg Emil?</a:t>
            </a:r>
            <a:endParaRPr lang="nb-NO" sz="3200" dirty="0">
              <a:solidFill>
                <a:schemeClr val="accent1"/>
              </a:solidFill>
            </a:endParaRP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kommer fra Lillehammer. </a:t>
            </a:r>
            <a:r>
              <a:rPr lang="nb-NO" sz="3200" b="1" dirty="0">
                <a:solidFill>
                  <a:schemeClr val="accent1"/>
                </a:solidFill>
              </a:rPr>
              <a:t>Kommer jeg fra Lillehammer?</a:t>
            </a:r>
            <a:endParaRPr lang="cs-CZ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12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C8076-0E37-6FA1-C4FD-1415682B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E6D039-7B61-8716-35C2-68E14F26E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5527A-A282-992C-FFDD-06DB7EBD8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D133E1-BE09-16D5-3EE1-D0C7748F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9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CB9AA69-0BD8-BAC7-BB17-B87776A73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Jak se vyslovují tato slova?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leser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norsk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også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det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</a:t>
            </a:r>
          </a:p>
        </p:txBody>
      </p:sp>
    </p:spTree>
    <p:extLst>
      <p:ext uri="{BB962C8B-B14F-4D97-AF65-F5344CB8AC3E}">
        <p14:creationId xmlns:p14="http://schemas.microsoft.com/office/powerpoint/2010/main" val="1255539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0D838-9C17-62C7-E60E-0299B1A5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87F9B5-52AE-53ED-1090-623F77844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C248C-0764-81CA-0BFC-6208351EE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10B64D-A232-02DB-B58E-386ADE78B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10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3B89E-AB79-F2C7-B1A2-10E1CA76C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651299"/>
            <a:ext cx="11335753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sz="3200" b="1" dirty="0"/>
          </a:p>
          <a:p>
            <a:pPr marL="0" indent="0">
              <a:buNone/>
            </a:pPr>
            <a:r>
              <a:rPr lang="nb-NO" sz="3200" b="1" dirty="0"/>
              <a:t>Hva heter du?</a:t>
            </a:r>
          </a:p>
          <a:p>
            <a:pPr marL="0" indent="0">
              <a:buNone/>
            </a:pPr>
            <a:r>
              <a:rPr lang="nb-NO" sz="3200" b="1" dirty="0"/>
              <a:t>Hvordan staver du det? / Hvordan staves det?</a:t>
            </a: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980545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78D67-E982-54C1-E0BE-BCF481A4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4EDD3D-1AFD-A0FA-3586-6BC7D4DE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6D2A8E-2794-9FCA-25C3-DEC4069F8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F90792-2C6F-EE2B-E5DC-18A3BD47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10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34B0A6-E8AB-C45D-8962-27C145B95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651299"/>
            <a:ext cx="11335753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18202A1F-4741-0BD3-460C-2C3E7561F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715742"/>
              </p:ext>
            </p:extLst>
          </p:nvPr>
        </p:nvGraphicFramePr>
        <p:xfrm>
          <a:off x="1347264" y="1976152"/>
          <a:ext cx="9511805" cy="38283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9747">
                  <a:extLst>
                    <a:ext uri="{9D8B030D-6E8A-4147-A177-3AD203B41FA5}">
                      <a16:colId xmlns:a16="http://schemas.microsoft.com/office/drawing/2014/main" val="3418715282"/>
                    </a:ext>
                  </a:extLst>
                </a:gridCol>
                <a:gridCol w="847242">
                  <a:extLst>
                    <a:ext uri="{9D8B030D-6E8A-4147-A177-3AD203B41FA5}">
                      <a16:colId xmlns:a16="http://schemas.microsoft.com/office/drawing/2014/main" val="1036952652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07794172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2879461998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3944472453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4071972399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3449956557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3370859911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3470080819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3641696551"/>
                    </a:ext>
                  </a:extLst>
                </a:gridCol>
                <a:gridCol w="949747">
                  <a:extLst>
                    <a:ext uri="{9D8B030D-6E8A-4147-A177-3AD203B41FA5}">
                      <a16:colId xmlns:a16="http://schemas.microsoft.com/office/drawing/2014/main" val="2406831707"/>
                    </a:ext>
                  </a:extLst>
                </a:gridCol>
              </a:tblGrid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A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B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cs-CZ" sz="2500" b="1"/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C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D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E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F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G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H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I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J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052083"/>
                  </a:ext>
                </a:extLst>
              </a:tr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/ɑː/</a:t>
                      </a:r>
                    </a:p>
                  </a:txBody>
                  <a:tcPr marL="82301" marR="82301" marT="41150" marB="41150" anchor="ctr"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/beː/</a:t>
                      </a:r>
                    </a:p>
                  </a:txBody>
                  <a:tcPr marL="82301" marR="82301" marT="41150" marB="41150"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cs-CZ" sz="2500"/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/seː/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/deː/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/ef/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/geː/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/hoː/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/iː/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/jeː/</a:t>
                      </a:r>
                    </a:p>
                  </a:txBody>
                  <a:tcPr marL="82301" marR="82301" marT="41150" marB="41150" anchor="ctr"/>
                </a:tc>
                <a:extLst>
                  <a:ext uri="{0D108BD9-81ED-4DB2-BD59-A6C34878D82A}">
                    <a16:rowId xmlns:a16="http://schemas.microsoft.com/office/drawing/2014/main" val="3607138433"/>
                  </a:ext>
                </a:extLst>
              </a:tr>
              <a:tr h="329204">
                <a:tc gridSpan="11">
                  <a:txBody>
                    <a:bodyPr/>
                    <a:lstStyle/>
                    <a:p>
                      <a:pPr>
                        <a:buNone/>
                      </a:pPr>
                      <a:endParaRPr lang="cs-CZ" sz="2500" dirty="0"/>
                    </a:p>
                  </a:txBody>
                  <a:tcPr marL="82301" marR="82301" marT="41150" marB="41150" anchor="ctr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589242"/>
                  </a:ext>
                </a:extLst>
              </a:tr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K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L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M</a:t>
                      </a:r>
                      <a:endParaRPr lang="cs-CZ" sz="2500" b="1" dirty="0"/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M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N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O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P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Q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R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S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T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0499"/>
                  </a:ext>
                </a:extLst>
              </a:tr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</a:t>
                      </a:r>
                      <a:r>
                        <a:rPr lang="cs-CZ" sz="2500" dirty="0" err="1"/>
                        <a:t>ko</a:t>
                      </a:r>
                      <a:r>
                        <a:rPr lang="cs-CZ" sz="2500" dirty="0"/>
                        <a:t>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/el/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/em/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/em/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/en/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/uː/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/peː/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/kʉː/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/ær/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</a:t>
                      </a:r>
                      <a:r>
                        <a:rPr lang="cs-CZ" sz="2500" dirty="0" err="1"/>
                        <a:t>te</a:t>
                      </a:r>
                      <a:r>
                        <a:rPr lang="cs-CZ" sz="2500" dirty="0"/>
                        <a:t>ː/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795"/>
                  </a:ext>
                </a:extLst>
              </a:tr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 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 gridSpan="3"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 hMerge="1"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>
                  <a:txBody>
                    <a:bodyPr/>
                    <a:lstStyle/>
                    <a:p>
                      <a:endParaRPr lang="cs-CZ" sz="2500" dirty="0"/>
                    </a:p>
                  </a:txBody>
                  <a:tcPr marL="82301" marR="82301" marT="41150" marB="41150"/>
                </a:tc>
                <a:tc>
                  <a:txBody>
                    <a:bodyPr/>
                    <a:lstStyle/>
                    <a:p>
                      <a:endParaRPr lang="cs-CZ" sz="2500"/>
                    </a:p>
                  </a:txBody>
                  <a:tcPr marL="82301" marR="82301" marT="41150" marB="41150"/>
                </a:tc>
                <a:tc>
                  <a:txBody>
                    <a:bodyPr/>
                    <a:lstStyle/>
                    <a:p>
                      <a:endParaRPr lang="cs-CZ" sz="2500" dirty="0"/>
                    </a:p>
                  </a:txBody>
                  <a:tcPr marL="82301" marR="82301" marT="41150" marB="41150"/>
                </a:tc>
                <a:extLst>
                  <a:ext uri="{0D108BD9-81ED-4DB2-BD59-A6C34878D82A}">
                    <a16:rowId xmlns:a16="http://schemas.microsoft.com/office/drawing/2014/main" val="1638537731"/>
                  </a:ext>
                </a:extLst>
              </a:tr>
              <a:tr h="329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U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V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W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2500" b="1" dirty="0"/>
                        <a:t>W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X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Y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Z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Æ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/>
                        <a:t>Ø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b="1" dirty="0"/>
                        <a:t>Å</a:t>
                      </a:r>
                    </a:p>
                  </a:txBody>
                  <a:tcPr marL="82301" marR="82301" marT="41150" marB="41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998757"/>
                  </a:ext>
                </a:extLst>
              </a:tr>
              <a:tr h="57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/ʉː/</a:t>
                      </a:r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/veː/</a:t>
                      </a:r>
                    </a:p>
                  </a:txBody>
                  <a:tcPr marL="82301" marR="82301" marT="41150" marB="41150" anchor="ctr"/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</a:t>
                      </a:r>
                      <a:r>
                        <a:rPr lang="cs-CZ" sz="2500" baseline="30000" dirty="0"/>
                        <a:t>2</a:t>
                      </a:r>
                      <a:r>
                        <a:rPr lang="cs-CZ" sz="2500" dirty="0"/>
                        <a:t>dobeltˌveː/</a:t>
                      </a:r>
                    </a:p>
                  </a:txBody>
                  <a:tcPr marL="82301" marR="82301" marT="41150" marB="41150"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2500" dirty="0"/>
                        <a:t>/</a:t>
                      </a:r>
                      <a:r>
                        <a:rPr lang="cs-CZ" sz="2500" baseline="30000" dirty="0"/>
                        <a:t>2</a:t>
                      </a:r>
                      <a:r>
                        <a:rPr lang="cs-CZ" sz="2500" dirty="0"/>
                        <a:t>dobeltˌveː/</a:t>
                      </a:r>
                    </a:p>
                  </a:txBody>
                  <a:tcPr marL="82301" marR="82301" marT="41150" marB="4115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2301" marR="82301" marT="41150" marB="41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/eks/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/yː/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/set/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/>
                        <a:t>/æː/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/øː/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2500" dirty="0"/>
                        <a:t>/oː/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405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297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F0CB8-12C8-2E90-1AD4-0F42CD26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A803D-211C-D7F4-FA1C-7279A32C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68F95-6E57-08FE-A7E7-34B8EC581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87E1237-949D-73F2-8AD1-CBECED4DF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47C5E1-9DDB-0B8E-032F-DD839812D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Samanta Sandvei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Samantha Sandvåg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Samantha Sandvei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791568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4A99F-C34D-C1BE-577E-71F5F795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BC459E-80E0-44F2-87C5-F2A80EB8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C67F6A-08BB-4D61-346F-62C3C2B7B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AD765C-2344-6ADE-45E4-3F24B3ED5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A66162-FAD8-3E2D-C440-A9D23114B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Samanta Sandvei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Samantha Sandvåg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>
                <a:highlight>
                  <a:srgbClr val="FFFF00"/>
                </a:highlight>
              </a:rPr>
              <a:t>Samantha Sandvei</a:t>
            </a:r>
            <a:endParaRPr lang="cs-CZ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0183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82AF6-A431-42A0-7042-581293B4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B23176-ECD9-17AB-1A32-E301AC7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7C3753-A515-A89B-2A5B-5FB56E402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7FF10A7-715B-CE3E-D9FA-8DFEEECA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54596E5-AAE5-7F35-120B-4A394C191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Christian Dal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Kristian Dalen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Kristian Dal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92175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75290-1B7A-3BCB-EB29-BEA6B7F4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B83BFA-21E4-B9D8-B780-4C06FF82E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082FB-DEDD-2A4E-96A6-DB121C0B1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CABDDE0-BD60-912C-39EE-451AA02D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F49D15-EC2C-7D2A-99A3-A44EC57A8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Christian Dal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Kristian Dalen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>
                <a:highlight>
                  <a:srgbClr val="FFFF00"/>
                </a:highlight>
              </a:rPr>
              <a:t>Kristian Dal</a:t>
            </a:r>
            <a:endParaRPr lang="cs-CZ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9374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5B056-176B-213A-D64D-7DDC9296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68D0F1-D18D-DCDE-A09F-6BCD4023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475E4-ADF4-9E94-8F34-630C2D8AF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2B4E737-33E7-5103-26FC-E9278910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9CF7BC-AAB0-2E47-6901-B9AD865F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Elizabet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Elisabet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Elizabeth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8240108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FF7D0-E8D8-E2DD-0BA3-49AF858F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E3A53F-BB19-2F1A-DCA1-5A926A4D2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55C66B-534A-C2C6-AAC3-63CCB4898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C66E77-5D4A-537F-C9BC-45E8B162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080E468-98B8-EA04-6F2F-25815A23B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svar.</a:t>
            </a:r>
            <a:endParaRPr lang="nb-NO" sz="3200" b="1" dirty="0"/>
          </a:p>
          <a:p>
            <a:pPr marL="0" indent="0">
              <a:buNone/>
            </a:pPr>
            <a:r>
              <a:rPr lang="cs-CZ" sz="3200" b="1" dirty="0"/>
              <a:t>(Poslouchejte a vyberte správnou odpověď.)</a:t>
            </a:r>
          </a:p>
          <a:p>
            <a:pPr marL="0" indent="0">
              <a:buNone/>
            </a:pPr>
            <a:endParaRPr lang="nb-NO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Elizabet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/>
              <a:t>Elisabet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nb-NO" sz="3200" dirty="0">
                <a:highlight>
                  <a:srgbClr val="FFFF00"/>
                </a:highlight>
              </a:rPr>
              <a:t>Elizabeth</a:t>
            </a:r>
            <a:endParaRPr lang="cs-CZ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2992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9ECF0-0C08-4570-0B22-F170E2C0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5AA0B5-EB35-876F-77AA-0AD0F79E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3EC01B-E737-B872-E03F-C3A5D5AB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B72691-DFC0-FD01-32DB-3B1A1333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F560F64-A2E8-E588-9E65-6C496A07A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150467"/>
            <a:ext cx="10755406" cy="4922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eller galt.</a:t>
            </a:r>
            <a:endParaRPr lang="nb-NO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nb-NO" sz="3200" dirty="0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D3E390F1-D231-BF25-F777-B4F751AF6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048316"/>
              </p:ext>
            </p:extLst>
          </p:nvPr>
        </p:nvGraphicFramePr>
        <p:xfrm>
          <a:off x="788894" y="1950719"/>
          <a:ext cx="10755405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9795">
                  <a:extLst>
                    <a:ext uri="{9D8B030D-6E8A-4147-A177-3AD203B41FA5}">
                      <a16:colId xmlns:a16="http://schemas.microsoft.com/office/drawing/2014/main" val="2401773537"/>
                    </a:ext>
                  </a:extLst>
                </a:gridCol>
                <a:gridCol w="2206629">
                  <a:extLst>
                    <a:ext uri="{9D8B030D-6E8A-4147-A177-3AD203B41FA5}">
                      <a16:colId xmlns:a16="http://schemas.microsoft.com/office/drawing/2014/main" val="2475480540"/>
                    </a:ext>
                  </a:extLst>
                </a:gridCol>
                <a:gridCol w="1768981">
                  <a:extLst>
                    <a:ext uri="{9D8B030D-6E8A-4147-A177-3AD203B41FA5}">
                      <a16:colId xmlns:a16="http://schemas.microsoft.com/office/drawing/2014/main" val="3378820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Irina er journalist.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1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lærer.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84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fra Oslo.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12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fra Nigeria.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3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Pål er journalist.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111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er lærer.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4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bor i Oslo.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56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bor i Nigeria.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22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878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4D7CF-440E-737F-3C5B-8EBD7D0A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150390-54FC-E5F6-9E7D-C801273B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3D2B4-3D7C-51FD-9376-2BF021F7E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921283C-34A1-B95E-D897-3DA6A9EE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CA6FC2-D9E4-E17A-5B5C-D58B824BC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150467"/>
            <a:ext cx="10755406" cy="4922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>
                <a:hlinkClick r:id="rId2"/>
              </a:rPr>
              <a:t>Lytt og velg riktig eller galt.</a:t>
            </a:r>
            <a:endParaRPr lang="nb-NO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nb-NO" sz="3200" dirty="0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24D9294D-6612-CE35-67DD-5E58B7C16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25127"/>
              </p:ext>
            </p:extLst>
          </p:nvPr>
        </p:nvGraphicFramePr>
        <p:xfrm>
          <a:off x="788894" y="1950719"/>
          <a:ext cx="10755405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9795">
                  <a:extLst>
                    <a:ext uri="{9D8B030D-6E8A-4147-A177-3AD203B41FA5}">
                      <a16:colId xmlns:a16="http://schemas.microsoft.com/office/drawing/2014/main" val="2401773537"/>
                    </a:ext>
                  </a:extLst>
                </a:gridCol>
                <a:gridCol w="2206629">
                  <a:extLst>
                    <a:ext uri="{9D8B030D-6E8A-4147-A177-3AD203B41FA5}">
                      <a16:colId xmlns:a16="http://schemas.microsoft.com/office/drawing/2014/main" val="2475480540"/>
                    </a:ext>
                  </a:extLst>
                </a:gridCol>
                <a:gridCol w="1768981">
                  <a:extLst>
                    <a:ext uri="{9D8B030D-6E8A-4147-A177-3AD203B41FA5}">
                      <a16:colId xmlns:a16="http://schemas.microsoft.com/office/drawing/2014/main" val="3378820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Irina er journalist.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b="1" dirty="0"/>
                        <a:t>RIKTIG</a:t>
                      </a:r>
                      <a:endParaRPr lang="cs-CZ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1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lærer.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GALT</a:t>
                      </a:r>
                      <a:endParaRPr lang="cs-CZ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84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fra Oslo.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GALT</a:t>
                      </a:r>
                      <a:endParaRPr lang="cs-CZ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12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Hun er fra Nigeria.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RIKTIG</a:t>
                      </a:r>
                      <a:endParaRPr lang="cs-CZ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32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Pål er journalist.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GALT</a:t>
                      </a:r>
                      <a:endParaRPr lang="cs-CZ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111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er lærer.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RIKTIG</a:t>
                      </a:r>
                      <a:endParaRPr lang="cs-CZ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4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bor i Oslo.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RIKTIG</a:t>
                      </a:r>
                      <a:endParaRPr lang="cs-CZ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GALT</a:t>
                      </a:r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56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3200" dirty="0"/>
                        <a:t>Han bor i Nigeria.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dirty="0"/>
                        <a:t>RIKTIG</a:t>
                      </a:r>
                      <a:endParaRPr lang="cs-CZ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200" b="1" dirty="0"/>
                        <a:t>GALT</a:t>
                      </a:r>
                      <a:endParaRPr lang="cs-CZ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22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0463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D1351-5372-EBF8-5974-6DA884C7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85CB6E7-7304-75E3-EB5A-0936F8FAC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DE69E2-EA36-7E72-F1C2-A027A80A1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FC51693-70BC-1A4D-EAF2-8E71917C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055EEC-A1E2-F7D3-D77E-8EF07851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10198976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/>
              <a:t>Bryggen (Bergen)</a:t>
            </a:r>
          </a:p>
          <a:p>
            <a:pPr marL="0" indent="0">
              <a:buNone/>
            </a:pPr>
            <a:endParaRPr lang="nb-NO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5" name="Obrázok 4" descr="Obrázok, na ktorom je exteriér, voda, budova, nebo">
            <a:extLst>
              <a:ext uri="{FF2B5EF4-FFF2-40B4-BE49-F238E27FC236}">
                <a16:creationId xmlns:a16="http://schemas.microsoft.com/office/drawing/2014/main" id="{53665DFC-8490-2C44-31C3-DE5A1F7BD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19200" y="2640012"/>
            <a:ext cx="97536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54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8DD6C-B18E-36D0-1C44-001D2398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3BAE0C5-80F5-8148-8DED-88E93FC85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83DA73-E783-0F27-3F4F-A612CD10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52CFC20-98C9-4F5C-0340-5081D9817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A87008-7D7E-5EF4-41AC-4997D9FE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423447"/>
            <a:ext cx="10198976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/>
              <a:t>Geirangerfjorden a Nærøyfjorden</a:t>
            </a:r>
          </a:p>
          <a:p>
            <a:pPr marL="0" indent="0">
              <a:buNone/>
            </a:pPr>
            <a:endParaRPr lang="nb-NO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9" name="Obrázok 8" descr="Obrázok, na ktorom je oblak, krajina, exteriér, hora&#10;&#10;Automaticky generovaný popis">
            <a:extLst>
              <a:ext uri="{FF2B5EF4-FFF2-40B4-BE49-F238E27FC236}">
                <a16:creationId xmlns:a16="http://schemas.microsoft.com/office/drawing/2014/main" id="{8C16D46A-3F24-05D2-7433-44EFC6B4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8471" y="2093943"/>
            <a:ext cx="6530834" cy="4356000"/>
          </a:xfrm>
          <a:prstGeom prst="rect">
            <a:avLst/>
          </a:prstGeom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0A2125F5-9B91-CA93-CCDC-279C3F698439}"/>
              </a:ext>
            </a:extLst>
          </p:cNvPr>
          <p:cNvSpPr txBox="1"/>
          <p:nvPr/>
        </p:nvSpPr>
        <p:spPr>
          <a:xfrm>
            <a:off x="2442000" y="8853246"/>
            <a:ext cx="730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>
                <a:hlinkClick r:id="rId3" tooltip="https://www.flickr.com/photos/nyko18/14547746743"/>
              </a:rPr>
              <a:t>Táto fotografia</a:t>
            </a:r>
            <a:r>
              <a:rPr lang="sk-SK" sz="900"/>
              <a:t> od autora Neznámy autor, chránené licenciou </a:t>
            </a:r>
            <a:r>
              <a:rPr lang="sk-SK" sz="900">
                <a:hlinkClick r:id="rId4" tooltip="https://creativecommons.org/licenses/by-nc-sa/3.0/"/>
              </a:rPr>
              <a:t>CC BY-SA-NC</a:t>
            </a:r>
            <a:endParaRPr lang="sk-SK" sz="900"/>
          </a:p>
        </p:txBody>
      </p:sp>
    </p:spTree>
    <p:extLst>
      <p:ext uri="{BB962C8B-B14F-4D97-AF65-F5344CB8AC3E}">
        <p14:creationId xmlns:p14="http://schemas.microsoft.com/office/powerpoint/2010/main" val="34101924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7A0E7-F43F-435A-CD1A-5D2F37D3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373FE7E-FC5F-64AD-3421-0A557205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D16B1A-9704-70AD-91C5-B4AFFBEFB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A6ED0D-1BA8-9F5E-5B75-A446450C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0623CB7-456A-D191-9DD6-8EB12AFD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44937"/>
            <a:ext cx="10198976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/>
              <a:t>Røros</a:t>
            </a:r>
          </a:p>
          <a:p>
            <a:pPr marL="0" indent="0">
              <a:buNone/>
            </a:pPr>
            <a:endParaRPr lang="nb-NO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14" name="Obrázok 13" descr="Obrázok, na ktorom je exteriér, nebo, budova, strom&#10;&#10;Automaticky generovaný popis">
            <a:extLst>
              <a:ext uri="{FF2B5EF4-FFF2-40B4-BE49-F238E27FC236}">
                <a16:creationId xmlns:a16="http://schemas.microsoft.com/office/drawing/2014/main" id="{C440AED0-DBBC-19EC-443E-F12691D79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88" y="2545267"/>
            <a:ext cx="6720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BA420-28AB-10FA-96BE-E4CB1A77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FA47980-4197-1CF1-C42C-30932AAE7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3EA1C3-15FE-1C84-EE79-1A6197AA7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08AE111-89E7-30CF-1F79-7D0FD94E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A233218-987A-F224-A404-55F19C0B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423447"/>
            <a:ext cx="10198976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200" b="1" dirty="0"/>
              <a:t>Urnes stavkirke</a:t>
            </a:r>
          </a:p>
          <a:p>
            <a:pPr marL="0" indent="0">
              <a:buNone/>
            </a:pPr>
            <a:endParaRPr lang="nb-NO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8" name="Obrázok 7" descr="Obrázok, na ktorom je plastika, umenie, úľava, železo&#10;&#10;Automaticky generovaný popis">
            <a:extLst>
              <a:ext uri="{FF2B5EF4-FFF2-40B4-BE49-F238E27FC236}">
                <a16:creationId xmlns:a16="http://schemas.microsoft.com/office/drawing/2014/main" id="{C1F20E48-60E4-FBFC-6D82-2AC69CAF9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47188" y="2449901"/>
            <a:ext cx="5508000" cy="3770609"/>
          </a:xfrm>
          <a:prstGeom prst="rect">
            <a:avLst/>
          </a:prstGeo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F4FBA046-796B-50CC-FFA5-7B59F1136DFD}"/>
              </a:ext>
            </a:extLst>
          </p:cNvPr>
          <p:cNvSpPr txBox="1"/>
          <p:nvPr/>
        </p:nvSpPr>
        <p:spPr>
          <a:xfrm>
            <a:off x="6096000" y="8927761"/>
            <a:ext cx="550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>
                <a:hlinkClick r:id="rId3" tooltip="http://flickr.com/photos/frenkieb/6050152101"/>
              </a:rPr>
              <a:t>Táto fotografia</a:t>
            </a:r>
            <a:r>
              <a:rPr lang="sk-SK" sz="900"/>
              <a:t> od autora Neznámy autor, chránené licenciou </a:t>
            </a:r>
            <a:r>
              <a:rPr lang="sk-SK" sz="900">
                <a:hlinkClick r:id="rId4" tooltip="https://creativecommons.org/licenses/by-nc-sa/3.0/"/>
              </a:rPr>
              <a:t>CC BY-SA-NC</a:t>
            </a:r>
            <a:endParaRPr lang="sk-SK" sz="900"/>
          </a:p>
        </p:txBody>
      </p:sp>
      <p:pic>
        <p:nvPicPr>
          <p:cNvPr id="13" name="Obrázok 12" descr="Obrázok, na ktorom je exteriér, budova, tráva, nebo&#10;&#10;Automaticky generovaný popis">
            <a:extLst>
              <a:ext uri="{FF2B5EF4-FFF2-40B4-BE49-F238E27FC236}">
                <a16:creationId xmlns:a16="http://schemas.microsoft.com/office/drawing/2014/main" id="{F0CDAC73-098E-ED98-019E-A0868501FF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964335" y="2250769"/>
            <a:ext cx="3204000" cy="4168874"/>
          </a:xfrm>
          <a:prstGeom prst="rect">
            <a:avLst/>
          </a:prstGeom>
        </p:spPr>
      </p:pic>
      <p:sp>
        <p:nvSpPr>
          <p:cNvPr id="14" name="BlokTextu 13">
            <a:extLst>
              <a:ext uri="{FF2B5EF4-FFF2-40B4-BE49-F238E27FC236}">
                <a16:creationId xmlns:a16="http://schemas.microsoft.com/office/drawing/2014/main" id="{6567CD22-2C44-8C9C-F7D7-6CBEBE0C7026}"/>
              </a:ext>
            </a:extLst>
          </p:cNvPr>
          <p:cNvSpPr txBox="1"/>
          <p:nvPr/>
        </p:nvSpPr>
        <p:spPr>
          <a:xfrm>
            <a:off x="1964335" y="9108740"/>
            <a:ext cx="320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>
                <a:hlinkClick r:id="rId6" tooltip="http://www.flickr.com/photos/garibaldi/240837927/"/>
              </a:rPr>
              <a:t>Táto fotografia</a:t>
            </a:r>
            <a:r>
              <a:rPr lang="sk-SK" sz="900"/>
              <a:t> od autora Neznámy autor, chránené licenciou </a:t>
            </a:r>
            <a:r>
              <a:rPr lang="sk-SK" sz="900">
                <a:hlinkClick r:id="rId7" tooltip="https://creativecommons.org/licenses/by-nc-nd/3.0/"/>
              </a:rPr>
              <a:t>CC BY-NC-ND</a:t>
            </a:r>
            <a:endParaRPr lang="sk-SK" sz="900"/>
          </a:p>
        </p:txBody>
      </p:sp>
    </p:spTree>
    <p:extLst>
      <p:ext uri="{BB962C8B-B14F-4D97-AF65-F5344CB8AC3E}">
        <p14:creationId xmlns:p14="http://schemas.microsoft.com/office/powerpoint/2010/main" val="27961626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B27B9-0596-67BC-A500-C01099FF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A3C31FB-A1C0-AAEF-531A-BBC2E3FD3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89E7EB-83E4-FCE3-3F1F-76359CF86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CAB658-DBD6-5AF6-4F26-A96531FF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3B51BE-D0F6-4694-08D6-8FD6BB94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423447"/>
            <a:ext cx="10198976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Skalní rytiny v </a:t>
            </a:r>
            <a:r>
              <a:rPr lang="cs-CZ" sz="3200" b="1" dirty="0" err="1"/>
              <a:t>Altě</a:t>
            </a:r>
            <a:endParaRPr lang="cs-CZ" sz="3200" b="1" dirty="0"/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9" name="Obrázok 8" descr="Obrázok, na ktorom je exteriér, strom, príroda, hora&#10;&#10;Automaticky generovaný popis">
            <a:extLst>
              <a:ext uri="{FF2B5EF4-FFF2-40B4-BE49-F238E27FC236}">
                <a16:creationId xmlns:a16="http://schemas.microsoft.com/office/drawing/2014/main" id="{B516FE1F-3684-D4C1-A83B-5FD1011BD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628" y="2504805"/>
            <a:ext cx="1762125" cy="2590800"/>
          </a:xfrm>
          <a:prstGeom prst="rect">
            <a:avLst/>
          </a:prstGeom>
        </p:spPr>
      </p:pic>
      <p:pic>
        <p:nvPicPr>
          <p:cNvPr id="12" name="Obrázok 11" descr="Obrázok, na ktorom je rukopis, kresba, detské kresby, maľovanie&#10;&#10;Automaticky generovaný popis">
            <a:extLst>
              <a:ext uri="{FF2B5EF4-FFF2-40B4-BE49-F238E27FC236}">
                <a16:creationId xmlns:a16="http://schemas.microsoft.com/office/drawing/2014/main" id="{05CB0AAD-10AF-20AC-8899-A4CF26742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015" y="2146858"/>
            <a:ext cx="2476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19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C96C9-FBD9-0D52-9460-62A91203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4005083-1151-4AA0-B5A5-E5612B2B2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BE65408-78B3-B491-5D46-9CDB5DF7D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62" y="274320"/>
            <a:ext cx="10424162" cy="656217"/>
          </a:xfrm>
        </p:spPr>
        <p:txBody>
          <a:bodyPr anchor="ctr">
            <a:normAutofit/>
          </a:bodyPr>
          <a:lstStyle/>
          <a:p>
            <a:pPr algn="r"/>
            <a:r>
              <a:rPr lang="cs-CZ" sz="2800" dirty="0">
                <a:solidFill>
                  <a:srgbClr val="FFFFFF"/>
                </a:solidFill>
              </a:rPr>
              <a:t>Norsko a UNESCO</a:t>
            </a:r>
            <a:endParaRPr lang="cs-CZ" sz="2800">
              <a:solidFill>
                <a:srgbClr val="FFFFFF"/>
              </a:solidFill>
            </a:endParaRPr>
          </a:p>
        </p:txBody>
      </p:sp>
      <p:pic>
        <p:nvPicPr>
          <p:cNvPr id="6" name="Obrázok 5" descr="Obrázok, na ktorom je exteriér, socha, tráva, nebo&#10;&#10;Automaticky generovaný popis">
            <a:extLst>
              <a:ext uri="{FF2B5EF4-FFF2-40B4-BE49-F238E27FC236}">
                <a16:creationId xmlns:a16="http://schemas.microsoft.com/office/drawing/2014/main" id="{869BB5D5-5FE7-6AD7-9975-8BB3C3997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" r="1" b="5679"/>
          <a:stretch/>
        </p:blipFill>
        <p:spPr>
          <a:xfrm>
            <a:off x="1" y="1150467"/>
            <a:ext cx="4076699" cy="5707533"/>
          </a:xfrm>
          <a:prstGeom prst="rect">
            <a:avLst/>
          </a:prstGeom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0B7EEF7-CA7D-7DA0-9636-4A90BE618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1844937"/>
            <a:ext cx="6657190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/>
              <a:t>Struveho</a:t>
            </a:r>
            <a:r>
              <a:rPr lang="cs-CZ" sz="3200" b="1" dirty="0"/>
              <a:t> geodetický oblouk</a:t>
            </a:r>
          </a:p>
          <a:p>
            <a:pPr marL="0" indent="0">
              <a:buNone/>
            </a:pPr>
            <a:endParaRPr lang="cs-CZ" sz="3200" b="1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968915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C96C9-FBD9-0D52-9460-62A91203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4005083-1151-4AA0-B5A5-E5612B2B2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963C5B-C292-4B20-9EC4-89C35372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BE65408-78B3-B491-5D46-9CDB5DF7D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62" y="274320"/>
            <a:ext cx="10424162" cy="656217"/>
          </a:xfrm>
        </p:spPr>
        <p:txBody>
          <a:bodyPr anchor="ctr">
            <a:normAutofit/>
          </a:bodyPr>
          <a:lstStyle/>
          <a:p>
            <a:pPr algn="r"/>
            <a:r>
              <a:rPr lang="cs-CZ" sz="280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0B7EEF7-CA7D-7DA0-9636-4A90BE618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564" y="1424787"/>
            <a:ext cx="6657190" cy="4332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Souostroví Vega</a:t>
            </a: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5" name="Obrázek 4" descr="Obsah obrázku venku, voda, tráva, rostlina&#10;&#10;Popis byl vytvořen automaticky">
            <a:extLst>
              <a:ext uri="{FF2B5EF4-FFF2-40B4-BE49-F238E27FC236}">
                <a16:creationId xmlns:a16="http://schemas.microsoft.com/office/drawing/2014/main" id="{9B602539-8481-80CF-13E4-A8C80E8A8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0" y="2062077"/>
            <a:ext cx="7872000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33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172C6-2DB3-E3F1-1364-09366137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AF7D971-E136-C89F-B5F2-4A8D62D00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47E0E5-F435-ABB0-AB45-08E0CFDD8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768112-CF3B-D2B4-DAF6-53C0DCCF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1842"/>
            <a:ext cx="10712377" cy="872100"/>
          </a:xfrm>
        </p:spPr>
        <p:txBody>
          <a:bodyPr anchor="ctr">
            <a:normAutofit/>
          </a:bodyPr>
          <a:lstStyle/>
          <a:p>
            <a:r>
              <a:rPr lang="cs-CZ" sz="2800" dirty="0">
                <a:solidFill>
                  <a:srgbClr val="FFFFFF"/>
                </a:solidFill>
              </a:rPr>
              <a:t>Norsko a UNESCO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8856462-4264-35DC-9F8C-5D9E85A4D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423447"/>
            <a:ext cx="10198976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Hornické město </a:t>
            </a:r>
            <a:r>
              <a:rPr lang="cs-CZ" sz="3200" b="1" dirty="0" err="1"/>
              <a:t>Notodden</a:t>
            </a:r>
            <a:r>
              <a:rPr lang="cs-CZ" sz="3200" b="1" dirty="0"/>
              <a:t> a </a:t>
            </a:r>
            <a:r>
              <a:rPr lang="cs-CZ" sz="3200" b="1" dirty="0" err="1"/>
              <a:t>Rjukan</a:t>
            </a:r>
            <a:endParaRPr lang="cs-CZ" sz="3200" b="1" dirty="0"/>
          </a:p>
          <a:p>
            <a:pPr marL="0" indent="0">
              <a:buNone/>
            </a:pPr>
            <a:endParaRPr lang="cs-CZ" sz="3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cs-CZ" sz="3200" b="1" dirty="0"/>
          </a:p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pic>
        <p:nvPicPr>
          <p:cNvPr id="8" name="Obrázok 7" descr="Obrázok, na ktorom je strom, exteriér, budova, rastlina&#10;&#10;Automaticky generovaný popis">
            <a:extLst>
              <a:ext uri="{FF2B5EF4-FFF2-40B4-BE49-F238E27FC236}">
                <a16:creationId xmlns:a16="http://schemas.microsoft.com/office/drawing/2014/main" id="{33A1ACE3-51AD-8394-4AD3-B4774F126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9829"/>
            <a:ext cx="12192000" cy="41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94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50931-C182-4C45-8C07-FAA318B2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269267-0B8A-4500-B85B-51ABACB60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4DDBF-5FF4-0137-F4D6-D0645D84C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A5E1D36-7684-BE3C-91F5-0450B1A4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7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025EEC-68DA-6213-97DE-49156376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1651299"/>
            <a:ext cx="11081845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Na základě slovní zásoby z prvních dvou lekcí řeknete alespoň pět věcí, které děláte rádi (pokud je neděláte rádi, nevadí, něco si vymyslete). Pracujte ve skupinách.</a:t>
            </a:r>
          </a:p>
          <a:p>
            <a:pPr marL="0" indent="0">
              <a:buNone/>
            </a:pPr>
            <a:endParaRPr lang="cs-CZ" sz="3200" b="1" dirty="0"/>
          </a:p>
          <a:p>
            <a:pPr marL="0" indent="0" algn="ctr">
              <a:buNone/>
            </a:pPr>
            <a:r>
              <a:rPr lang="nb-NO" sz="3200" b="1" dirty="0">
                <a:solidFill>
                  <a:schemeClr val="accent1"/>
                </a:solidFill>
              </a:rPr>
              <a:t>Jeg liker…</a:t>
            </a:r>
            <a:endParaRPr lang="cs-CZ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503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813C7E-2B63-943F-848E-F2B2BC1B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Infinitivní částice „å“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A92E68-A710-D2FD-63FB-41AF8E1D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3200" dirty="0"/>
              <a:t>Infinitivní částici </a:t>
            </a:r>
            <a:r>
              <a:rPr lang="cs-CZ" sz="3200" b="1" i="1" dirty="0"/>
              <a:t>å</a:t>
            </a:r>
            <a:r>
              <a:rPr lang="cs-CZ" sz="3200" dirty="0"/>
              <a:t> [¹o] používáme před slovesem v infinitivu. K této situaci zpravidla dochází, když se ve větě současně objeví dvě slovesa – první z nich se časuje, zatímco druhé zůstává v infinitivu.</a:t>
            </a:r>
          </a:p>
          <a:p>
            <a:pPr marL="0" indent="0">
              <a:buNone/>
            </a:pPr>
            <a:endParaRPr lang="cs-CZ" sz="3200" dirty="0"/>
          </a:p>
          <a:p>
            <a:r>
              <a:rPr lang="cs-CZ" sz="3200" dirty="0" err="1"/>
              <a:t>Jeg</a:t>
            </a:r>
            <a:r>
              <a:rPr lang="cs-CZ" sz="3200" dirty="0"/>
              <a:t> </a:t>
            </a:r>
            <a:r>
              <a:rPr lang="cs-CZ" sz="3200" dirty="0" err="1"/>
              <a:t>liker</a:t>
            </a:r>
            <a:r>
              <a:rPr lang="cs-CZ" sz="3200" dirty="0"/>
              <a:t> </a:t>
            </a:r>
            <a:r>
              <a:rPr lang="cs-CZ" sz="3200" b="1" dirty="0"/>
              <a:t>å</a:t>
            </a:r>
            <a:r>
              <a:rPr lang="cs-CZ" sz="3200" dirty="0"/>
              <a:t> </a:t>
            </a:r>
            <a:r>
              <a:rPr lang="cs-CZ" sz="3200" dirty="0" err="1"/>
              <a:t>reise</a:t>
            </a:r>
            <a:r>
              <a:rPr lang="cs-CZ" sz="3200" dirty="0"/>
              <a:t>. (Rád cestuji.)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68952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59480-CC63-7EAD-4F66-92A9B382B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762448-E4FC-5594-299C-BCB9E9AC4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58C99C-3062-1D2A-8C67-84F7F22F3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27240A-0FF3-4442-A7F4-BA7F0FD2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  <a:r>
              <a:rPr lang="nb-NO" sz="3500" dirty="0">
                <a:solidFill>
                  <a:srgbClr val="FFFFFF"/>
                </a:solidFill>
              </a:rPr>
              <a:t>7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47DBD7-5613-0FD9-B007-6A1F38255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1651299"/>
            <a:ext cx="11081845" cy="4421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b="1" dirty="0"/>
              <a:t>Na základě slovní zásoby z prvních dvou lekcí řeknete alespoň pět věcí, které děláte rádi (pokud je neděláte rádi, nevadí, něco si vymyslete). Pracujte ve skupinách.</a:t>
            </a:r>
          </a:p>
          <a:p>
            <a:pPr marL="0" indent="0">
              <a:buNone/>
            </a:pPr>
            <a:endParaRPr lang="cs-CZ" sz="3200" b="1" dirty="0"/>
          </a:p>
          <a:p>
            <a:pPr marL="0" indent="0" algn="ctr">
              <a:buNone/>
            </a:pPr>
            <a:r>
              <a:rPr lang="nb-NO" sz="3200" b="1" dirty="0">
                <a:solidFill>
                  <a:schemeClr val="accent1"/>
                </a:solidFill>
              </a:rPr>
              <a:t>Jeg liker…</a:t>
            </a:r>
            <a:endParaRPr lang="cs-CZ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0825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F101BB-736F-657A-5275-35E99949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Záporná </a:t>
            </a:r>
            <a:r>
              <a:rPr lang="sk-SK" dirty="0" err="1"/>
              <a:t>částice</a:t>
            </a:r>
            <a:r>
              <a:rPr lang="sk-SK" dirty="0"/>
              <a:t> „</a:t>
            </a:r>
            <a:r>
              <a:rPr lang="sk-SK" dirty="0" err="1"/>
              <a:t>ikke</a:t>
            </a:r>
            <a:r>
              <a:rPr lang="sk-SK" dirty="0"/>
              <a:t>“</a:t>
            </a:r>
            <a:br>
              <a:rPr lang="sk-SK" dirty="0"/>
            </a:b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E46C5B-4B87-8A1B-6C84-DB9B31384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sk-SK" sz="3200" dirty="0"/>
              <a:t>Zápor </a:t>
            </a:r>
            <a:r>
              <a:rPr lang="sk-SK" sz="3200" dirty="0" err="1"/>
              <a:t>se</a:t>
            </a:r>
            <a:r>
              <a:rPr lang="sk-SK" sz="3200" dirty="0"/>
              <a:t> v </a:t>
            </a:r>
            <a:r>
              <a:rPr lang="sk-SK" sz="3200" dirty="0" err="1"/>
              <a:t>norštině</a:t>
            </a:r>
            <a:r>
              <a:rPr lang="sk-SK" sz="3200" dirty="0"/>
              <a:t> </a:t>
            </a:r>
            <a:r>
              <a:rPr lang="sk-SK" sz="3200" dirty="0" err="1"/>
              <a:t>vyjadřuje</a:t>
            </a:r>
            <a:r>
              <a:rPr lang="sk-SK" sz="3200" dirty="0"/>
              <a:t> </a:t>
            </a:r>
            <a:r>
              <a:rPr lang="sk-SK" sz="3200" dirty="0" err="1"/>
              <a:t>částicí</a:t>
            </a:r>
            <a:r>
              <a:rPr lang="sk-SK" sz="3200" dirty="0"/>
              <a:t> </a:t>
            </a:r>
            <a:r>
              <a:rPr lang="sk-SK" sz="3200" b="1" i="1" dirty="0" err="1"/>
              <a:t>ikke</a:t>
            </a:r>
            <a:r>
              <a:rPr lang="sk-SK" sz="3200" b="1" i="1" dirty="0"/>
              <a:t> </a:t>
            </a:r>
            <a:r>
              <a:rPr lang="sk-SK" sz="3200" dirty="0"/>
              <a:t>[²ik:e], </a:t>
            </a:r>
            <a:r>
              <a:rPr lang="sk-SK" sz="3200" dirty="0" err="1"/>
              <a:t>kterou</a:t>
            </a:r>
            <a:r>
              <a:rPr lang="sk-SK" sz="3200" dirty="0"/>
              <a:t> v oznamovacích </a:t>
            </a:r>
            <a:r>
              <a:rPr lang="sk-SK" sz="3200" dirty="0" err="1"/>
              <a:t>větách</a:t>
            </a:r>
            <a:r>
              <a:rPr lang="sk-SK" sz="3200" dirty="0"/>
              <a:t> </a:t>
            </a:r>
            <a:r>
              <a:rPr lang="sk-SK" sz="3200" dirty="0" err="1"/>
              <a:t>připojujeme</a:t>
            </a:r>
            <a:r>
              <a:rPr lang="sk-SK" sz="3200" dirty="0"/>
              <a:t> za časovaný tvar slovesa.</a:t>
            </a:r>
            <a:endParaRPr lang="nb-NO" sz="3200" dirty="0"/>
          </a:p>
          <a:p>
            <a:pPr marL="0" indent="0" algn="just">
              <a:buNone/>
            </a:pPr>
            <a:endParaRPr lang="nb-NO" sz="3200" dirty="0"/>
          </a:p>
          <a:p>
            <a:pPr algn="just"/>
            <a:r>
              <a:rPr lang="sk-SK" sz="3200" dirty="0" err="1"/>
              <a:t>Jeg</a:t>
            </a:r>
            <a:r>
              <a:rPr lang="sk-SK" sz="3200" dirty="0"/>
              <a:t> </a:t>
            </a:r>
            <a:r>
              <a:rPr lang="sk-SK" sz="3200" dirty="0" err="1"/>
              <a:t>studerer</a:t>
            </a:r>
            <a:r>
              <a:rPr lang="sk-SK" sz="3200" dirty="0"/>
              <a:t> </a:t>
            </a:r>
            <a:r>
              <a:rPr lang="sk-SK" sz="3200" b="1" dirty="0" err="1"/>
              <a:t>ikke</a:t>
            </a:r>
            <a:r>
              <a:rPr lang="sk-SK" sz="3200" dirty="0"/>
              <a:t> </a:t>
            </a:r>
            <a:r>
              <a:rPr lang="sk-SK" sz="3200" dirty="0" err="1"/>
              <a:t>journalistikk</a:t>
            </a:r>
            <a:r>
              <a:rPr lang="sk-SK" sz="3200" dirty="0"/>
              <a:t>. (</a:t>
            </a:r>
            <a:r>
              <a:rPr lang="sk-SK" sz="3200" dirty="0" err="1"/>
              <a:t>Nestuduji</a:t>
            </a:r>
            <a:r>
              <a:rPr lang="sk-SK" sz="3200" dirty="0"/>
              <a:t> žurnalistiku.)</a:t>
            </a:r>
            <a:endParaRPr lang="nb-NO" sz="3200" dirty="0"/>
          </a:p>
          <a:p>
            <a:pPr algn="just"/>
            <a:r>
              <a:rPr lang="nb-NO" sz="3200" dirty="0"/>
              <a:t>Vi kommer </a:t>
            </a:r>
            <a:r>
              <a:rPr lang="nb-NO" sz="3200" b="1" dirty="0"/>
              <a:t>ikke</a:t>
            </a:r>
            <a:r>
              <a:rPr lang="nb-NO" sz="3200" dirty="0"/>
              <a:t> fra Norge. (</a:t>
            </a:r>
            <a:r>
              <a:rPr lang="nb-NO" sz="3200" dirty="0" err="1"/>
              <a:t>Nepocházíme</a:t>
            </a:r>
            <a:r>
              <a:rPr lang="nb-NO" sz="3200" dirty="0"/>
              <a:t> z Norska.)</a:t>
            </a:r>
          </a:p>
          <a:p>
            <a:pPr algn="just"/>
            <a:r>
              <a:rPr lang="sk-SK" sz="3200" dirty="0" err="1"/>
              <a:t>Jeg</a:t>
            </a:r>
            <a:r>
              <a:rPr lang="sk-SK" sz="3200" dirty="0"/>
              <a:t> </a:t>
            </a:r>
            <a:r>
              <a:rPr lang="sk-SK" sz="3200" dirty="0" err="1"/>
              <a:t>vet</a:t>
            </a:r>
            <a:r>
              <a:rPr lang="sk-SK" sz="3200" dirty="0"/>
              <a:t> </a:t>
            </a:r>
            <a:r>
              <a:rPr lang="sk-SK" sz="3200" b="1" dirty="0" err="1"/>
              <a:t>ikke</a:t>
            </a:r>
            <a:r>
              <a:rPr lang="sk-SK" sz="3200" dirty="0"/>
              <a:t>. (</a:t>
            </a:r>
            <a:r>
              <a:rPr lang="sk-SK" sz="3200" dirty="0" err="1"/>
              <a:t>Nevím</a:t>
            </a:r>
            <a:r>
              <a:rPr lang="sk-SK" sz="3200" dirty="0"/>
              <a:t>.)</a:t>
            </a:r>
            <a:endParaRPr lang="nb-NO" sz="3200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0711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360D4-AEBE-8E1F-9749-D5175F97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BF7A22-F075-AD51-0DF8-17441ABA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Záporná </a:t>
            </a:r>
            <a:r>
              <a:rPr lang="sk-SK" dirty="0" err="1"/>
              <a:t>částice</a:t>
            </a:r>
            <a:r>
              <a:rPr lang="sk-SK" dirty="0"/>
              <a:t> „</a:t>
            </a:r>
            <a:r>
              <a:rPr lang="sk-SK" dirty="0" err="1"/>
              <a:t>ikke</a:t>
            </a:r>
            <a:r>
              <a:rPr lang="sk-SK" dirty="0"/>
              <a:t>“</a:t>
            </a:r>
            <a:br>
              <a:rPr lang="sk-SK" dirty="0"/>
            </a:b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183AB6-B65E-1D1B-5A50-7950DC188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0703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3200" dirty="0"/>
              <a:t>V </a:t>
            </a:r>
            <a:r>
              <a:rPr lang="sk-SK" sz="3200" dirty="0" err="1"/>
              <a:t>otázkách</a:t>
            </a:r>
            <a:r>
              <a:rPr lang="sk-SK" sz="3200" dirty="0"/>
              <a:t> (a </a:t>
            </a:r>
            <a:r>
              <a:rPr lang="sk-SK" sz="3200" dirty="0" err="1"/>
              <a:t>ve</a:t>
            </a:r>
            <a:r>
              <a:rPr lang="sk-SK" sz="3200" dirty="0"/>
              <a:t> </a:t>
            </a:r>
            <a:r>
              <a:rPr lang="sk-SK" sz="3200" dirty="0" err="1"/>
              <a:t>větách</a:t>
            </a:r>
            <a:r>
              <a:rPr lang="sk-SK" sz="3200" dirty="0"/>
              <a:t>, </a:t>
            </a:r>
            <a:r>
              <a:rPr lang="sk-SK" sz="3200" dirty="0" err="1"/>
              <a:t>které</a:t>
            </a:r>
            <a:r>
              <a:rPr lang="sk-SK" sz="3200" dirty="0"/>
              <a:t> </a:t>
            </a:r>
            <a:r>
              <a:rPr lang="sk-SK" sz="3200" dirty="0" err="1"/>
              <a:t>začínají</a:t>
            </a:r>
            <a:r>
              <a:rPr lang="sk-SK" sz="3200" dirty="0"/>
              <a:t> </a:t>
            </a:r>
            <a:r>
              <a:rPr lang="sk-SK" sz="3200" dirty="0" err="1"/>
              <a:t>jiným</a:t>
            </a:r>
            <a:r>
              <a:rPr lang="sk-SK" sz="3200" dirty="0"/>
              <a:t> </a:t>
            </a:r>
            <a:r>
              <a:rPr lang="sk-SK" sz="3200" dirty="0" err="1"/>
              <a:t>členem</a:t>
            </a:r>
            <a:r>
              <a:rPr lang="sk-SK" sz="3200" dirty="0"/>
              <a:t> než </a:t>
            </a:r>
            <a:r>
              <a:rPr lang="sk-SK" sz="3200" dirty="0" err="1"/>
              <a:t>podmětem</a:t>
            </a:r>
            <a:r>
              <a:rPr lang="sk-SK" sz="3200" dirty="0"/>
              <a:t>) </a:t>
            </a:r>
            <a:r>
              <a:rPr lang="sk-SK" sz="3200" dirty="0" err="1"/>
              <a:t>klademe</a:t>
            </a:r>
            <a:r>
              <a:rPr lang="sk-SK" sz="3200" b="1" i="1" dirty="0"/>
              <a:t> </a:t>
            </a:r>
            <a:r>
              <a:rPr lang="sk-SK" sz="3200" b="1" i="1" dirty="0" err="1"/>
              <a:t>ikke</a:t>
            </a:r>
            <a:r>
              <a:rPr lang="sk-SK" sz="3200" dirty="0"/>
              <a:t> až za </a:t>
            </a:r>
            <a:r>
              <a:rPr lang="sk-SK" sz="3200" dirty="0" err="1"/>
              <a:t>podmět</a:t>
            </a:r>
            <a:r>
              <a:rPr lang="sk-SK" sz="3200" dirty="0"/>
              <a:t>.</a:t>
            </a:r>
            <a:endParaRPr lang="nb-NO" sz="3200" dirty="0"/>
          </a:p>
          <a:p>
            <a:pPr marL="0" indent="0">
              <a:buNone/>
            </a:pPr>
            <a:endParaRPr lang="sk-SK" sz="3200" dirty="0"/>
          </a:p>
          <a:p>
            <a:r>
              <a:rPr lang="sk-SK" sz="3200" dirty="0" err="1"/>
              <a:t>Har</a:t>
            </a:r>
            <a:r>
              <a:rPr lang="sk-SK" sz="3200" dirty="0"/>
              <a:t> </a:t>
            </a:r>
            <a:r>
              <a:rPr lang="sk-SK" sz="3200" dirty="0" err="1"/>
              <a:t>du</a:t>
            </a:r>
            <a:r>
              <a:rPr lang="sk-SK" sz="3200" dirty="0"/>
              <a:t> </a:t>
            </a:r>
            <a:r>
              <a:rPr lang="sk-SK" sz="3200" b="1" dirty="0" err="1"/>
              <a:t>ikke</a:t>
            </a:r>
            <a:r>
              <a:rPr lang="sk-SK" sz="3200" dirty="0"/>
              <a:t> </a:t>
            </a:r>
            <a:r>
              <a:rPr lang="sk-SK" sz="3200" dirty="0" err="1"/>
              <a:t>lyst</a:t>
            </a:r>
            <a:r>
              <a:rPr lang="sk-SK" sz="3200" dirty="0"/>
              <a:t> </a:t>
            </a:r>
            <a:r>
              <a:rPr lang="sk-SK" sz="3200" dirty="0" err="1"/>
              <a:t>til</a:t>
            </a:r>
            <a:r>
              <a:rPr lang="sk-SK" sz="3200" dirty="0"/>
              <a:t> å </a:t>
            </a:r>
            <a:r>
              <a:rPr lang="sk-SK" sz="3200" dirty="0" err="1"/>
              <a:t>gå</a:t>
            </a:r>
            <a:r>
              <a:rPr lang="sk-SK" sz="3200" dirty="0"/>
              <a:t> </a:t>
            </a:r>
            <a:r>
              <a:rPr lang="sk-SK" sz="3200" dirty="0" err="1"/>
              <a:t>på</a:t>
            </a:r>
            <a:r>
              <a:rPr lang="sk-SK" sz="3200" dirty="0"/>
              <a:t> tur? (Nemáš chuť </a:t>
            </a:r>
            <a:r>
              <a:rPr lang="sk-SK" sz="3200" dirty="0" err="1"/>
              <a:t>jít</a:t>
            </a:r>
            <a:r>
              <a:rPr lang="sk-SK" sz="3200" dirty="0"/>
              <a:t> na výlet?)</a:t>
            </a:r>
          </a:p>
          <a:p>
            <a:r>
              <a:rPr lang="sk-SK" sz="3200" dirty="0" err="1"/>
              <a:t>På</a:t>
            </a:r>
            <a:r>
              <a:rPr lang="sk-SK" sz="3200" dirty="0"/>
              <a:t> </a:t>
            </a:r>
            <a:r>
              <a:rPr lang="sk-SK" sz="3200" dirty="0" err="1"/>
              <a:t>fredag</a:t>
            </a:r>
            <a:r>
              <a:rPr lang="sk-SK" sz="3200" dirty="0"/>
              <a:t> </a:t>
            </a:r>
            <a:r>
              <a:rPr lang="sk-SK" sz="3200" dirty="0" err="1"/>
              <a:t>slapper</a:t>
            </a:r>
            <a:r>
              <a:rPr lang="sk-SK" sz="3200" dirty="0"/>
              <a:t> </a:t>
            </a:r>
            <a:r>
              <a:rPr lang="sk-SK" sz="3200" dirty="0" err="1"/>
              <a:t>hun</a:t>
            </a:r>
            <a:r>
              <a:rPr lang="sk-SK" sz="3200" dirty="0"/>
              <a:t> </a:t>
            </a:r>
            <a:r>
              <a:rPr lang="sk-SK" sz="3200" b="1" dirty="0" err="1"/>
              <a:t>ikke</a:t>
            </a:r>
            <a:r>
              <a:rPr lang="sk-SK" sz="3200" dirty="0"/>
              <a:t> </a:t>
            </a:r>
            <a:r>
              <a:rPr lang="sk-SK" sz="3200" dirty="0" err="1"/>
              <a:t>av</a:t>
            </a:r>
            <a:r>
              <a:rPr lang="sk-SK" sz="3200" dirty="0"/>
              <a:t>. (V </a:t>
            </a:r>
            <a:r>
              <a:rPr lang="sk-SK" sz="3200" dirty="0" err="1"/>
              <a:t>pátek</a:t>
            </a:r>
            <a:r>
              <a:rPr lang="sk-SK" sz="3200" dirty="0"/>
              <a:t> </a:t>
            </a:r>
            <a:r>
              <a:rPr lang="sk-SK" sz="3200" dirty="0" err="1"/>
              <a:t>neodpočívá</a:t>
            </a:r>
            <a:r>
              <a:rPr lang="sk-SK" sz="3200" dirty="0"/>
              <a:t>.)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647835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C004-DE9A-A01B-E380-EA0C2638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79B7B9-24F3-32FD-C0F5-6266EA3F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Záporná </a:t>
            </a:r>
            <a:r>
              <a:rPr lang="sk-SK" dirty="0" err="1"/>
              <a:t>částice</a:t>
            </a:r>
            <a:r>
              <a:rPr lang="sk-SK" dirty="0"/>
              <a:t> „</a:t>
            </a:r>
            <a:r>
              <a:rPr lang="sk-SK" dirty="0" err="1"/>
              <a:t>ikke</a:t>
            </a:r>
            <a:r>
              <a:rPr lang="sk-SK" dirty="0"/>
              <a:t>“</a:t>
            </a:r>
            <a:br>
              <a:rPr lang="sk-SK" dirty="0"/>
            </a:b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04F9BAB-0006-A183-3EDE-CAE83E14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10707034" cy="41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sz="3200" b="1" dirty="0"/>
          </a:p>
          <a:p>
            <a:pPr marL="0" indent="0" algn="ctr">
              <a:buNone/>
            </a:pPr>
            <a:r>
              <a:rPr lang="sk-SK" sz="3200" b="1" dirty="0" err="1"/>
              <a:t>Norská</a:t>
            </a:r>
            <a:r>
              <a:rPr lang="sk-SK" sz="3200" b="1" dirty="0"/>
              <a:t> </a:t>
            </a:r>
            <a:r>
              <a:rPr lang="sk-SK" sz="3200" b="1" dirty="0" err="1"/>
              <a:t>věta</a:t>
            </a:r>
            <a:r>
              <a:rPr lang="sk-SK" sz="3200" b="1" dirty="0"/>
              <a:t> </a:t>
            </a:r>
            <a:r>
              <a:rPr lang="sk-SK" sz="3200" b="1" dirty="0" err="1"/>
              <a:t>smí</a:t>
            </a:r>
            <a:r>
              <a:rPr lang="sk-SK" sz="3200" b="1" dirty="0"/>
              <a:t> </a:t>
            </a:r>
            <a:r>
              <a:rPr lang="sk-SK" sz="3200" b="1" dirty="0" err="1"/>
              <a:t>obsahovat</a:t>
            </a:r>
            <a:r>
              <a:rPr lang="sk-SK" sz="3200" b="1" dirty="0"/>
              <a:t> jen </a:t>
            </a:r>
            <a:r>
              <a:rPr lang="sk-SK" sz="3200" b="1" u="sng" dirty="0"/>
              <a:t>jeden</a:t>
            </a:r>
            <a:r>
              <a:rPr lang="sk-SK" sz="3200" b="1" dirty="0"/>
              <a:t> zápor.</a:t>
            </a:r>
            <a:endParaRPr lang="nb-NO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259497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D5E40-CAF2-C38A-8B73-EF480F2C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C86B94-2810-C6ED-EBFA-78A984E79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B1CED6-2E4B-6F47-C31D-5AF6541BD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C98D6B-9CA8-8FBE-2A6A-486FEF53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D681215-E3AC-21AA-F2E0-ECBE1172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1368330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29AEA-DABC-20DF-C63B-FC46E328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3B142C-34C9-B366-CD52-1FE9DBA6A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48638A-C0B2-314D-5369-421C5AFA6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747C55C-ED6C-FBB8-11A2-444EC421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13A060-54A3-05BD-4C8D-1C9DCE89D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7181437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52FE6-AD58-1A70-E4BB-4335FB01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A92E95-6963-8CF8-FAE0-8F9C08555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E27333-3F10-3A15-EC0F-CF5C56E43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551B65A-CA99-115B-B3BE-5098D6C05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0236D62-00A8-F626-FFF9-A93E881D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244439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0079C-F103-D009-D903-CAFD322D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A2E317-585D-7B7F-3FD1-BA10ABB3B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60FDB5-39E6-4D35-2381-00177B813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8C4244-3EAD-6648-F94B-9269F671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09E91B-0D94-24B6-356F-930B02C1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</a:t>
            </a:r>
            <a:r>
              <a:rPr lang="nb-NO" sz="3200" b="1" dirty="0"/>
              <a:t>ikke </a:t>
            </a:r>
            <a:r>
              <a:rPr lang="nb-NO" sz="3200" dirty="0"/>
              <a:t>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6594407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5A12B-0F24-619D-357A-8BFE67FF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DA78FA-6159-E500-5260-0CE2FA6D6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7B0CF-0663-8780-3E23-F8E6AA4AB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A413C23-1235-D876-C098-03977A1C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430205-6ED3-2DE7-9C42-11EC0FAA8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</a:t>
            </a:r>
            <a:r>
              <a:rPr lang="nb-NO" sz="3200" b="1" dirty="0"/>
              <a:t>ikke </a:t>
            </a:r>
            <a:r>
              <a:rPr lang="nb-NO" sz="3200" dirty="0"/>
              <a:t>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</a:t>
            </a:r>
            <a:r>
              <a:rPr lang="nb-NO" sz="3200" b="1" dirty="0"/>
              <a:t>ikke </a:t>
            </a:r>
            <a:r>
              <a:rPr lang="nb-NO" sz="3200" dirty="0"/>
              <a:t>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3580192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F8040-D93B-5FBF-D4F9-3E3CA6E7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FEC96E-8990-AC02-F9E6-04B9FCBB2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5C389-2612-6B55-05A7-08DF1DD9A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DC752A3-D111-53C7-9DA9-6B8474D9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3193827-6C7D-03B6-8CF0-9FAA50CC9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</a:t>
            </a:r>
            <a:r>
              <a:rPr lang="nb-NO" sz="3200" b="1" dirty="0"/>
              <a:t>ikke </a:t>
            </a:r>
            <a:r>
              <a:rPr lang="nb-NO" sz="3200" dirty="0"/>
              <a:t>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</a:t>
            </a:r>
            <a:r>
              <a:rPr lang="nb-NO" sz="3200" b="1" dirty="0"/>
              <a:t>ikke </a:t>
            </a:r>
            <a:r>
              <a:rPr lang="nb-NO" sz="3200" dirty="0"/>
              <a:t>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</a:t>
            </a:r>
            <a:r>
              <a:rPr lang="nb-NO" sz="3200" b="1" dirty="0"/>
              <a:t>ikke </a:t>
            </a:r>
            <a:r>
              <a:rPr lang="nb-NO" sz="3200" dirty="0"/>
              <a:t>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5720724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45477-EE0C-C074-070D-82649F55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1C0B8A-8E1E-3650-CAA5-DACC9E2A5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B9686F-8E1B-B8F2-534C-960B07A79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8F1882A-5AFF-CBA4-07CF-65234519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ADA667-845F-C9EC-0E84-30A45443E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</a:t>
            </a:r>
            <a:r>
              <a:rPr lang="nb-NO" sz="3200" b="1" dirty="0"/>
              <a:t>ikke </a:t>
            </a:r>
            <a:r>
              <a:rPr lang="nb-NO" sz="3200" dirty="0"/>
              <a:t>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</a:t>
            </a:r>
            <a:r>
              <a:rPr lang="nb-NO" sz="3200" b="1" dirty="0"/>
              <a:t>ikke </a:t>
            </a:r>
            <a:r>
              <a:rPr lang="nb-NO" sz="3200" dirty="0"/>
              <a:t>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</a:t>
            </a:r>
            <a:r>
              <a:rPr lang="nb-NO" sz="3200" b="1" dirty="0"/>
              <a:t>ikke </a:t>
            </a:r>
            <a:r>
              <a:rPr lang="nb-NO" sz="3200" dirty="0"/>
              <a:t>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</a:t>
            </a:r>
            <a:r>
              <a:rPr lang="nb-NO" sz="3200" b="1" dirty="0"/>
              <a:t>ikke </a:t>
            </a:r>
            <a:r>
              <a:rPr lang="nb-NO" sz="3200" dirty="0"/>
              <a:t>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071348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75045-01C5-82F2-3D86-D639DFA7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6E19FE-8D36-03A6-C009-9B22758DE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5C773-1F1C-07E2-69B5-6C230AFCD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804E13-DE0F-F097-905D-478FD2B4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0D32898-6CD6-0F5C-B25D-B3C5E9D5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sz="3200" b="1" dirty="0"/>
              <a:t>Doplňte do následujících vět zápornou částici </a:t>
            </a:r>
            <a:r>
              <a:rPr lang="cs-CZ" sz="3200" b="1" i="1" dirty="0" err="1">
                <a:solidFill>
                  <a:schemeClr val="accent1"/>
                </a:solidFill>
              </a:rPr>
              <a:t>ikke</a:t>
            </a:r>
            <a:r>
              <a:rPr lang="cs-CZ" sz="3200" b="1" dirty="0"/>
              <a:t>.</a:t>
            </a: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kommer </a:t>
            </a:r>
            <a:r>
              <a:rPr lang="nb-NO" sz="3200" b="1" dirty="0"/>
              <a:t>ikke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Heter han </a:t>
            </a:r>
            <a:r>
              <a:rPr lang="nb-NO" sz="3200" b="1" dirty="0"/>
              <a:t>ikke </a:t>
            </a:r>
            <a:r>
              <a:rPr lang="nb-NO" sz="3200" dirty="0"/>
              <a:t>Olav?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er </a:t>
            </a:r>
            <a:r>
              <a:rPr lang="nb-NO" sz="3200" b="1" dirty="0"/>
              <a:t>ikke </a:t>
            </a:r>
            <a:r>
              <a:rPr lang="nb-NO" sz="3200" dirty="0"/>
              <a:t>på vei hjem.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Hun liker </a:t>
            </a:r>
            <a:r>
              <a:rPr lang="nb-NO" sz="3200" b="1" dirty="0"/>
              <a:t>ikke </a:t>
            </a:r>
            <a:r>
              <a:rPr lang="nb-NO" sz="3200" dirty="0"/>
              <a:t>å jogge.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Snakker du </a:t>
            </a:r>
            <a:r>
              <a:rPr lang="nb-NO" sz="3200" b="1" dirty="0"/>
              <a:t>ikke </a:t>
            </a:r>
            <a:r>
              <a:rPr lang="nb-NO" sz="3200" dirty="0"/>
              <a:t>norsk?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Jeg kommer </a:t>
            </a:r>
            <a:r>
              <a:rPr lang="nb-NO" sz="3200" b="1" dirty="0"/>
              <a:t>ikke </a:t>
            </a:r>
            <a:r>
              <a:rPr lang="nb-NO" sz="3200" dirty="0"/>
              <a:t>fra Tsjekkia.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 startAt="6"/>
            </a:pPr>
            <a:r>
              <a:rPr lang="nb-NO" sz="3200" dirty="0"/>
              <a:t>Der lærer jeg </a:t>
            </a:r>
            <a:r>
              <a:rPr lang="nb-NO" sz="3200" b="1" dirty="0"/>
              <a:t>ikke </a:t>
            </a:r>
            <a:r>
              <a:rPr lang="nb-NO" sz="3200" dirty="0"/>
              <a:t>mye.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435301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1A5CB-04BA-F133-B165-6E9519B2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CDDFFB0-721F-4A15-8F27-1B8597D52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D74D7D-5575-37C5-4D24-C400DFD6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80050B-7F5B-883D-8DFE-0ED0CB9C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 descr="Obrázok, na ktorom je animák, kresba, kreslený obrázok, animovaná rozprávka&#10;&#10;Automaticky generovaný popis">
            <a:extLst>
              <a:ext uri="{FF2B5EF4-FFF2-40B4-BE49-F238E27FC236}">
                <a16:creationId xmlns:a16="http://schemas.microsoft.com/office/drawing/2014/main" id="{3870250C-65E4-5BB7-7D5C-1863FFD6B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0" r="15386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2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F2D83-12D5-0D9E-4151-E3819E1D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937BF68-1A26-7989-CBDC-85C3A435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0F65B75-E169-D53E-3CB9-C3A0E8AA3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02326DD-A2E4-E973-5B50-AA3AE0B3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 descr="Obrázok, na ktorom je animák, kresba, kreslený obrázok, animovaná rozprávka&#10;&#10;Automaticky generovaný popis">
            <a:extLst>
              <a:ext uri="{FF2B5EF4-FFF2-40B4-BE49-F238E27FC236}">
                <a16:creationId xmlns:a16="http://schemas.microsoft.com/office/drawing/2014/main" id="{5D76CB1A-828D-0C0A-6F65-ADB27BD94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0" r="15386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70D66079-E440-7DCE-F76D-D5349D78ED4D}"/>
              </a:ext>
            </a:extLst>
          </p:cNvPr>
          <p:cNvSpPr txBox="1"/>
          <p:nvPr/>
        </p:nvSpPr>
        <p:spPr>
          <a:xfrm>
            <a:off x="647700" y="2993731"/>
            <a:ext cx="383630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Han leser ei bok.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41619331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78E77-E320-58A9-5887-624F7D44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D16E0F-DCD4-AEF6-39FD-81BACE4AF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FE53F8-F2BA-36E8-A807-BA0B85E2D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FAE3DB0-B149-EF83-CCF3-04E98E431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F55693E1-F68A-E7CC-188F-659B726CE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721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FE3F0-8CDE-12DE-BE23-7FCF8637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6E7046D-4E8A-5BC3-26C2-D75B659C2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587E07-C0AB-06C5-8A14-00B8639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3D90EC-2C6E-CBB1-0331-20A89364F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0BAEA908-04CD-BFA4-16CC-D77DC8B78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4F926DE1-3F14-D0DD-2A63-9642CB4725EA}"/>
              </a:ext>
            </a:extLst>
          </p:cNvPr>
          <p:cNvSpPr txBox="1"/>
          <p:nvPr/>
        </p:nvSpPr>
        <p:spPr>
          <a:xfrm>
            <a:off x="647700" y="2993731"/>
            <a:ext cx="614777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Han snakker med henne.</a:t>
            </a:r>
          </a:p>
          <a:p>
            <a:r>
              <a:rPr lang="nb-NO" sz="3500" b="1" dirty="0"/>
              <a:t>Hun snakker med ham</a:t>
            </a:r>
            <a:r>
              <a:rPr lang="nb-NO" sz="3500" dirty="0"/>
              <a:t>/</a:t>
            </a:r>
            <a:r>
              <a:rPr lang="nb-NO" sz="3500" b="1" dirty="0"/>
              <a:t>han</a:t>
            </a:r>
            <a:r>
              <a:rPr lang="nb-NO" sz="3500" dirty="0"/>
              <a:t>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14036054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27506-6B6F-5FB8-D6FC-01C6C4ED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6962A57-36CD-2EFD-954C-0E8BBF3BE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FC99B3-6166-3F10-949B-9570A3DE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5AE6995-DE4B-C427-645C-DEADD99D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0F140996-FDB2-3175-4733-43EBA7E19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831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C9E15-8CE5-2E38-F2C7-DE03BADB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2D1203D-1460-95AA-B877-F26CB1963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20ECB3-0A27-1C49-AB26-015B32ED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783928-385C-A290-0951-EB9E06F58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F4A7EF70-A6F7-2F6E-6BCE-D5414107C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D8E0BBB1-108B-32EF-0AB2-4C33554C4002}"/>
              </a:ext>
            </a:extLst>
          </p:cNvPr>
          <p:cNvSpPr txBox="1"/>
          <p:nvPr/>
        </p:nvSpPr>
        <p:spPr>
          <a:xfrm>
            <a:off x="647700" y="2993731"/>
            <a:ext cx="285777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De studerer.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41077089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3C53D-394C-34C0-1B82-2E19684B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78E86D-9237-E32C-C34D-2C324A621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BD91573-F193-2C18-D5C5-DDD0D530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89C8D8-83DE-252E-BA52-53716CC0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050F24E8-63C3-34E6-4E61-67400B109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164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1BD67-5C0E-084A-3A3D-400EC5CE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0DF5F1-ADC2-19D2-A953-5C7CB6F59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D351D5B-19C4-536F-40DE-E4C0FAFE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1ECD084-332B-FC38-9173-91629508F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0370254F-CD90-C85B-7E13-79DD2ADE6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BE7CE266-E6D1-C54B-10DB-DAF1D1786BD8}"/>
              </a:ext>
            </a:extLst>
          </p:cNvPr>
          <p:cNvSpPr txBox="1"/>
          <p:nvPr/>
        </p:nvSpPr>
        <p:spPr>
          <a:xfrm>
            <a:off x="647700" y="2993731"/>
            <a:ext cx="307488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Hun er sliten.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30234190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BB4C7-AA61-AE65-7156-67234EB0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69FFAA0-C7B9-7856-B913-2F8B5A822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173534E-87EE-2CF1-E77E-203A956D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88B735F-EBB4-2937-FC55-CF9CCD44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DC89BE31-4D6C-D206-87F3-595E4389A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5" r="25185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615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58F62-717C-E184-DF03-D8AC825E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37DBCD8-FD61-94CF-7DEA-FA39E096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EDA449-E889-8C17-6167-564D0DA8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88C11B-E327-5999-0940-C70E680FE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FBF5FC7F-E4EE-10AD-B927-50AB88E1E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5" r="25185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04BD47F1-A2BA-4B32-FF50-FC14607ADA65}"/>
              </a:ext>
            </a:extLst>
          </p:cNvPr>
          <p:cNvSpPr txBox="1"/>
          <p:nvPr/>
        </p:nvSpPr>
        <p:spPr>
          <a:xfrm>
            <a:off x="647700" y="2993731"/>
            <a:ext cx="247952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De jogger.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6076904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F04D0-6045-A3AC-3BC8-7A98B241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DE49159-D308-2A66-1792-9EA22434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A2134B2-2525-EDB7-0805-02BE7A66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6371A2-93DE-334D-58BC-38EF428A7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90C4A807-42CD-6016-9492-D0739D622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167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C079E-868D-AE1A-B9E5-C8E54C1D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A336C4D-21B3-E446-BACD-629C3348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1C7BD5-E116-55F8-DFCA-2F3B7FD2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71EE9F-B4D2-9C95-F13A-AD9453601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EA63108-9ADA-4635-8FD0-7F139F00C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2778"/>
          <a:stretch/>
        </p:blipFill>
        <p:spPr>
          <a:xfrm>
            <a:off x="7086601" y="10"/>
            <a:ext cx="5105400" cy="685799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BD1BDB9E-B946-BD03-F332-F4F7E06153CB}"/>
              </a:ext>
            </a:extLst>
          </p:cNvPr>
          <p:cNvSpPr txBox="1"/>
          <p:nvPr/>
        </p:nvSpPr>
        <p:spPr>
          <a:xfrm>
            <a:off x="647700" y="2993731"/>
            <a:ext cx="259654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Han sykler.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6643050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63214-1212-33F2-923C-DB245FC0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FBBB56D-DB0D-F44A-3EE0-60145D59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AE9875-9883-B329-1002-323F047F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147E5C-443D-56AF-B6E6-0806ACEE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hodiny, animák, kreslený obrázok, animovaná rozprávka&#10;&#10;Automaticky generovaný popis">
            <a:extLst>
              <a:ext uri="{FF2B5EF4-FFF2-40B4-BE49-F238E27FC236}">
                <a16:creationId xmlns:a16="http://schemas.microsoft.com/office/drawing/2014/main" id="{B962E852-2987-F25D-6502-E79237720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582" y="1964962"/>
            <a:ext cx="5267842" cy="42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484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C035C-31DE-B9CF-5D34-C5BA79FA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4AA900D-39F6-F282-F4E5-64A19E52A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546F49-A1A7-9CAE-DEC5-0ED7CC0F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0363CF3-069E-2D44-38FF-E0844CF09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hodiny, animák, kreslený obrázok, animovaná rozprávka&#10;&#10;Automaticky generovaný popis">
            <a:extLst>
              <a:ext uri="{FF2B5EF4-FFF2-40B4-BE49-F238E27FC236}">
                <a16:creationId xmlns:a16="http://schemas.microsoft.com/office/drawing/2014/main" id="{1755196F-8A50-C856-B2E1-C8925196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582" y="1964962"/>
            <a:ext cx="5267842" cy="42120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482881E6-5F80-2AFE-35CA-EC0A133EABD0}"/>
              </a:ext>
            </a:extLst>
          </p:cNvPr>
          <p:cNvSpPr txBox="1"/>
          <p:nvPr/>
        </p:nvSpPr>
        <p:spPr>
          <a:xfrm>
            <a:off x="647700" y="2993731"/>
            <a:ext cx="393825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Han skynder seg.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38640646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83D41-1EE7-B8CC-CB30-5CC6B87B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775D4A-C5F0-2839-909B-AE813807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F4860A-C3FD-79B7-9A3F-DEFCF98A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9FAA1C-CBAE-86D8-B17E-6C5880CDB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animák, kresba, kreslený obrázok, ilustrácia&#10;&#10;Automaticky generovaný popis">
            <a:extLst>
              <a:ext uri="{FF2B5EF4-FFF2-40B4-BE49-F238E27FC236}">
                <a16:creationId xmlns:a16="http://schemas.microsoft.com/office/drawing/2014/main" id="{FCD283B9-C878-0C49-8769-32CE88967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849" y="2324962"/>
            <a:ext cx="5782625" cy="38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315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71104-C9D9-9C03-83B2-AFDCA92C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A83403-1B30-6F3F-1C88-D7B9B34E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972664-8F45-3161-CD87-9546B5EAF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EAE8DE-9F64-1EC0-573B-9A29AA450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animák, kresba, kreslený obrázok, ilustrácia&#10;&#10;Automaticky generovaný popis">
            <a:extLst>
              <a:ext uri="{FF2B5EF4-FFF2-40B4-BE49-F238E27FC236}">
                <a16:creationId xmlns:a16="http://schemas.microsoft.com/office/drawing/2014/main" id="{7D672C0E-C730-9B3C-6FB4-8298948B3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849" y="2324962"/>
            <a:ext cx="5782625" cy="38520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9D8D7E9B-30E6-A312-559F-9EE7587943DD}"/>
              </a:ext>
            </a:extLst>
          </p:cNvPr>
          <p:cNvSpPr txBox="1"/>
          <p:nvPr/>
        </p:nvSpPr>
        <p:spPr>
          <a:xfrm>
            <a:off x="647700" y="2993731"/>
            <a:ext cx="353750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Han slapper av.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33654981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A3B2B-652C-D88C-FFC8-8C2A2E1D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2466C0B-1574-9912-4F8B-B041C01F9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1455E78-1BA1-F47B-68EF-1533319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6B22D6-6F94-7696-AC6F-37C867805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kresba, ilustrácia, animovaná rozprávka, animák&#10;&#10;Automaticky generovaný popis">
            <a:extLst>
              <a:ext uri="{FF2B5EF4-FFF2-40B4-BE49-F238E27FC236}">
                <a16:creationId xmlns:a16="http://schemas.microsoft.com/office/drawing/2014/main" id="{CDEDC923-DC99-94A1-A346-EA9396189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49" y="2183801"/>
            <a:ext cx="43243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124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80C57-507E-D9B3-FAE8-4E3077FC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EF77DB-AD4A-D09D-CB11-88643262C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05722C-4E7C-CBF7-36A5-4101532A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40872"/>
            <a:ext cx="5677796" cy="742929"/>
          </a:xfrm>
        </p:spPr>
        <p:txBody>
          <a:bodyPr>
            <a:normAutofit/>
          </a:bodyPr>
          <a:lstStyle/>
          <a:p>
            <a:r>
              <a:rPr lang="cs-CZ" sz="3500" b="1" dirty="0"/>
              <a:t>Co dělají lidé na obrázku?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94A2A0-AB0A-BDC7-04CD-E40EF51D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86000"/>
            <a:ext cx="5677796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b="1" dirty="0"/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ok 5" descr="Obrázok, na ktorom je kresba, ilustrácia, animovaná rozprávka, animák&#10;&#10;Automaticky generovaný popis">
            <a:extLst>
              <a:ext uri="{FF2B5EF4-FFF2-40B4-BE49-F238E27FC236}">
                <a16:creationId xmlns:a16="http://schemas.microsoft.com/office/drawing/2014/main" id="{4B50E179-01CE-A114-179E-5AA261402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49" y="2183801"/>
            <a:ext cx="4324350" cy="32385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6B711562-5426-4355-38B1-110458230B6D}"/>
              </a:ext>
            </a:extLst>
          </p:cNvPr>
          <p:cNvSpPr txBox="1"/>
          <p:nvPr/>
        </p:nvSpPr>
        <p:spPr>
          <a:xfrm>
            <a:off x="647700" y="2993731"/>
            <a:ext cx="305718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500" b="1" dirty="0"/>
              <a:t>Hun vet ikke.</a:t>
            </a:r>
            <a:endParaRPr lang="sk-SK" sz="3500" b="1" dirty="0"/>
          </a:p>
        </p:txBody>
      </p:sp>
    </p:spTree>
    <p:extLst>
      <p:ext uri="{BB962C8B-B14F-4D97-AF65-F5344CB8AC3E}">
        <p14:creationId xmlns:p14="http://schemas.microsoft.com/office/powerpoint/2010/main" val="41524548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022A2-7403-5852-9A9C-E8090A0E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C296-D11F-6575-CED9-9709A1906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1441E-BAE5-27E2-7294-F24198D49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DDD3CF-E774-DD96-74E5-51590BF8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 err="1">
                <a:solidFill>
                  <a:srgbClr val="FFFFFF"/>
                </a:solidFill>
              </a:rPr>
              <a:t>Zájmena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0EF40B9-0792-917D-E038-3F84DB22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83E49E45-BDF4-E5D8-393C-E6D4DCCC6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636700"/>
              </p:ext>
            </p:extLst>
          </p:nvPr>
        </p:nvGraphicFramePr>
        <p:xfrm>
          <a:off x="2031999" y="1702801"/>
          <a:ext cx="8127999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9379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  <a:gridCol w="2846276">
                  <a:extLst>
                    <a:ext uri="{9D8B030D-6E8A-4147-A177-3AD203B41FA5}">
                      <a16:colId xmlns:a16="http://schemas.microsoft.com/office/drawing/2014/main" val="3700159048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ZVRATNÝ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endParaRPr lang="nb-NO" sz="2200" b="0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o</a:t>
                      </a:r>
                      <a:r>
                        <a:rPr lang="nb-NO" sz="2200" b="1" noProof="0" dirty="0"/>
                        <a:t>ss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7005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F1D24-F140-DF7D-67CD-51B0BCC5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7911A2-A226-37B5-C52F-91E4CED53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DE7D8-2D74-073B-8F21-99A9631CE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CB0F9F9-D817-240C-EE17-2E827C15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 err="1">
                <a:solidFill>
                  <a:srgbClr val="FFFFFF"/>
                </a:solidFill>
              </a:rPr>
              <a:t>Zájmena</a:t>
            </a:r>
            <a:endParaRPr lang="sk-SK" sz="3500" dirty="0">
              <a:solidFill>
                <a:srgbClr val="FFFFFF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EC5C91-16CD-7DB0-852D-E10F5208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23" y="1424789"/>
            <a:ext cx="11335753" cy="46479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sz="3200" dirty="0"/>
          </a:p>
          <a:p>
            <a:pPr marL="0" indent="0">
              <a:buNone/>
            </a:pPr>
            <a:endParaRPr lang="cs-CZ" sz="3200" dirty="0"/>
          </a:p>
        </p:txBody>
      </p:sp>
      <p:graphicFrame>
        <p:nvGraphicFramePr>
          <p:cNvPr id="5" name="Tabuľka 4">
            <a:extLst>
              <a:ext uri="{FF2B5EF4-FFF2-40B4-BE49-F238E27FC236}">
                <a16:creationId xmlns:a16="http://schemas.microsoft.com/office/drawing/2014/main" id="{62432E2D-F12D-AFE5-8322-175E8B60A40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702801"/>
          <a:ext cx="8127999" cy="428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9379">
                  <a:extLst>
                    <a:ext uri="{9D8B030D-6E8A-4147-A177-3AD203B41FA5}">
                      <a16:colId xmlns:a16="http://schemas.microsoft.com/office/drawing/2014/main" val="3257790582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2850857197"/>
                    </a:ext>
                  </a:extLst>
                </a:gridCol>
                <a:gridCol w="2846276">
                  <a:extLst>
                    <a:ext uri="{9D8B030D-6E8A-4147-A177-3AD203B41FA5}">
                      <a16:colId xmlns:a16="http://schemas.microsoft.com/office/drawing/2014/main" val="3700159048"/>
                    </a:ext>
                  </a:extLst>
                </a:gridCol>
              </a:tblGrid>
              <a:tr h="400732">
                <a:tc>
                  <a:txBody>
                    <a:bodyPr/>
                    <a:lstStyle/>
                    <a:p>
                      <a:r>
                        <a:rPr lang="cs-CZ" sz="2300" noProof="0" dirty="0"/>
                        <a:t>ZÁKLADNÍ TVAR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PŘEDMĚTNÝ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300" noProof="0" dirty="0"/>
                        <a:t>ZVRATNÝ TVAR</a:t>
                      </a:r>
                      <a:endParaRPr lang="nb-NO" sz="2300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9995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jeg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200" b="1" noProof="0" dirty="0"/>
                        <a:t>meg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08658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du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200" b="1" noProof="0" dirty="0"/>
                        <a:t>deg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99666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han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ham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han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r>
                        <a:rPr lang="cs-CZ" sz="2200" b="1" noProof="0" dirty="0"/>
                        <a:t> </a:t>
                      </a:r>
                      <a:r>
                        <a:rPr lang="cs-CZ" sz="2200" b="0" noProof="0" dirty="0"/>
                        <a:t>[</a:t>
                      </a:r>
                      <a:r>
                        <a:rPr lang="cs-CZ" sz="2200" b="0" noProof="0" dirty="0" err="1"/>
                        <a:t>sæi</a:t>
                      </a:r>
                      <a:r>
                        <a:rPr lang="cs-CZ" sz="2200" b="0" noProof="0" dirty="0"/>
                        <a:t>]</a:t>
                      </a:r>
                      <a:endParaRPr lang="nb-NO" sz="2200" b="0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90339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hun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henne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r>
                        <a:rPr lang="cs-CZ" sz="2200" b="1" noProof="0" dirty="0"/>
                        <a:t> </a:t>
                      </a:r>
                      <a:r>
                        <a:rPr lang="cs-CZ" sz="2200" b="0" noProof="0" dirty="0"/>
                        <a:t>[</a:t>
                      </a:r>
                      <a:r>
                        <a:rPr lang="cs-CZ" sz="2200" b="0" noProof="0" dirty="0" err="1"/>
                        <a:t>sæi</a:t>
                      </a:r>
                      <a:r>
                        <a:rPr lang="cs-CZ" sz="2200" b="0" noProof="0" dirty="0"/>
                        <a:t>]</a:t>
                      </a:r>
                      <a:endParaRPr lang="nb-NO" sz="2200" b="1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8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hen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hen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r>
                        <a:rPr lang="cs-CZ" sz="2200" b="1" noProof="0" dirty="0"/>
                        <a:t> </a:t>
                      </a:r>
                      <a:r>
                        <a:rPr lang="cs-CZ" sz="2200" b="0" noProof="0" dirty="0"/>
                        <a:t>[</a:t>
                      </a:r>
                      <a:r>
                        <a:rPr lang="cs-CZ" sz="2200" b="0" noProof="0" dirty="0" err="1"/>
                        <a:t>sæi</a:t>
                      </a:r>
                      <a:r>
                        <a:rPr lang="cs-CZ" sz="2200" b="0" noProof="0" dirty="0"/>
                        <a:t>]</a:t>
                      </a:r>
                      <a:endParaRPr lang="nb-NO" sz="2200" b="1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236693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det/den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det</a:t>
                      </a:r>
                      <a:r>
                        <a:rPr lang="nb-NO" sz="2200" b="0" noProof="0" dirty="0"/>
                        <a:t>/</a:t>
                      </a:r>
                      <a:r>
                        <a:rPr lang="nb-NO" sz="2200" b="1" noProof="0" dirty="0"/>
                        <a:t>den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r>
                        <a:rPr lang="cs-CZ" sz="2200" b="1" noProof="0" dirty="0"/>
                        <a:t> </a:t>
                      </a:r>
                      <a:r>
                        <a:rPr lang="cs-CZ" sz="2200" b="0" noProof="0" dirty="0"/>
                        <a:t>[</a:t>
                      </a:r>
                      <a:r>
                        <a:rPr lang="cs-CZ" sz="2200" b="0" noProof="0" dirty="0" err="1"/>
                        <a:t>sæi</a:t>
                      </a:r>
                      <a:r>
                        <a:rPr lang="cs-CZ" sz="2200" b="0" noProof="0" dirty="0"/>
                        <a:t>]</a:t>
                      </a:r>
                      <a:endParaRPr lang="nb-NO" sz="2200" b="1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9232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vi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oss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o</a:t>
                      </a:r>
                      <a:r>
                        <a:rPr lang="nb-NO" sz="2200" b="1" noProof="0" dirty="0"/>
                        <a:t>ss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36015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dere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dere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4700"/>
                  </a:ext>
                </a:extLst>
              </a:tr>
              <a:tr h="412443">
                <a:tc>
                  <a:txBody>
                    <a:bodyPr/>
                    <a:lstStyle/>
                    <a:p>
                      <a:r>
                        <a:rPr lang="nb-NO" sz="2200" noProof="0" dirty="0"/>
                        <a:t>de</a:t>
                      </a:r>
                      <a:endParaRPr lang="cs-CZ" sz="22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2200" b="1" noProof="0" dirty="0"/>
                        <a:t>dem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k-SK" sz="2200" b="1" noProof="0" dirty="0"/>
                        <a:t>s</a:t>
                      </a:r>
                      <a:r>
                        <a:rPr lang="nb-NO" sz="2200" b="1" noProof="0" dirty="0"/>
                        <a:t>eg</a:t>
                      </a:r>
                      <a:r>
                        <a:rPr lang="cs-CZ" sz="2200" b="1" noProof="0" dirty="0"/>
                        <a:t> </a:t>
                      </a:r>
                      <a:r>
                        <a:rPr lang="cs-CZ" sz="2200" b="0" noProof="0" dirty="0"/>
                        <a:t>[</a:t>
                      </a:r>
                      <a:r>
                        <a:rPr lang="cs-CZ" sz="2200" b="0" noProof="0" dirty="0" err="1"/>
                        <a:t>sæi</a:t>
                      </a:r>
                      <a:r>
                        <a:rPr lang="cs-CZ" sz="2200" b="0" noProof="0" dirty="0"/>
                        <a:t>]</a:t>
                      </a:r>
                      <a:endParaRPr lang="nb-NO" sz="2200" b="1" noProof="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1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4906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B02A3-E86A-50A1-900C-DC752520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D2D35C-1042-6921-84E6-3DD2AFFB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65AE84-FEFD-E1FE-9A09-265005B17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AA3DBE-2010-1905-52F3-CF78A1F6F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C03008-B76A-1967-103C-7161FBDDF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__________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__________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__________.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__________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__________.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4859681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A9F73-A505-5065-DFB1-69DEEEE7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0512C1-26E5-5A31-9724-614B868F9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93A706-92B4-6E48-2757-F9BBCA860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FD3F785-9F42-8CF0-A542-69F5F0C0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9CFAAC-14E4-33C2-B993-F0D3D7F00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</a:t>
            </a:r>
            <a:r>
              <a:rPr lang="nb-NO" sz="3200" b="1" dirty="0"/>
              <a:t>seg</a:t>
            </a:r>
            <a:r>
              <a:rPr lang="nb-NO" sz="3200" dirty="0"/>
              <a:t>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__________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__________.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__________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__________.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2712245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46ABF-66C3-3B0E-6801-6187A593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FE5A33-319A-47BB-AFA5-C885ACB2C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F95A84-8FDE-77CF-AE16-817B2C311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99544C3-3115-A2B9-6F2C-DD291BAF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46D9E20-24E0-2DA8-9CF3-12BD40B3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</a:t>
            </a:r>
            <a:r>
              <a:rPr lang="nb-NO" sz="3200" b="1" dirty="0"/>
              <a:t>seg</a:t>
            </a:r>
            <a:r>
              <a:rPr lang="nb-NO" sz="3200" dirty="0"/>
              <a:t>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</a:t>
            </a:r>
            <a:r>
              <a:rPr lang="nb-NO" sz="3200" b="1" dirty="0"/>
              <a:t>Hun</a:t>
            </a:r>
            <a:r>
              <a:rPr lang="nb-NO" sz="3200" dirty="0"/>
              <a:t>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__________.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__________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__________.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576246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A9D8A-0578-AC16-9992-02DD1AC2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DC6E13-9E61-C510-45D1-9D90D990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EA116-2D84-3679-F2CC-6587D42F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2E057E-C23F-0D82-D27C-0F6B88C8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EDB421-E1D1-0AA5-2C71-92406B12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</a:t>
            </a:r>
            <a:r>
              <a:rPr lang="nb-NO" sz="3200" b="1" dirty="0"/>
              <a:t>seg</a:t>
            </a:r>
            <a:r>
              <a:rPr lang="nb-NO" sz="3200" dirty="0"/>
              <a:t>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</a:t>
            </a:r>
            <a:r>
              <a:rPr lang="nb-NO" sz="3200" b="1" dirty="0"/>
              <a:t>Hun</a:t>
            </a:r>
            <a:r>
              <a:rPr lang="nb-NO" sz="3200" dirty="0"/>
              <a:t>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</a:t>
            </a:r>
            <a:r>
              <a:rPr lang="nb-NO" sz="3200" b="1" dirty="0"/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__________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__________.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3591354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67283-0B1F-3B62-8BFF-1445E22A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AF48B1-608B-77BE-9C77-F6292B741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688FF-4458-F3B8-1165-691DC6564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BDBB09B-609E-2B15-2BA0-80551B8E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D839DC-9189-E5DB-6A02-40A7A4876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</a:t>
            </a:r>
            <a:r>
              <a:rPr lang="nb-NO" sz="3200" b="1" dirty="0"/>
              <a:t>seg</a:t>
            </a:r>
            <a:r>
              <a:rPr lang="nb-NO" sz="3200" dirty="0"/>
              <a:t>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</a:t>
            </a:r>
            <a:r>
              <a:rPr lang="nb-NO" sz="3200" b="1" dirty="0"/>
              <a:t>Hun</a:t>
            </a:r>
            <a:r>
              <a:rPr lang="nb-NO" sz="3200" dirty="0"/>
              <a:t>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</a:t>
            </a:r>
            <a:r>
              <a:rPr lang="nb-NO" sz="3200" b="1" dirty="0"/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</a:t>
            </a:r>
            <a:r>
              <a:rPr lang="nb-NO" sz="3200" b="1" dirty="0"/>
              <a:t>Den</a:t>
            </a:r>
            <a:r>
              <a:rPr lang="nb-NO" sz="3200" dirty="0"/>
              <a:t>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__________.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13365385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3FE81-8C38-62FD-D3FC-89D1BEE6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59064B-8602-3055-BA10-25A75B087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1B2FD8-1270-0FAC-D5E4-A9DDE1BD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BF9FA9-85AA-C4E4-0D5C-7EAE50DF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74321"/>
            <a:ext cx="10412506" cy="601980"/>
          </a:xfrm>
        </p:spPr>
        <p:txBody>
          <a:bodyPr anchor="ctr">
            <a:normAutofit/>
          </a:bodyPr>
          <a:lstStyle/>
          <a:p>
            <a:r>
              <a:rPr lang="sk-SK" sz="3500" dirty="0">
                <a:solidFill>
                  <a:srgbClr val="FFFFFF"/>
                </a:solidFill>
              </a:rPr>
              <a:t>Cvičení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9650E01-FB36-FD91-4530-48EC62F3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651299"/>
            <a:ext cx="10755406" cy="4421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3200" b="1" dirty="0"/>
              <a:t>Doplňte správné zájmeno.</a:t>
            </a:r>
          </a:p>
          <a:p>
            <a:pPr marL="0" indent="0">
              <a:buNone/>
            </a:pPr>
            <a:endParaRPr lang="cs-CZ" sz="3200" dirty="0"/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De gleder </a:t>
            </a:r>
            <a:r>
              <a:rPr lang="nb-NO" sz="3200" b="1" dirty="0"/>
              <a:t>seg</a:t>
            </a:r>
            <a:r>
              <a:rPr lang="nb-NO" sz="3200" dirty="0"/>
              <a:t> til i morgen.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Anna går hjem. </a:t>
            </a:r>
            <a:r>
              <a:rPr lang="nb-NO" sz="3200" b="1" dirty="0"/>
              <a:t>Hun</a:t>
            </a:r>
            <a:r>
              <a:rPr lang="nb-NO" sz="3200" dirty="0"/>
              <a:t> er sliten.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Vi skynder </a:t>
            </a:r>
            <a:r>
              <a:rPr lang="nb-NO" sz="3200" b="1" dirty="0"/>
              <a:t>oss</a:t>
            </a:r>
            <a:r>
              <a:rPr lang="nb-NO" sz="3200" dirty="0"/>
              <a:t>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Jeg leser ei bok. </a:t>
            </a:r>
            <a:r>
              <a:rPr lang="nb-NO" sz="3200" b="1" dirty="0"/>
              <a:t>Den</a:t>
            </a:r>
            <a:r>
              <a:rPr lang="nb-NO" sz="3200" dirty="0"/>
              <a:t> heter Jenny.</a:t>
            </a:r>
          </a:p>
          <a:p>
            <a:pPr marL="514350" indent="-514350">
              <a:buClr>
                <a:schemeClr val="accent1"/>
              </a:buClr>
              <a:buFont typeface="+mj-lt"/>
              <a:buAutoNum type="arabicPeriod"/>
            </a:pPr>
            <a:r>
              <a:rPr lang="nb-NO" sz="3200" dirty="0"/>
              <a:t>Hei Elin og Bjørn! Hyggelig å treffe </a:t>
            </a:r>
            <a:r>
              <a:rPr lang="nb-NO" sz="3200" b="1" dirty="0"/>
              <a:t>dere</a:t>
            </a:r>
            <a:r>
              <a:rPr lang="nb-NO" sz="3200" dirty="0"/>
              <a:t>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579772395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388</TotalTime>
  <Words>2876</Words>
  <Application>Microsoft Office PowerPoint</Application>
  <PresentationFormat>Širokoúhlá obrazovka</PresentationFormat>
  <Paragraphs>820</Paragraphs>
  <Slides>94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94</vt:i4>
      </vt:variant>
    </vt:vector>
  </HeadingPairs>
  <TitlesOfParts>
    <vt:vector size="99" baseType="lpstr">
      <vt:lpstr>Aptos</vt:lpstr>
      <vt:lpstr>Arial</vt:lpstr>
      <vt:lpstr>Avenir Next LT Pro</vt:lpstr>
      <vt:lpstr>Wingdings</vt:lpstr>
      <vt:lpstr>ColorBlockVTI</vt:lpstr>
      <vt:lpstr>Norština pro začátečníky</vt:lpstr>
      <vt:lpstr>Hva er det? (Co to je?)</vt:lpstr>
      <vt:lpstr>Hva er det? (Co to je?)</vt:lpstr>
      <vt:lpstr>Hva er det? (Co to je?)</vt:lpstr>
      <vt:lpstr>Hva er det? (Co to je?)</vt:lpstr>
      <vt:lpstr>Hva er det? (Co to je?)</vt:lpstr>
      <vt:lpstr>Hva er det? (Co to je?)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Video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Otázka bez tázacího zájmena</vt:lpstr>
      <vt:lpstr>Otázka bez tázacího zájmena</vt:lpstr>
      <vt:lpstr>Cvičení 5</vt:lpstr>
      <vt:lpstr>Cvičení 5</vt:lpstr>
      <vt:lpstr>Cvičení 5</vt:lpstr>
      <vt:lpstr>Cvičení 5</vt:lpstr>
      <vt:lpstr>Cvičení 5</vt:lpstr>
      <vt:lpstr>Cvičení 5</vt:lpstr>
      <vt:lpstr>Cvičení 5</vt:lpstr>
      <vt:lpstr>Cvičení 9</vt:lpstr>
      <vt:lpstr>Cvičení 10</vt:lpstr>
      <vt:lpstr>Cvičení 10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Norsko a UNESCO</vt:lpstr>
      <vt:lpstr>Norsko a UNESCO</vt:lpstr>
      <vt:lpstr>Norsko a UNESCO</vt:lpstr>
      <vt:lpstr>Norsko a UNESCO</vt:lpstr>
      <vt:lpstr>Norsko a UNESCO</vt:lpstr>
      <vt:lpstr>Norsko a UNESCO</vt:lpstr>
      <vt:lpstr>Norsko a UNESCO</vt:lpstr>
      <vt:lpstr>Norsko a UNESCO</vt:lpstr>
      <vt:lpstr>Cvičení 7</vt:lpstr>
      <vt:lpstr>Infinitivní částice „å“ </vt:lpstr>
      <vt:lpstr>Cvičení 7</vt:lpstr>
      <vt:lpstr>Záporná částice „ikke“ </vt:lpstr>
      <vt:lpstr>Záporná částice „ikke“ </vt:lpstr>
      <vt:lpstr>Záporná částice „ikke“ </vt:lpstr>
      <vt:lpstr>Cvičení </vt:lpstr>
      <vt:lpstr>Cvičení</vt:lpstr>
      <vt:lpstr>Cvičení</vt:lpstr>
      <vt:lpstr>Cvičení</vt:lpstr>
      <vt:lpstr>Cvičení</vt:lpstr>
      <vt:lpstr>Cvičení</vt:lpstr>
      <vt:lpstr>Cvičení</vt:lpstr>
      <vt:lpstr>Cvičení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Co dělají lidé na obrázku?</vt:lpstr>
      <vt:lpstr>Zájmena</vt:lpstr>
      <vt:lpstr>Zájmena</vt:lpstr>
      <vt:lpstr>Cvičení 2</vt:lpstr>
      <vt:lpstr>Cvičení 2</vt:lpstr>
      <vt:lpstr>Cvičení 2</vt:lpstr>
      <vt:lpstr>Cvičení 2</vt:lpstr>
      <vt:lpstr>Cvičení 2</vt:lpstr>
      <vt:lpstr>Cvičení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2024-10-15T08:14:35Z</dcterms:created>
  <dcterms:modified xsi:type="dcterms:W3CDTF">2025-10-16T09:56:14Z</dcterms:modified>
</cp:coreProperties>
</file>