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2" r:id="rId2"/>
    <p:sldId id="293" r:id="rId3"/>
    <p:sldId id="294" r:id="rId4"/>
    <p:sldId id="295" r:id="rId5"/>
    <p:sldId id="296" r:id="rId6"/>
    <p:sldId id="297" r:id="rId7"/>
    <p:sldId id="29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máš Bratina" userId="2033f5136aa55253" providerId="LiveId" clId="{7C654E74-C22F-4A06-A347-5122E1F06792}"/>
    <pc:docChg chg="undo custSel addSld modSld sldOrd">
      <pc:chgData name="Tomáš Bratina" userId="2033f5136aa55253" providerId="LiveId" clId="{7C654E74-C22F-4A06-A347-5122E1F06792}" dt="2024-10-09T06:42:49.030" v="482" actId="20577"/>
      <pc:docMkLst>
        <pc:docMk/>
      </pc:docMkLst>
      <pc:sldChg chg="modSp new mod">
        <pc:chgData name="Tomáš Bratina" userId="2033f5136aa55253" providerId="LiveId" clId="{7C654E74-C22F-4A06-A347-5122E1F06792}" dt="2024-10-07T14:08:08.921" v="33" actId="20577"/>
        <pc:sldMkLst>
          <pc:docMk/>
          <pc:sldMk cId="3384425427" sldId="263"/>
        </pc:sldMkLst>
      </pc:sldChg>
      <pc:sldChg chg="modSp add mod">
        <pc:chgData name="Tomáš Bratina" userId="2033f5136aa55253" providerId="LiveId" clId="{7C654E74-C22F-4A06-A347-5122E1F06792}" dt="2024-10-07T14:07:55.537" v="15" actId="122"/>
        <pc:sldMkLst>
          <pc:docMk/>
          <pc:sldMk cId="398546734" sldId="291"/>
        </pc:sldMkLst>
      </pc:sldChg>
      <pc:sldChg chg="addSp delSp modSp new mod setBg">
        <pc:chgData name="Tomáš Bratina" userId="2033f5136aa55253" providerId="LiveId" clId="{7C654E74-C22F-4A06-A347-5122E1F06792}" dt="2024-10-09T06:30:39.262" v="178" actId="113"/>
        <pc:sldMkLst>
          <pc:docMk/>
          <pc:sldMk cId="3739106064" sldId="292"/>
        </pc:sldMkLst>
      </pc:sldChg>
      <pc:sldChg chg="addSp delSp modSp new mod setBg">
        <pc:chgData name="Tomáš Bratina" userId="2033f5136aa55253" providerId="LiveId" clId="{7C654E74-C22F-4A06-A347-5122E1F06792}" dt="2024-10-09T06:33:14.285" v="223" actId="20577"/>
        <pc:sldMkLst>
          <pc:docMk/>
          <pc:sldMk cId="3139736684" sldId="293"/>
        </pc:sldMkLst>
      </pc:sldChg>
      <pc:sldChg chg="addSp delSp modSp add mod ord">
        <pc:chgData name="Tomáš Bratina" userId="2033f5136aa55253" providerId="LiveId" clId="{7C654E74-C22F-4A06-A347-5122E1F06792}" dt="2024-10-09T06:36:05.623" v="294" actId="20577"/>
        <pc:sldMkLst>
          <pc:docMk/>
          <pc:sldMk cId="644211662" sldId="294"/>
        </pc:sldMkLst>
      </pc:sldChg>
      <pc:sldChg chg="addSp delSp modSp new mod setBg">
        <pc:chgData name="Tomáš Bratina" userId="2033f5136aa55253" providerId="LiveId" clId="{7C654E74-C22F-4A06-A347-5122E1F06792}" dt="2024-10-09T06:37:22.001" v="313" actId="790"/>
        <pc:sldMkLst>
          <pc:docMk/>
          <pc:sldMk cId="4174054133" sldId="295"/>
        </pc:sldMkLst>
      </pc:sldChg>
      <pc:sldChg chg="addSp delSp modSp new mod setBg">
        <pc:chgData name="Tomáš Bratina" userId="2033f5136aa55253" providerId="LiveId" clId="{7C654E74-C22F-4A06-A347-5122E1F06792}" dt="2024-10-09T06:38:52.081" v="322" actId="14100"/>
        <pc:sldMkLst>
          <pc:docMk/>
          <pc:sldMk cId="2168829472" sldId="296"/>
        </pc:sldMkLst>
      </pc:sldChg>
      <pc:sldChg chg="addSp delSp modSp new mod">
        <pc:chgData name="Tomáš Bratina" userId="2033f5136aa55253" providerId="LiveId" clId="{7C654E74-C22F-4A06-A347-5122E1F06792}" dt="2024-10-09T06:40:27.778" v="346" actId="14100"/>
        <pc:sldMkLst>
          <pc:docMk/>
          <pc:sldMk cId="4006901929" sldId="297"/>
        </pc:sldMkLst>
      </pc:sldChg>
      <pc:sldChg chg="addSp delSp modSp new mod setBg">
        <pc:chgData name="Tomáš Bratina" userId="2033f5136aa55253" providerId="LiveId" clId="{7C654E74-C22F-4A06-A347-5122E1F06792}" dt="2024-10-09T06:42:49.030" v="482" actId="20577"/>
        <pc:sldMkLst>
          <pc:docMk/>
          <pc:sldMk cId="2697260385" sldId="298"/>
        </pc:sldMkLst>
      </pc:sldChg>
    </pc:docChg>
  </pc:docChgLst>
  <pc:docChgLst>
    <pc:chgData name="Tomáš Bratina" userId="2033f5136aa55253" providerId="LiveId" clId="{D6D238D9-55CA-4238-8EF4-401DB343BBD0}"/>
    <pc:docChg chg="custSel addSld delSld modSld">
      <pc:chgData name="Tomáš Bratina" userId="2033f5136aa55253" providerId="LiveId" clId="{D6D238D9-55CA-4238-8EF4-401DB343BBD0}" dt="2025-10-01T08:54:47.978" v="104" actId="20577"/>
      <pc:docMkLst>
        <pc:docMk/>
      </pc:docMkLst>
      <pc:sldChg chg="modSp mod">
        <pc:chgData name="Tomáš Bratina" userId="2033f5136aa55253" providerId="LiveId" clId="{D6D238D9-55CA-4238-8EF4-401DB343BBD0}" dt="2025-09-30T14:53:51.459" v="2" actId="20577"/>
        <pc:sldMkLst>
          <pc:docMk/>
          <pc:sldMk cId="983064656" sldId="256"/>
        </pc:sldMkLst>
      </pc:sldChg>
      <pc:sldChg chg="del">
        <pc:chgData name="Tomáš Bratina" userId="2033f5136aa55253" providerId="LiveId" clId="{D6D238D9-55CA-4238-8EF4-401DB343BBD0}" dt="2025-09-30T14:53:54.032" v="4" actId="47"/>
        <pc:sldMkLst>
          <pc:docMk/>
          <pc:sldMk cId="3441699432" sldId="257"/>
        </pc:sldMkLst>
      </pc:sldChg>
      <pc:sldChg chg="del">
        <pc:chgData name="Tomáš Bratina" userId="2033f5136aa55253" providerId="LiveId" clId="{D6D238D9-55CA-4238-8EF4-401DB343BBD0}" dt="2025-09-30T14:53:54.475" v="5" actId="47"/>
        <pc:sldMkLst>
          <pc:docMk/>
          <pc:sldMk cId="2304872028" sldId="258"/>
        </pc:sldMkLst>
      </pc:sldChg>
      <pc:sldChg chg="del">
        <pc:chgData name="Tomáš Bratina" userId="2033f5136aa55253" providerId="LiveId" clId="{D6D238D9-55CA-4238-8EF4-401DB343BBD0}" dt="2025-09-30T14:53:54.835" v="6" actId="47"/>
        <pc:sldMkLst>
          <pc:docMk/>
          <pc:sldMk cId="2597820306" sldId="259"/>
        </pc:sldMkLst>
      </pc:sldChg>
      <pc:sldChg chg="del">
        <pc:chgData name="Tomáš Bratina" userId="2033f5136aa55253" providerId="LiveId" clId="{D6D238D9-55CA-4238-8EF4-401DB343BBD0}" dt="2025-09-30T14:53:55.167" v="7" actId="47"/>
        <pc:sldMkLst>
          <pc:docMk/>
          <pc:sldMk cId="2027039866" sldId="260"/>
        </pc:sldMkLst>
      </pc:sldChg>
      <pc:sldChg chg="del">
        <pc:chgData name="Tomáš Bratina" userId="2033f5136aa55253" providerId="LiveId" clId="{D6D238D9-55CA-4238-8EF4-401DB343BBD0}" dt="2025-09-30T14:53:55.604" v="8" actId="47"/>
        <pc:sldMkLst>
          <pc:docMk/>
          <pc:sldMk cId="3634285779" sldId="261"/>
        </pc:sldMkLst>
      </pc:sldChg>
      <pc:sldChg chg="del">
        <pc:chgData name="Tomáš Bratina" userId="2033f5136aa55253" providerId="LiveId" clId="{D6D238D9-55CA-4238-8EF4-401DB343BBD0}" dt="2025-09-30T14:53:57.244" v="10" actId="47"/>
        <pc:sldMkLst>
          <pc:docMk/>
          <pc:sldMk cId="3071711766" sldId="262"/>
        </pc:sldMkLst>
      </pc:sldChg>
      <pc:sldChg chg="del">
        <pc:chgData name="Tomáš Bratina" userId="2033f5136aa55253" providerId="LiveId" clId="{D6D238D9-55CA-4238-8EF4-401DB343BBD0}" dt="2025-09-30T14:53:53.445" v="3" actId="47"/>
        <pc:sldMkLst>
          <pc:docMk/>
          <pc:sldMk cId="398546734" sldId="291"/>
        </pc:sldMkLst>
      </pc:sldChg>
      <pc:sldChg chg="addSp delSp modSp new mod delAnim modAnim">
        <pc:chgData name="Tomáš Bratina" userId="2033f5136aa55253" providerId="LiveId" clId="{D6D238D9-55CA-4238-8EF4-401DB343BBD0}" dt="2025-10-01T08:37:17.717" v="90" actId="20577"/>
        <pc:sldMkLst>
          <pc:docMk/>
          <pc:sldMk cId="2361813229" sldId="299"/>
        </pc:sldMkLst>
        <pc:spChg chg="mod">
          <ac:chgData name="Tomáš Bratina" userId="2033f5136aa55253" providerId="LiveId" clId="{D6D238D9-55CA-4238-8EF4-401DB343BBD0}" dt="2025-10-01T08:33:17.957" v="14" actId="14100"/>
          <ac:spMkLst>
            <pc:docMk/>
            <pc:sldMk cId="2361813229" sldId="299"/>
            <ac:spMk id="2" creationId="{40CD6730-EB36-C47B-19C6-A57A11F1DA71}"/>
          </ac:spMkLst>
        </pc:spChg>
        <pc:spChg chg="mod">
          <ac:chgData name="Tomáš Bratina" userId="2033f5136aa55253" providerId="LiveId" clId="{D6D238D9-55CA-4238-8EF4-401DB343BBD0}" dt="2025-10-01T08:37:17.717" v="90" actId="20577"/>
          <ac:spMkLst>
            <pc:docMk/>
            <pc:sldMk cId="2361813229" sldId="299"/>
            <ac:spMk id="3" creationId="{9138E1FF-0664-EB07-0672-AE34BC5C9F73}"/>
          </ac:spMkLst>
        </pc:spChg>
        <pc:picChg chg="add del mod">
          <ac:chgData name="Tomáš Bratina" userId="2033f5136aa55253" providerId="LiveId" clId="{D6D238D9-55CA-4238-8EF4-401DB343BBD0}" dt="2025-10-01T08:36:29.135" v="77" actId="478"/>
          <ac:picMkLst>
            <pc:docMk/>
            <pc:sldMk cId="2361813229" sldId="299"/>
            <ac:picMk id="4" creationId="{D109EA3A-B0DE-8AD8-6A9A-0917641048C9}"/>
          </ac:picMkLst>
        </pc:picChg>
        <pc:picChg chg="add del mod">
          <ac:chgData name="Tomáš Bratina" userId="2033f5136aa55253" providerId="LiveId" clId="{D6D238D9-55CA-4238-8EF4-401DB343BBD0}" dt="2025-10-01T08:36:28.545" v="75" actId="478"/>
          <ac:picMkLst>
            <pc:docMk/>
            <pc:sldMk cId="2361813229" sldId="299"/>
            <ac:picMk id="5" creationId="{856E602E-2E40-98B9-EA95-C44635437D9C}"/>
          </ac:picMkLst>
        </pc:picChg>
        <pc:picChg chg="add del mod">
          <ac:chgData name="Tomáš Bratina" userId="2033f5136aa55253" providerId="LiveId" clId="{D6D238D9-55CA-4238-8EF4-401DB343BBD0}" dt="2025-10-01T08:36:28.005" v="74" actId="478"/>
          <ac:picMkLst>
            <pc:docMk/>
            <pc:sldMk cId="2361813229" sldId="299"/>
            <ac:picMk id="6" creationId="{CECEEA17-4FE1-7F85-BE80-5B505BA76ADA}"/>
          </ac:picMkLst>
        </pc:picChg>
        <pc:picChg chg="add del mod">
          <ac:chgData name="Tomáš Bratina" userId="2033f5136aa55253" providerId="LiveId" clId="{D6D238D9-55CA-4238-8EF4-401DB343BBD0}" dt="2025-10-01T08:36:27.456" v="73" actId="478"/>
          <ac:picMkLst>
            <pc:docMk/>
            <pc:sldMk cId="2361813229" sldId="299"/>
            <ac:picMk id="7" creationId="{542D9DB3-50B2-7724-E260-3B6F3D609553}"/>
          </ac:picMkLst>
        </pc:picChg>
      </pc:sldChg>
      <pc:sldChg chg="del">
        <pc:chgData name="Tomáš Bratina" userId="2033f5136aa55253" providerId="LiveId" clId="{D6D238D9-55CA-4238-8EF4-401DB343BBD0}" dt="2025-09-30T14:53:56.425" v="9" actId="47"/>
        <pc:sldMkLst>
          <pc:docMk/>
          <pc:sldMk cId="2868169714" sldId="299"/>
        </pc:sldMkLst>
      </pc:sldChg>
      <pc:sldChg chg="add">
        <pc:chgData name="Tomáš Bratina" userId="2033f5136aa55253" providerId="LiveId" clId="{D6D238D9-55CA-4238-8EF4-401DB343BBD0}" dt="2025-10-01T08:36:22.545" v="72"/>
        <pc:sldMkLst>
          <pc:docMk/>
          <pc:sldMk cId="1540541752" sldId="300"/>
        </pc:sldMkLst>
      </pc:sldChg>
      <pc:sldChg chg="modSp new mod">
        <pc:chgData name="Tomáš Bratina" userId="2033f5136aa55253" providerId="LiveId" clId="{D6D238D9-55CA-4238-8EF4-401DB343BBD0}" dt="2025-10-01T08:54:47.978" v="104" actId="20577"/>
        <pc:sldMkLst>
          <pc:docMk/>
          <pc:sldMk cId="2076471544" sldId="301"/>
        </pc:sldMkLst>
        <pc:spChg chg="mod">
          <ac:chgData name="Tomáš Bratina" userId="2033f5136aa55253" providerId="LiveId" clId="{D6D238D9-55CA-4238-8EF4-401DB343BBD0}" dt="2025-10-01T08:52:42.157" v="99" actId="790"/>
          <ac:spMkLst>
            <pc:docMk/>
            <pc:sldMk cId="2076471544" sldId="301"/>
            <ac:spMk id="2" creationId="{1852E631-C120-FFDA-EF00-93C52085C625}"/>
          </ac:spMkLst>
        </pc:spChg>
        <pc:spChg chg="mod">
          <ac:chgData name="Tomáš Bratina" userId="2033f5136aa55253" providerId="LiveId" clId="{D6D238D9-55CA-4238-8EF4-401DB343BBD0}" dt="2025-10-01T08:54:47.978" v="104" actId="20577"/>
          <ac:spMkLst>
            <pc:docMk/>
            <pc:sldMk cId="2076471544" sldId="301"/>
            <ac:spMk id="3" creationId="{F642C328-EF3F-099F-EC3D-CFAB045B7629}"/>
          </ac:spMkLst>
        </pc:spChg>
      </pc:sldChg>
    </pc:docChg>
  </pc:docChgLst>
  <pc:docChgLst>
    <pc:chgData name="Tomáš Bratina" userId="2033f5136aa55253" providerId="LiveId" clId="{060C846D-A1B1-48D2-BEA7-B5891F1E0CCD}"/>
    <pc:docChg chg="custSel addSld modSld">
      <pc:chgData name="Tomáš Bratina" userId="2033f5136aa55253" providerId="LiveId" clId="{060C846D-A1B1-48D2-BEA7-B5891F1E0CCD}" dt="2024-10-09T08:43:23.947" v="173" actId="20577"/>
      <pc:docMkLst>
        <pc:docMk/>
      </pc:docMkLst>
      <pc:sldChg chg="modSp mod">
        <pc:chgData name="Tomáš Bratina" userId="2033f5136aa55253" providerId="LiveId" clId="{060C846D-A1B1-48D2-BEA7-B5891F1E0CCD}" dt="2024-10-09T08:43:23.947" v="173" actId="20577"/>
        <pc:sldMkLst>
          <pc:docMk/>
          <pc:sldMk cId="3739106064" sldId="292"/>
        </pc:sldMkLst>
      </pc:sldChg>
      <pc:sldChg chg="modSp mod">
        <pc:chgData name="Tomáš Bratina" userId="2033f5136aa55253" providerId="LiveId" clId="{060C846D-A1B1-48D2-BEA7-B5891F1E0CCD}" dt="2024-10-09T07:32:41.585" v="168" actId="20577"/>
        <pc:sldMkLst>
          <pc:docMk/>
          <pc:sldMk cId="644211662" sldId="294"/>
        </pc:sldMkLst>
      </pc:sldChg>
      <pc:sldChg chg="modSp mod">
        <pc:chgData name="Tomáš Bratina" userId="2033f5136aa55253" providerId="LiveId" clId="{060C846D-A1B1-48D2-BEA7-B5891F1E0CCD}" dt="2024-10-09T07:32:49.459" v="170" actId="113"/>
        <pc:sldMkLst>
          <pc:docMk/>
          <pc:sldMk cId="4174054133" sldId="295"/>
        </pc:sldMkLst>
      </pc:sldChg>
      <pc:sldChg chg="modSp mod">
        <pc:chgData name="Tomáš Bratina" userId="2033f5136aa55253" providerId="LiveId" clId="{060C846D-A1B1-48D2-BEA7-B5891F1E0CCD}" dt="2024-10-09T07:33:37.851" v="172" actId="790"/>
        <pc:sldMkLst>
          <pc:docMk/>
          <pc:sldMk cId="2697260385" sldId="298"/>
        </pc:sldMkLst>
      </pc:sldChg>
      <pc:sldChg chg="addSp delSp modSp new mod setBg">
        <pc:chgData name="Tomáš Bratina" userId="2033f5136aa55253" providerId="LiveId" clId="{060C846D-A1B1-48D2-BEA7-B5891F1E0CCD}" dt="2024-10-09T07:29:36.239" v="145" actId="790"/>
        <pc:sldMkLst>
          <pc:docMk/>
          <pc:sldMk cId="2868169714" sldId="299"/>
        </pc:sldMkLst>
      </pc:sldChg>
    </pc:docChg>
  </pc:docChgLst>
  <pc:docChgLst>
    <pc:chgData name="Tomáš Bratina" userId="2033f5136aa55253" providerId="LiveId" clId="{8ECA8620-7B00-4EDA-805E-0BA470DD3A9F}"/>
    <pc:docChg chg="delSld">
      <pc:chgData name="Tomáš Bratina" userId="2033f5136aa55253" providerId="LiveId" clId="{8ECA8620-7B00-4EDA-805E-0BA470DD3A9F}" dt="2025-10-02T13:52:13.938" v="4" actId="47"/>
      <pc:docMkLst>
        <pc:docMk/>
      </pc:docMkLst>
      <pc:sldChg chg="del">
        <pc:chgData name="Tomáš Bratina" userId="2033f5136aa55253" providerId="LiveId" clId="{8ECA8620-7B00-4EDA-805E-0BA470DD3A9F}" dt="2025-10-02T13:52:12.325" v="3" actId="47"/>
        <pc:sldMkLst>
          <pc:docMk/>
          <pc:sldMk cId="983064656" sldId="256"/>
        </pc:sldMkLst>
      </pc:sldChg>
      <pc:sldChg chg="del">
        <pc:chgData name="Tomáš Bratina" userId="2033f5136aa55253" providerId="LiveId" clId="{8ECA8620-7B00-4EDA-805E-0BA470DD3A9F}" dt="2025-10-02T13:52:13.938" v="4" actId="47"/>
        <pc:sldMkLst>
          <pc:docMk/>
          <pc:sldMk cId="3384425427" sldId="263"/>
        </pc:sldMkLst>
      </pc:sldChg>
      <pc:sldChg chg="del">
        <pc:chgData name="Tomáš Bratina" userId="2033f5136aa55253" providerId="LiveId" clId="{8ECA8620-7B00-4EDA-805E-0BA470DD3A9F}" dt="2025-10-02T13:52:11.388" v="1" actId="47"/>
        <pc:sldMkLst>
          <pc:docMk/>
          <pc:sldMk cId="2361813229" sldId="299"/>
        </pc:sldMkLst>
      </pc:sldChg>
      <pc:sldChg chg="del">
        <pc:chgData name="Tomáš Bratina" userId="2033f5136aa55253" providerId="LiveId" clId="{8ECA8620-7B00-4EDA-805E-0BA470DD3A9F}" dt="2025-10-02T13:52:10.783" v="0" actId="47"/>
        <pc:sldMkLst>
          <pc:docMk/>
          <pc:sldMk cId="1540541752" sldId="300"/>
        </pc:sldMkLst>
      </pc:sldChg>
      <pc:sldChg chg="del">
        <pc:chgData name="Tomáš Bratina" userId="2033f5136aa55253" providerId="LiveId" clId="{8ECA8620-7B00-4EDA-805E-0BA470DD3A9F}" dt="2025-10-02T13:52:11.921" v="2" actId="47"/>
        <pc:sldMkLst>
          <pc:docMk/>
          <pc:sldMk cId="2076471544" sldId="30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39055A8-6754-4F27-8010-BF142982DD03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1A4A20-9E70-4ADF-93C1-5AE4581948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9224" y="749808"/>
            <a:ext cx="10552176" cy="3557016"/>
          </a:xfrm>
        </p:spPr>
        <p:txBody>
          <a:bodyPr anchor="t">
            <a:normAutofit/>
          </a:bodyPr>
          <a:lstStyle>
            <a:lvl1pPr algn="l">
              <a:defRPr sz="8800">
                <a:solidFill>
                  <a:srgbClr val="FFFFFF"/>
                </a:solidFill>
              </a:defRPr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A1A2C5-995E-4938-A286-FF484EFA52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9224" y="4315968"/>
            <a:ext cx="10552176" cy="128016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buNone/>
              <a:defRPr sz="2800" b="1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B2B54-AE65-400A-9A43-C7E9A2D09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E518CBA-D8B4-47B2-892B-826C26D1B466}" type="datetimeFigureOut">
              <a:rPr lang="en-US" smtClean="0"/>
              <a:pPr/>
              <a:t>10/2/2025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77D3C2-CF25-407F-9633-CC1C7EC2C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844EC1-9618-44EF-8FF9-4E5924669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D4885A8-DDA8-4FCF-AB25-DA8F78EC755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6224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6998E-60B9-44FD-B71B-407CE234E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BC44ED-C49E-464D-A8E8-7E8FB156BB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53930F-839A-448C-B22F-17DCF8824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10/2/2025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ED610-56DE-4381-B9BA-74E9F7029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EE3EBA-BBD3-4D2C-BA7E-BA64E8FC1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672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F6F91-C69F-4181-BC26-4A76210B8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1709738"/>
            <a:ext cx="10552176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05FEDC-4DA0-420D-B6D3-C1B6C890E9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9224" y="4589463"/>
            <a:ext cx="10552176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8E5B0-64AB-4211-A5E9-E7B5E382C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270793-C8A6-407E-AA39-E600C4949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3488AB-477B-4EA9-96E3-D13AA64E9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930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C2F94-5504-4796-A85A-57868A609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C2508-96AD-4E76-BFED-4E050E3125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9224" y="2029968"/>
            <a:ext cx="5120640" cy="4142232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EE25B0-ACAA-4CEA-B676-4755C97D31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26480" y="2029968"/>
            <a:ext cx="5074920" cy="4142232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42DA81-A1B3-43E9-B10E-0177B34D4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96FC5B-4DCB-42B7-8BE0-8A0CE036E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E3E735-1BF2-4262-ABD0-F61F04BB1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407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F4733-9B14-4F6C-BB0C-EB32FC834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5"/>
            <a:ext cx="10552176" cy="1325563"/>
          </a:xfrm>
        </p:spPr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B443C1-6678-4C0F-B744-5C06E62BC1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9224" y="1681163"/>
            <a:ext cx="51206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6D6372-56E9-420B-BE6D-5B9955C85B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9224" y="2505075"/>
            <a:ext cx="5120640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6C3E2B-9CF5-472A-92BC-C6816EE855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26480" y="1681163"/>
            <a:ext cx="507492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4062EC-1C60-4236-8875-B3E2F4C342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26480" y="2505075"/>
            <a:ext cx="5074920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127C3C-F51C-47ED-99BD-B74125C4E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6F6E0A-65A4-4643-BDC1-EC4646345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E1B013-E7D5-428A-A2F1-6D62454A3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216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062CF-3BAF-4273-B7E7-1B544D5C5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CCCCC1-9F0A-44E1-9BC9-B18193A59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47F9D3-8697-42DD-8B46-E9692676D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B5EE5B-EBFE-44D3-A4D4-B6E05C298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759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766DA6-2BD1-4292-892D-78FF9F4B7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C0BCD0-EAD3-4676-A061-3C0423C2B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774D5D-206D-48B8-B931-52EE6EF4F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047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00B5E-9416-4B37-8EFF-E1A758A32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457200"/>
            <a:ext cx="412394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C69B5E-1BB3-48E8-A55D-1A86E20DBC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806349-B3C6-47D6-9060-8D6177B4EF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9224" y="2057400"/>
            <a:ext cx="4123944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43B628-E225-4B0A-9A91-551E51E07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C1DFFB-41A4-44FD-B269-77207851A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6ADC0D-436E-4297-9C23-376630CB7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998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989A0-AA80-456D-A66A-A72DD6301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457200"/>
            <a:ext cx="412394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2492AE-BE65-4A0A-9D57-77E3E220E8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k-SK"/>
              <a:t>Kliknutím na ikonu pridáte obrázok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667B01-A270-44C5-9117-791071EB79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9224" y="2057400"/>
            <a:ext cx="4123944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9E3E1E-D8D9-4EEC-B1F8-3541F7A54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253840-0989-4C0B-912D-16F19E48A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9C1AAA-F1EA-48A2-A986-7B48C7C98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906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F8405-68CE-491F-9603-4740C5B3C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3CE1E3-3EF1-47E0-A2C6-0077690F4D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E27FC9-17CA-4FBF-993C-52F712FF1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8EBFE2-B030-4841-A572-05CA07028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ED80D-71E3-4DA4-B807-443A846F6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62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608ED9-1894-4019-B694-1D9693B9FE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F71D92-9966-4334-9C4F-DF71399320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AAB259-7DF6-4414-B377-7E6BE0060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077192-D9CC-47B3-8528-362AADD7D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2D34BD-D0BE-4F88-BBB9-4E805A3FD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807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3E30A8-0D9C-47BB-8249-8A2EEEFC7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4996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E93687-61FE-460F-A66F-4DF17994F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9224" y="1984248"/>
            <a:ext cx="10552176" cy="41970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E1FFB-7673-4E75-9B5C-5572E2B068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013448" y="6355080"/>
            <a:ext cx="43525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EE518CBA-D8B4-47B2-892B-826C26D1B466}" type="datetimeFigureOut">
              <a:rPr lang="en-US" smtClean="0"/>
              <a:pPr/>
              <a:t>10/2/2025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C4B9AF-F93C-43E8-8E68-3B700825CE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1168" y="6356350"/>
            <a:ext cx="48371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endParaRPr lang="en-US" sz="105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D739F7-0AE5-4677-8957-9961D67C18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65992" y="6356350"/>
            <a:ext cx="6309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0D4885A8-DDA8-4FCF-AB25-DA8F78EC755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840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 spc="-4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400" kern="1200" spc="-20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 spc="-2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 spc="-2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 spc="-2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 spc="-2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BF680AA7-D34E-4B52-8E70-1232906597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70024CF-5512-41E3-8BD3-A3A2740139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150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Nadpis 8">
            <a:extLst>
              <a:ext uri="{FF2B5EF4-FFF2-40B4-BE49-F238E27FC236}">
                <a16:creationId xmlns:a16="http://schemas.microsoft.com/office/drawing/2014/main" id="{37278956-9D6F-E844-0C4B-D31AECE9C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6696" y="269507"/>
            <a:ext cx="10520080" cy="722594"/>
          </a:xfrm>
        </p:spPr>
        <p:txBody>
          <a:bodyPr anchor="ctr">
            <a:normAutofit/>
          </a:bodyPr>
          <a:lstStyle/>
          <a:p>
            <a:pPr algn="r"/>
            <a:r>
              <a:rPr lang="cs-CZ" sz="2800" dirty="0">
                <a:solidFill>
                  <a:srgbClr val="FFFFFF"/>
                </a:solidFill>
              </a:rPr>
              <a:t>Referendum o rozpuštění unie se Švédskem (1905)</a:t>
            </a:r>
          </a:p>
        </p:txBody>
      </p:sp>
      <p:pic>
        <p:nvPicPr>
          <p:cNvPr id="7" name="Obrázok 6" descr="Obrázok, na ktorom je papierový výrobok, text, papier, nalepovacie lístočky&#10;&#10;Automaticky generovaný popis">
            <a:extLst>
              <a:ext uri="{FF2B5EF4-FFF2-40B4-BE49-F238E27FC236}">
                <a16:creationId xmlns:a16="http://schemas.microsoft.com/office/drawing/2014/main" id="{CEA05997-057D-EB54-92C3-D56F645189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171" b="22559"/>
          <a:stretch/>
        </p:blipFill>
        <p:spPr>
          <a:xfrm>
            <a:off x="20" y="1150466"/>
            <a:ext cx="5067279" cy="2877247"/>
          </a:xfrm>
          <a:prstGeom prst="rect">
            <a:avLst/>
          </a:prstGeom>
        </p:spPr>
      </p:pic>
      <p:pic>
        <p:nvPicPr>
          <p:cNvPr id="5" name="Zástupný objekt pre obsah 4" descr="Obrázok, na ktorom je text, písmo, plagát, grafika&#10;&#10;Automaticky generovaný popis">
            <a:extLst>
              <a:ext uri="{FF2B5EF4-FFF2-40B4-BE49-F238E27FC236}">
                <a16:creationId xmlns:a16="http://schemas.microsoft.com/office/drawing/2014/main" id="{4BC24AE5-A4C4-D96C-16ED-6C83E311E5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54" r="-2" b="3372"/>
          <a:stretch/>
        </p:blipFill>
        <p:spPr>
          <a:xfrm>
            <a:off x="20" y="4027714"/>
            <a:ext cx="5067279" cy="2830286"/>
          </a:xfrm>
          <a:prstGeom prst="rect">
            <a:avLst/>
          </a:prstGeom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EC672CD0-4A52-B8C4-3985-207DB8D5BF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2764" y="1697317"/>
            <a:ext cx="5654012" cy="4479645"/>
          </a:xfrm>
        </p:spPr>
        <p:txBody>
          <a:bodyPr>
            <a:normAutofit/>
          </a:bodyPr>
          <a:lstStyle/>
          <a:p>
            <a:pPr marL="0" indent="0">
              <a:lnSpc>
                <a:spcPct val="200000"/>
              </a:lnSpc>
              <a:buNone/>
            </a:pPr>
            <a:endParaRPr lang="sk-SK" dirty="0"/>
          </a:p>
          <a:p>
            <a:pPr marL="0" indent="0">
              <a:lnSpc>
                <a:spcPct val="200000"/>
              </a:lnSpc>
              <a:buNone/>
            </a:pPr>
            <a:r>
              <a:rPr lang="sk-SK" b="1" dirty="0"/>
              <a:t>Pro</a:t>
            </a:r>
            <a:r>
              <a:rPr lang="sk-SK" dirty="0"/>
              <a:t> 368 208 (99.95 %)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sk-SK" b="1" dirty="0"/>
              <a:t>Proti </a:t>
            </a:r>
            <a:r>
              <a:rPr lang="sk-SK" dirty="0"/>
              <a:t>184 (0.05 %)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91060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1">
            <a:extLst>
              <a:ext uri="{FF2B5EF4-FFF2-40B4-BE49-F238E27FC236}">
                <a16:creationId xmlns:a16="http://schemas.microsoft.com/office/drawing/2014/main" id="{54005083-1151-4AA0-B5A5-E5612B2B2C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3">
            <a:extLst>
              <a:ext uri="{FF2B5EF4-FFF2-40B4-BE49-F238E27FC236}">
                <a16:creationId xmlns:a16="http://schemas.microsoft.com/office/drawing/2014/main" id="{4B963C5B-C292-4B20-9EC4-89C35372D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150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9D320189-8290-2572-117B-FFD25745C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262" y="274320"/>
            <a:ext cx="10424162" cy="656217"/>
          </a:xfrm>
        </p:spPr>
        <p:txBody>
          <a:bodyPr anchor="ctr">
            <a:normAutofit/>
          </a:bodyPr>
          <a:lstStyle/>
          <a:p>
            <a:pPr algn="r"/>
            <a:r>
              <a:rPr lang="cs-CZ" sz="2800" dirty="0">
                <a:solidFill>
                  <a:srgbClr val="FFFFFF"/>
                </a:solidFill>
              </a:rPr>
              <a:t>Dánský princ Karel</a:t>
            </a:r>
          </a:p>
        </p:txBody>
      </p:sp>
      <p:pic>
        <p:nvPicPr>
          <p:cNvPr id="5" name="Zástupný objekt pre obsah 4" descr="Obrázok, na ktorom je osoba, ošatenie, ľudská tvár, chlap&#10;&#10;Automaticky generovaný popis">
            <a:extLst>
              <a:ext uri="{FF2B5EF4-FFF2-40B4-BE49-F238E27FC236}">
                <a16:creationId xmlns:a16="http://schemas.microsoft.com/office/drawing/2014/main" id="{0EAAEC94-B22B-8E4B-4437-D51E2B3C53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945"/>
          <a:stretch/>
        </p:blipFill>
        <p:spPr>
          <a:xfrm>
            <a:off x="1" y="1150467"/>
            <a:ext cx="4076699" cy="5707533"/>
          </a:xfrm>
          <a:prstGeom prst="rect">
            <a:avLst/>
          </a:prstGeom>
        </p:spPr>
      </p:pic>
      <p:sp>
        <p:nvSpPr>
          <p:cNvPr id="18" name="Content Placeholder 8">
            <a:extLst>
              <a:ext uri="{FF2B5EF4-FFF2-40B4-BE49-F238E27FC236}">
                <a16:creationId xmlns:a16="http://schemas.microsoft.com/office/drawing/2014/main" id="{3D1DC933-C53B-A119-EFAC-EB9A600BB5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4401" y="1844937"/>
            <a:ext cx="6657190" cy="433202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cs-CZ" dirty="0">
                <a:effectLst/>
                <a:latin typeface="+mj-lt"/>
                <a:ea typeface="Aptos" panose="020B0004020202020204" pitchFamily="34" charset="0"/>
              </a:rPr>
              <a:t>Po schválení nezávislosti se však objevila otázka, jaké zřízení by Norsko mělo mít. Vládní elity podporovaly </a:t>
            </a:r>
            <a:r>
              <a:rPr lang="cs-CZ" b="1" dirty="0">
                <a:effectLst/>
                <a:latin typeface="+mj-lt"/>
                <a:ea typeface="Aptos" panose="020B0004020202020204" pitchFamily="34" charset="0"/>
              </a:rPr>
              <a:t>monarchii</a:t>
            </a:r>
            <a:r>
              <a:rPr lang="cs-CZ" dirty="0">
                <a:effectLst/>
                <a:latin typeface="+mj-lt"/>
                <a:ea typeface="Aptos" panose="020B0004020202020204" pitchFamily="34" charset="0"/>
              </a:rPr>
              <a:t>, a proto oslovily </a:t>
            </a:r>
            <a:r>
              <a:rPr lang="cs-CZ" b="1" dirty="0">
                <a:effectLst/>
                <a:latin typeface="+mj-lt"/>
                <a:ea typeface="Aptos" panose="020B0004020202020204" pitchFamily="34" charset="0"/>
              </a:rPr>
              <a:t>dánského prince Karla</a:t>
            </a:r>
            <a:r>
              <a:rPr lang="cs-CZ" dirty="0">
                <a:effectLst/>
                <a:latin typeface="+mj-lt"/>
                <a:ea typeface="Aptos" panose="020B0004020202020204" pitchFamily="34" charset="0"/>
              </a:rPr>
              <a:t>, vnuka tehdejšího dánského krále.</a:t>
            </a:r>
          </a:p>
          <a:p>
            <a:pPr marL="0" indent="0" algn="just">
              <a:buNone/>
            </a:pPr>
            <a:r>
              <a:rPr lang="cs-CZ" dirty="0">
                <a:effectLst/>
                <a:latin typeface="+mj-lt"/>
                <a:ea typeface="Aptos" panose="020B0004020202020204" pitchFamily="34" charset="0"/>
              </a:rPr>
              <a:t>(Kromě kulturní a historické blízkosti Dánska hrála při výběru prince Karla roli i skutečnost, že jeho manželka Maud byla dcerou anglického krále Eduarda VII. Z hlediska geopolitiky šlo o strategický krok.)</a:t>
            </a:r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139736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189ADC-6D9D-F844-4A35-510B06E7D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BF680AA7-D34E-4B52-8E70-1232906597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70024CF-5512-41E3-8BD3-A3A2740139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150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Nadpis 8">
            <a:extLst>
              <a:ext uri="{FF2B5EF4-FFF2-40B4-BE49-F238E27FC236}">
                <a16:creationId xmlns:a16="http://schemas.microsoft.com/office/drawing/2014/main" id="{908135A5-71D6-458D-6498-847A064CB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6696" y="269507"/>
            <a:ext cx="10520080" cy="722594"/>
          </a:xfrm>
        </p:spPr>
        <p:txBody>
          <a:bodyPr anchor="ctr">
            <a:normAutofit/>
          </a:bodyPr>
          <a:lstStyle/>
          <a:p>
            <a:pPr algn="r"/>
            <a:r>
              <a:rPr lang="cs-CZ" sz="2800" dirty="0">
                <a:solidFill>
                  <a:srgbClr val="FFFFFF"/>
                </a:solidFill>
              </a:rPr>
              <a:t>Norské referendum o monarchii (1905)</a:t>
            </a:r>
          </a:p>
        </p:txBody>
      </p:sp>
      <p:pic>
        <p:nvPicPr>
          <p:cNvPr id="6" name="Obrázok 5" descr="Obrázok, na ktorom je čierno-biela, stôl, nábytok, budova&#10;&#10;Automaticky generovaný popis">
            <a:extLst>
              <a:ext uri="{FF2B5EF4-FFF2-40B4-BE49-F238E27FC236}">
                <a16:creationId xmlns:a16="http://schemas.microsoft.com/office/drawing/2014/main" id="{80D5ECD0-419A-CA40-3701-9A1FD2797C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08" r="-2" b="15283"/>
          <a:stretch/>
        </p:blipFill>
        <p:spPr>
          <a:xfrm>
            <a:off x="20" y="1150466"/>
            <a:ext cx="5067279" cy="2877247"/>
          </a:xfrm>
          <a:prstGeom prst="rect">
            <a:avLst/>
          </a:prstGeom>
        </p:spPr>
      </p:pic>
      <p:pic>
        <p:nvPicPr>
          <p:cNvPr id="3" name="Obrázok 2" descr="Obrázok, na ktorom je štvorec, snímka obrazovky, nalepovacie lístočky, umenie&#10;&#10;Automaticky generovaný popis">
            <a:extLst>
              <a:ext uri="{FF2B5EF4-FFF2-40B4-BE49-F238E27FC236}">
                <a16:creationId xmlns:a16="http://schemas.microsoft.com/office/drawing/2014/main" id="{724F673E-7424-F118-CB3E-BD40D1075E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1" r="-2" b="6707"/>
          <a:stretch/>
        </p:blipFill>
        <p:spPr>
          <a:xfrm>
            <a:off x="20" y="4027714"/>
            <a:ext cx="5067279" cy="2830286"/>
          </a:xfrm>
          <a:prstGeom prst="rect">
            <a:avLst/>
          </a:prstGeom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2A080E8-34DD-288A-A28A-D859CA386E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2764" y="1697317"/>
            <a:ext cx="5654012" cy="447964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r>
              <a:rPr lang="sk-SK" b="1" dirty="0"/>
              <a:t>Pro</a:t>
            </a:r>
            <a:r>
              <a:rPr lang="sk-SK" dirty="0"/>
              <a:t> 259 563 (78.94 %)</a:t>
            </a:r>
          </a:p>
          <a:p>
            <a:pPr marL="0" indent="0">
              <a:buNone/>
            </a:pPr>
            <a:r>
              <a:rPr lang="sk-SK" b="1" dirty="0"/>
              <a:t>Proti </a:t>
            </a:r>
            <a:r>
              <a:rPr lang="sk-SK" dirty="0"/>
              <a:t>69 264 (21.06 %)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4211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4CEDF55B-0D10-4377-A610-3ECDC2BEFB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C718DDB-43B9-476D-AB6F-D86C8CF2F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37977" y="0"/>
            <a:ext cx="7154023" cy="228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7565EC5F-0795-7DAD-1CE1-766F6E01A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8041" y="365124"/>
            <a:ext cx="5837337" cy="1564685"/>
          </a:xfrm>
        </p:spPr>
        <p:txBody>
          <a:bodyPr>
            <a:normAutofit/>
          </a:bodyPr>
          <a:lstStyle/>
          <a:p>
            <a:r>
              <a:rPr lang="cs-CZ" dirty="0">
                <a:solidFill>
                  <a:srgbClr val="FFFFFF"/>
                </a:solidFill>
              </a:rPr>
              <a:t>Korunovace</a:t>
            </a:r>
          </a:p>
        </p:txBody>
      </p:sp>
      <p:pic>
        <p:nvPicPr>
          <p:cNvPr id="5" name="Zástupný objekt pre obsah 4" descr="Obrázok, na ktorom je ošatenie, osoba, retro štýl, návrh kostýmu&#10;&#10;Automaticky generovaný popis">
            <a:extLst>
              <a:ext uri="{FF2B5EF4-FFF2-40B4-BE49-F238E27FC236}">
                <a16:creationId xmlns:a16="http://schemas.microsoft.com/office/drawing/2014/main" id="{C4242512-60C4-091B-7AF5-9D474A715B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66"/>
          <a:stretch/>
        </p:blipFill>
        <p:spPr>
          <a:xfrm>
            <a:off x="20" y="10"/>
            <a:ext cx="5067279" cy="6857990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37F29CF-920A-CBDD-CD34-02DBFA44E1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5236" y="2737821"/>
            <a:ext cx="5710142" cy="3463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dirty="0"/>
              <a:t>Král </a:t>
            </a:r>
            <a:r>
              <a:rPr lang="cs-CZ" b="1" dirty="0" err="1"/>
              <a:t>Haakon</a:t>
            </a:r>
            <a:r>
              <a:rPr lang="cs-CZ" b="1" dirty="0"/>
              <a:t> VII.</a:t>
            </a:r>
            <a:r>
              <a:rPr lang="cs-CZ" dirty="0"/>
              <a:t> a královna </a:t>
            </a:r>
            <a:r>
              <a:rPr lang="cs-CZ" b="1" dirty="0"/>
              <a:t>Maud</a:t>
            </a:r>
            <a:r>
              <a:rPr lang="cs-CZ" dirty="0"/>
              <a:t> v korunovační den 22. června 1906.</a:t>
            </a:r>
          </a:p>
        </p:txBody>
      </p:sp>
    </p:spTree>
    <p:extLst>
      <p:ext uri="{BB962C8B-B14F-4D97-AF65-F5344CB8AC3E}">
        <p14:creationId xmlns:p14="http://schemas.microsoft.com/office/powerpoint/2010/main" val="4174054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37F81F5-0021-A089-4914-6F9BB60E2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006476"/>
          </a:xfrm>
        </p:spPr>
        <p:txBody>
          <a:bodyPr/>
          <a:lstStyle/>
          <a:p>
            <a:r>
              <a:rPr lang="sk-SK" b="1" dirty="0" err="1"/>
              <a:t>Nidaroský</a:t>
            </a:r>
            <a:r>
              <a:rPr lang="sk-SK" b="1" dirty="0"/>
              <a:t> dóm</a:t>
            </a:r>
            <a:endParaRPr lang="sk-SK" dirty="0"/>
          </a:p>
        </p:txBody>
      </p:sp>
      <p:pic>
        <p:nvPicPr>
          <p:cNvPr id="5" name="Zástupný objekt pre obsah 4" descr="Obrázok, na ktorom je exteriér, oblak, nebo, budova&#10;&#10;Automaticky generovaný popis">
            <a:extLst>
              <a:ext uri="{FF2B5EF4-FFF2-40B4-BE49-F238E27FC236}">
                <a16:creationId xmlns:a16="http://schemas.microsoft.com/office/drawing/2014/main" id="{7B70E93E-4D7A-10C5-2D41-49A1A38124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8894" y="1984375"/>
            <a:ext cx="4172899" cy="4197350"/>
          </a:xfrm>
        </p:spPr>
      </p:pic>
    </p:spTree>
    <p:extLst>
      <p:ext uri="{BB962C8B-B14F-4D97-AF65-F5344CB8AC3E}">
        <p14:creationId xmlns:p14="http://schemas.microsoft.com/office/powerpoint/2010/main" val="21688294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3448806-6042-DA08-6ADE-938226A25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020331"/>
          </a:xfrm>
        </p:spPr>
        <p:txBody>
          <a:bodyPr/>
          <a:lstStyle/>
          <a:p>
            <a:r>
              <a:rPr lang="sk-SK" dirty="0" err="1"/>
              <a:t>Haakon</a:t>
            </a:r>
            <a:r>
              <a:rPr lang="sk-SK" dirty="0"/>
              <a:t>, </a:t>
            </a:r>
            <a:r>
              <a:rPr lang="sk-SK" dirty="0" err="1"/>
              <a:t>Maud</a:t>
            </a:r>
            <a:r>
              <a:rPr lang="sk-SK" dirty="0"/>
              <a:t> a </a:t>
            </a:r>
            <a:r>
              <a:rPr lang="sk-SK" dirty="0" err="1"/>
              <a:t>Olaf</a:t>
            </a:r>
            <a:endParaRPr lang="sk-SK" dirty="0"/>
          </a:p>
        </p:txBody>
      </p:sp>
      <p:pic>
        <p:nvPicPr>
          <p:cNvPr id="5" name="Zástupný objekt pre obsah 4" descr="Obrázok, na ktorom je ošatenie, osoba, ľudská tvár, motýlik&#10;&#10;Automaticky generovaný popis">
            <a:extLst>
              <a:ext uri="{FF2B5EF4-FFF2-40B4-BE49-F238E27FC236}">
                <a16:creationId xmlns:a16="http://schemas.microsoft.com/office/drawing/2014/main" id="{C5935676-B632-B973-A8E5-E30AFE0381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6281" y="1984375"/>
            <a:ext cx="5878126" cy="4197350"/>
          </a:xfrm>
        </p:spPr>
      </p:pic>
    </p:spTree>
    <p:extLst>
      <p:ext uri="{BB962C8B-B14F-4D97-AF65-F5344CB8AC3E}">
        <p14:creationId xmlns:p14="http://schemas.microsoft.com/office/powerpoint/2010/main" val="40069019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829618A-B780-4421-AC86-35B451AF5D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D334BC5-72E2-DF48-6ECE-9349FCB00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349624"/>
            <a:ext cx="5329518" cy="1809376"/>
          </a:xfrm>
        </p:spPr>
        <p:txBody>
          <a:bodyPr>
            <a:normAutofit/>
          </a:bodyPr>
          <a:lstStyle/>
          <a:p>
            <a:r>
              <a:rPr lang="cs-CZ" dirty="0"/>
              <a:t>Současná královská rodina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45F91F7-43E5-98EC-901E-3BAC33BB53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2286000"/>
            <a:ext cx="5575300" cy="389096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r>
              <a:rPr lang="cs-CZ" dirty="0"/>
              <a:t>Král </a:t>
            </a:r>
            <a:r>
              <a:rPr lang="cs-CZ" b="1" dirty="0"/>
              <a:t>Harald V.</a:t>
            </a:r>
            <a:r>
              <a:rPr lang="cs-CZ" dirty="0"/>
              <a:t> s manželkou královnou </a:t>
            </a:r>
            <a:r>
              <a:rPr lang="cs-CZ" b="1" dirty="0"/>
              <a:t>Sonjou</a:t>
            </a:r>
            <a:r>
              <a:rPr lang="cs-CZ" dirty="0"/>
              <a:t>. Korunní princ </a:t>
            </a:r>
            <a:r>
              <a:rPr lang="cs-CZ" b="1" dirty="0" err="1"/>
              <a:t>Haakon</a:t>
            </a:r>
            <a:r>
              <a:rPr lang="cs-CZ" dirty="0"/>
              <a:t> a jeho manželka </a:t>
            </a:r>
            <a:r>
              <a:rPr lang="cs-CZ" b="1" dirty="0" err="1"/>
              <a:t>Mette</a:t>
            </a:r>
            <a:r>
              <a:rPr lang="cs-CZ" b="1" dirty="0"/>
              <a:t>-Marit</a:t>
            </a:r>
            <a:r>
              <a:rPr lang="cs-CZ" dirty="0"/>
              <a:t>.</a:t>
            </a:r>
          </a:p>
        </p:txBody>
      </p:sp>
      <p:pic>
        <p:nvPicPr>
          <p:cNvPr id="5" name="Zástupný objekt pre obsah 4" descr="Obrázok, na ktorom je osoba, ošatenie, šaty, tradícia&#10;&#10;Automaticky generovaný popis">
            <a:extLst>
              <a:ext uri="{FF2B5EF4-FFF2-40B4-BE49-F238E27FC236}">
                <a16:creationId xmlns:a16="http://schemas.microsoft.com/office/drawing/2014/main" id="{77FDA13B-D6A1-6F26-C695-956299D24A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680" y="1293288"/>
            <a:ext cx="5247639" cy="4119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260385"/>
      </p:ext>
    </p:extLst>
  </p:cSld>
  <p:clrMapOvr>
    <a:masterClrMapping/>
  </p:clrMapOvr>
</p:sld>
</file>

<file path=ppt/theme/theme1.xml><?xml version="1.0" encoding="utf-8"?>
<a:theme xmlns:a="http://schemas.openxmlformats.org/drawingml/2006/main" name="ColorBlockVTI">
  <a:themeElements>
    <a:clrScheme name="ColorBlock Color Scheme">
      <a:dk1>
        <a:sysClr val="windowText" lastClr="000000"/>
      </a:dk1>
      <a:lt1>
        <a:sysClr val="window" lastClr="FFFFFF"/>
      </a:lt1>
      <a:dk2>
        <a:srgbClr val="002044"/>
      </a:dk2>
      <a:lt2>
        <a:srgbClr val="F5F0F3"/>
      </a:lt2>
      <a:accent1>
        <a:srgbClr val="4A41C5"/>
      </a:accent1>
      <a:accent2>
        <a:srgbClr val="37997B"/>
      </a:accent2>
      <a:accent3>
        <a:srgbClr val="17B4DF"/>
      </a:accent3>
      <a:accent4>
        <a:srgbClr val="E69500"/>
      </a:accent4>
      <a:accent5>
        <a:srgbClr val="276D77"/>
      </a:accent5>
      <a:accent6>
        <a:srgbClr val="386ECE"/>
      </a:accent6>
      <a:hlink>
        <a:srgbClr val="AF1DAF"/>
      </a:hlink>
      <a:folHlink>
        <a:srgbClr val="FE5C68"/>
      </a:folHlink>
    </a:clrScheme>
    <a:fontScheme name="Custom 1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lorBlockVTI" id="{733CB85B-8F47-42FB-9326-9FF507018D27}" vid="{069BD9C2-DF61-4F2B-A577-A59C7FC2FF6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Farebný blok</Template>
  <TotalTime>73</TotalTime>
  <Words>152</Words>
  <Application>Microsoft Office PowerPoint</Application>
  <PresentationFormat>Širokoúhlá obrazovka</PresentationFormat>
  <Paragraphs>18</Paragraphs>
  <Slides>7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2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7</vt:i4>
      </vt:variant>
    </vt:vector>
  </HeadingPairs>
  <TitlesOfParts>
    <vt:vector size="10" baseType="lpstr">
      <vt:lpstr>Arial</vt:lpstr>
      <vt:lpstr>Avenir Next LT Pro</vt:lpstr>
      <vt:lpstr>ColorBlockVTI</vt:lpstr>
      <vt:lpstr>Referendum o rozpuštění unie se Švédskem (1905)</vt:lpstr>
      <vt:lpstr>Dánský princ Karel</vt:lpstr>
      <vt:lpstr>Norské referendum o monarchii (1905)</vt:lpstr>
      <vt:lpstr>Korunovace</vt:lpstr>
      <vt:lpstr>Nidaroský dóm</vt:lpstr>
      <vt:lpstr>Haakon, Maud a Olaf</vt:lpstr>
      <vt:lpstr>Současná královská rodina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Tomáš Bratina</dc:creator>
  <cp:lastModifiedBy>Tomáš Bratina</cp:lastModifiedBy>
  <cp:revision>1</cp:revision>
  <dcterms:created xsi:type="dcterms:W3CDTF">2024-10-07T13:29:10Z</dcterms:created>
  <dcterms:modified xsi:type="dcterms:W3CDTF">2025-10-02T13:52:18Z</dcterms:modified>
</cp:coreProperties>
</file>