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3" r:id="rId3"/>
    <p:sldId id="370" r:id="rId4"/>
    <p:sldId id="323" r:id="rId5"/>
    <p:sldId id="260" r:id="rId6"/>
    <p:sldId id="373" r:id="rId7"/>
    <p:sldId id="324" r:id="rId8"/>
    <p:sldId id="325" r:id="rId9"/>
    <p:sldId id="326" r:id="rId10"/>
    <p:sldId id="327" r:id="rId11"/>
    <p:sldId id="328" r:id="rId12"/>
    <p:sldId id="258" r:id="rId13"/>
    <p:sldId id="329" r:id="rId14"/>
    <p:sldId id="330" r:id="rId15"/>
    <p:sldId id="331" r:id="rId16"/>
    <p:sldId id="332" r:id="rId17"/>
    <p:sldId id="333" r:id="rId18"/>
    <p:sldId id="259" r:id="rId19"/>
    <p:sldId id="334" r:id="rId20"/>
    <p:sldId id="335" r:id="rId21"/>
    <p:sldId id="336" r:id="rId22"/>
    <p:sldId id="337" r:id="rId23"/>
    <p:sldId id="338" r:id="rId24"/>
    <p:sldId id="261" r:id="rId25"/>
    <p:sldId id="339" r:id="rId26"/>
    <p:sldId id="340" r:id="rId27"/>
    <p:sldId id="341" r:id="rId28"/>
    <p:sldId id="342" r:id="rId29"/>
    <p:sldId id="343" r:id="rId30"/>
    <p:sldId id="262" r:id="rId31"/>
    <p:sldId id="344" r:id="rId32"/>
    <p:sldId id="345" r:id="rId33"/>
    <p:sldId id="346" r:id="rId34"/>
    <p:sldId id="347" r:id="rId35"/>
    <p:sldId id="348" r:id="rId36"/>
    <p:sldId id="363" r:id="rId37"/>
    <p:sldId id="364" r:id="rId38"/>
    <p:sldId id="365" r:id="rId39"/>
    <p:sldId id="366" r:id="rId40"/>
    <p:sldId id="367" r:id="rId41"/>
    <p:sldId id="368" r:id="rId42"/>
    <p:sldId id="349" r:id="rId43"/>
    <p:sldId id="350" r:id="rId44"/>
    <p:sldId id="351" r:id="rId45"/>
    <p:sldId id="352" r:id="rId46"/>
    <p:sldId id="353" r:id="rId47"/>
    <p:sldId id="354" r:id="rId48"/>
    <p:sldId id="264" r:id="rId49"/>
    <p:sldId id="355" r:id="rId50"/>
    <p:sldId id="356" r:id="rId51"/>
    <p:sldId id="357" r:id="rId52"/>
    <p:sldId id="358" r:id="rId53"/>
    <p:sldId id="359" r:id="rId54"/>
    <p:sldId id="360" r:id="rId55"/>
    <p:sldId id="361" r:id="rId56"/>
    <p:sldId id="374" r:id="rId57"/>
    <p:sldId id="375" r:id="rId58"/>
    <p:sldId id="376" r:id="rId59"/>
    <p:sldId id="377" r:id="rId60"/>
    <p:sldId id="378" r:id="rId61"/>
    <p:sldId id="369" r:id="rId62"/>
    <p:sldId id="372" r:id="rId63"/>
    <p:sldId id="371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2E7BE5-92B9-4781-859E-F09365A9D580}" v="2" dt="2025-12-11T11:46:23.1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redný štýl 2 - zvýrazneni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Bez štýlu, bez mriežky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Bez štýlu, mriežka tabuľky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áš Bratina" userId="2033f5136aa55253" providerId="LiveId" clId="{8ECA8620-7B00-4EDA-805E-0BA470DD3A9F}"/>
    <pc:docChg chg="addSld delSld modSld sldOrd">
      <pc:chgData name="Tomáš Bratina" userId="2033f5136aa55253" providerId="LiveId" clId="{8ECA8620-7B00-4EDA-805E-0BA470DD3A9F}" dt="2025-12-11T11:46:23.125" v="51" actId="20577"/>
      <pc:docMkLst>
        <pc:docMk/>
      </pc:docMkLst>
      <pc:sldChg chg="modSp mod">
        <pc:chgData name="Tomáš Bratina" userId="2033f5136aa55253" providerId="LiveId" clId="{8ECA8620-7B00-4EDA-805E-0BA470DD3A9F}" dt="2025-12-08T14:29:44.080" v="1" actId="20577"/>
        <pc:sldMkLst>
          <pc:docMk/>
          <pc:sldMk cId="2632414962" sldId="256"/>
        </pc:sldMkLst>
        <pc:spChg chg="mod">
          <ac:chgData name="Tomáš Bratina" userId="2033f5136aa55253" providerId="LiveId" clId="{8ECA8620-7B00-4EDA-805E-0BA470DD3A9F}" dt="2025-12-08T14:29:44.080" v="1" actId="20577"/>
          <ac:spMkLst>
            <pc:docMk/>
            <pc:sldMk cId="2632414962" sldId="256"/>
            <ac:spMk id="3" creationId="{8A74EDAA-8FEC-2216-E365-64A5C4215962}"/>
          </ac:spMkLst>
        </pc:spChg>
      </pc:sldChg>
      <pc:sldChg chg="modSp mod">
        <pc:chgData name="Tomáš Bratina" userId="2033f5136aa55253" providerId="LiveId" clId="{8ECA8620-7B00-4EDA-805E-0BA470DD3A9F}" dt="2025-12-11T11:46:23.125" v="51" actId="20577"/>
        <pc:sldMkLst>
          <pc:docMk/>
          <pc:sldMk cId="583449527" sldId="257"/>
        </pc:sldMkLst>
        <pc:spChg chg="mod">
          <ac:chgData name="Tomáš Bratina" userId="2033f5136aa55253" providerId="LiveId" clId="{8ECA8620-7B00-4EDA-805E-0BA470DD3A9F}" dt="2025-12-11T11:46:22.454" v="50" actId="20577"/>
          <ac:spMkLst>
            <pc:docMk/>
            <pc:sldMk cId="583449527" sldId="257"/>
            <ac:spMk id="2" creationId="{5EB5CC17-B2F6-3EA4-EED8-0129357A70BC}"/>
          </ac:spMkLst>
        </pc:spChg>
        <pc:spChg chg="mod">
          <ac:chgData name="Tomáš Bratina" userId="2033f5136aa55253" providerId="LiveId" clId="{8ECA8620-7B00-4EDA-805E-0BA470DD3A9F}" dt="2025-12-11T11:46:23.125" v="51" actId="20577"/>
          <ac:spMkLst>
            <pc:docMk/>
            <pc:sldMk cId="583449527" sldId="257"/>
            <ac:spMk id="3" creationId="{942F9334-5E99-38DC-8A8B-ECCEE249D2BF}"/>
          </ac:spMkLst>
        </pc:spChg>
      </pc:sldChg>
      <pc:sldChg chg="ord">
        <pc:chgData name="Tomáš Bratina" userId="2033f5136aa55253" providerId="LiveId" clId="{8ECA8620-7B00-4EDA-805E-0BA470DD3A9F}" dt="2025-12-08T14:32:41.565" v="34"/>
        <pc:sldMkLst>
          <pc:docMk/>
          <pc:sldMk cId="3159259258" sldId="260"/>
        </pc:sldMkLst>
      </pc:sldChg>
      <pc:sldChg chg="modSp mod">
        <pc:chgData name="Tomáš Bratina" userId="2033f5136aa55253" providerId="LiveId" clId="{8ECA8620-7B00-4EDA-805E-0BA470DD3A9F}" dt="2025-12-08T14:31:09.873" v="27" actId="20577"/>
        <pc:sldMkLst>
          <pc:docMk/>
          <pc:sldMk cId="1764604052" sldId="293"/>
        </pc:sldMkLst>
        <pc:spChg chg="mod">
          <ac:chgData name="Tomáš Bratina" userId="2033f5136aa55253" providerId="LiveId" clId="{8ECA8620-7B00-4EDA-805E-0BA470DD3A9F}" dt="2025-12-08T14:31:09.873" v="27" actId="20577"/>
          <ac:spMkLst>
            <pc:docMk/>
            <pc:sldMk cId="1764604052" sldId="293"/>
            <ac:spMk id="3" creationId="{15715B3E-7B46-7418-3C0F-5B259DEB6FE9}"/>
          </ac:spMkLst>
        </pc:spChg>
      </pc:sldChg>
      <pc:sldChg chg="modSp mod">
        <pc:chgData name="Tomáš Bratina" userId="2033f5136aa55253" providerId="LiveId" clId="{8ECA8620-7B00-4EDA-805E-0BA470DD3A9F}" dt="2025-12-08T14:31:54.367" v="30" actId="20577"/>
        <pc:sldMkLst>
          <pc:docMk/>
          <pc:sldMk cId="3201488444" sldId="323"/>
        </pc:sldMkLst>
        <pc:graphicFrameChg chg="modGraphic">
          <ac:chgData name="Tomáš Bratina" userId="2033f5136aa55253" providerId="LiveId" clId="{8ECA8620-7B00-4EDA-805E-0BA470DD3A9F}" dt="2025-12-08T14:31:54.367" v="30" actId="20577"/>
          <ac:graphicFrameMkLst>
            <pc:docMk/>
            <pc:sldMk cId="3201488444" sldId="323"/>
            <ac:graphicFrameMk id="4" creationId="{F15E0D74-42B9-2768-B503-E88F3CEF9498}"/>
          </ac:graphicFrameMkLst>
        </pc:graphicFrameChg>
      </pc:sldChg>
      <pc:sldChg chg="ord">
        <pc:chgData name="Tomáš Bratina" userId="2033f5136aa55253" providerId="LiveId" clId="{8ECA8620-7B00-4EDA-805E-0BA470DD3A9F}" dt="2025-12-08T14:32:24.487" v="32"/>
        <pc:sldMkLst>
          <pc:docMk/>
          <pc:sldMk cId="3313719318" sldId="324"/>
        </pc:sldMkLst>
      </pc:sldChg>
      <pc:sldChg chg="add">
        <pc:chgData name="Tomáš Bratina" userId="2033f5136aa55253" providerId="LiveId" clId="{8ECA8620-7B00-4EDA-805E-0BA470DD3A9F}" dt="2025-12-11T11:46:12.470" v="41" actId="2890"/>
        <pc:sldMkLst>
          <pc:docMk/>
          <pc:sldMk cId="1878931518" sldId="373"/>
        </pc:sldMkLst>
      </pc:sldChg>
    </pc:docChg>
  </pc:docChgLst>
  <pc:docChgLst>
    <pc:chgData name="Tomáš Bratina" userId="2033f5136aa55253" providerId="LiveId" clId="{70AC3D02-762B-42A9-A6F8-528CED61E437}"/>
    <pc:docChg chg="undo custSel addSld modSld">
      <pc:chgData name="Tomáš Bratina" userId="2033f5136aa55253" providerId="LiveId" clId="{70AC3D02-762B-42A9-A6F8-528CED61E437}" dt="2025-12-09T09:15:48.732" v="302" actId="790"/>
      <pc:docMkLst>
        <pc:docMk/>
      </pc:docMkLst>
      <pc:sldChg chg="modSp mod">
        <pc:chgData name="Tomáš Bratina" userId="2033f5136aa55253" providerId="LiveId" clId="{70AC3D02-762B-42A9-A6F8-528CED61E437}" dt="2025-12-09T08:00:36.252" v="26" actId="5793"/>
        <pc:sldMkLst>
          <pc:docMk/>
          <pc:sldMk cId="583449527" sldId="257"/>
        </pc:sldMkLst>
        <pc:spChg chg="mod">
          <ac:chgData name="Tomáš Bratina" userId="2033f5136aa55253" providerId="LiveId" clId="{70AC3D02-762B-42A9-A6F8-528CED61E437}" dt="2025-12-09T08:00:36.252" v="26" actId="5793"/>
          <ac:spMkLst>
            <pc:docMk/>
            <pc:sldMk cId="583449527" sldId="257"/>
            <ac:spMk id="3" creationId="{942F9334-5E99-38DC-8A8B-ECCEE249D2BF}"/>
          </ac:spMkLst>
        </pc:spChg>
      </pc:sldChg>
      <pc:sldChg chg="modSp mod">
        <pc:chgData name="Tomáš Bratina" userId="2033f5136aa55253" providerId="LiveId" clId="{70AC3D02-762B-42A9-A6F8-528CED61E437}" dt="2025-12-09T07:59:35.932" v="20" actId="20577"/>
        <pc:sldMkLst>
          <pc:docMk/>
          <pc:sldMk cId="3159259258" sldId="260"/>
        </pc:sldMkLst>
        <pc:spChg chg="mod">
          <ac:chgData name="Tomáš Bratina" userId="2033f5136aa55253" providerId="LiveId" clId="{70AC3D02-762B-42A9-A6F8-528CED61E437}" dt="2025-12-09T07:59:35.932" v="20" actId="20577"/>
          <ac:spMkLst>
            <pc:docMk/>
            <pc:sldMk cId="3159259258" sldId="260"/>
            <ac:spMk id="3" creationId="{C167C175-BD54-C847-BD4A-04978F3B6220}"/>
          </ac:spMkLst>
        </pc:spChg>
      </pc:sldChg>
      <pc:sldChg chg="modSp mod">
        <pc:chgData name="Tomáš Bratina" userId="2033f5136aa55253" providerId="LiveId" clId="{70AC3D02-762B-42A9-A6F8-528CED61E437}" dt="2025-12-09T08:01:04.969" v="27" actId="790"/>
        <pc:sldMkLst>
          <pc:docMk/>
          <pc:sldMk cId="211319494" sldId="261"/>
        </pc:sldMkLst>
        <pc:spChg chg="mod">
          <ac:chgData name="Tomáš Bratina" userId="2033f5136aa55253" providerId="LiveId" clId="{70AC3D02-762B-42A9-A6F8-528CED61E437}" dt="2025-12-09T08:01:04.969" v="27" actId="790"/>
          <ac:spMkLst>
            <pc:docMk/>
            <pc:sldMk cId="211319494" sldId="261"/>
            <ac:spMk id="2" creationId="{B007BDC5-5A8F-EE30-89A5-115026B38A52}"/>
          </ac:spMkLst>
        </pc:spChg>
      </pc:sldChg>
      <pc:sldChg chg="modSp mod">
        <pc:chgData name="Tomáš Bratina" userId="2033f5136aa55253" providerId="LiveId" clId="{70AC3D02-762B-42A9-A6F8-528CED61E437}" dt="2025-12-09T08:01:36.480" v="28" actId="255"/>
        <pc:sldMkLst>
          <pc:docMk/>
          <pc:sldMk cId="538581674" sldId="363"/>
        </pc:sldMkLst>
        <pc:spChg chg="mod">
          <ac:chgData name="Tomáš Bratina" userId="2033f5136aa55253" providerId="LiveId" clId="{70AC3D02-762B-42A9-A6F8-528CED61E437}" dt="2025-12-09T08:01:36.480" v="28" actId="255"/>
          <ac:spMkLst>
            <pc:docMk/>
            <pc:sldMk cId="538581674" sldId="363"/>
            <ac:spMk id="3" creationId="{99D022B0-9BEC-CBA3-7BB2-419B59E7BCAC}"/>
          </ac:spMkLst>
        </pc:spChg>
      </pc:sldChg>
      <pc:sldChg chg="modSp mod">
        <pc:chgData name="Tomáš Bratina" userId="2033f5136aa55253" providerId="LiveId" clId="{70AC3D02-762B-42A9-A6F8-528CED61E437}" dt="2025-12-09T08:01:41.016" v="29" actId="255"/>
        <pc:sldMkLst>
          <pc:docMk/>
          <pc:sldMk cId="4157494895" sldId="364"/>
        </pc:sldMkLst>
        <pc:spChg chg="mod">
          <ac:chgData name="Tomáš Bratina" userId="2033f5136aa55253" providerId="LiveId" clId="{70AC3D02-762B-42A9-A6F8-528CED61E437}" dt="2025-12-09T08:01:41.016" v="29" actId="255"/>
          <ac:spMkLst>
            <pc:docMk/>
            <pc:sldMk cId="4157494895" sldId="364"/>
            <ac:spMk id="3" creationId="{C95FE0E6-190A-90D3-6FB1-38F2F27841FC}"/>
          </ac:spMkLst>
        </pc:spChg>
      </pc:sldChg>
      <pc:sldChg chg="modSp mod">
        <pc:chgData name="Tomáš Bratina" userId="2033f5136aa55253" providerId="LiveId" clId="{70AC3D02-762B-42A9-A6F8-528CED61E437}" dt="2025-12-09T08:01:46.240" v="30" actId="255"/>
        <pc:sldMkLst>
          <pc:docMk/>
          <pc:sldMk cId="345505765" sldId="365"/>
        </pc:sldMkLst>
        <pc:spChg chg="mod">
          <ac:chgData name="Tomáš Bratina" userId="2033f5136aa55253" providerId="LiveId" clId="{70AC3D02-762B-42A9-A6F8-528CED61E437}" dt="2025-12-09T08:01:46.240" v="30" actId="255"/>
          <ac:spMkLst>
            <pc:docMk/>
            <pc:sldMk cId="345505765" sldId="365"/>
            <ac:spMk id="3" creationId="{EE597FD0-4A2E-6997-1EB7-73F6EBBBB470}"/>
          </ac:spMkLst>
        </pc:spChg>
      </pc:sldChg>
      <pc:sldChg chg="modSp mod">
        <pc:chgData name="Tomáš Bratina" userId="2033f5136aa55253" providerId="LiveId" clId="{70AC3D02-762B-42A9-A6F8-528CED61E437}" dt="2025-12-09T08:01:51.210" v="31" actId="255"/>
        <pc:sldMkLst>
          <pc:docMk/>
          <pc:sldMk cId="2607521744" sldId="366"/>
        </pc:sldMkLst>
        <pc:spChg chg="mod">
          <ac:chgData name="Tomáš Bratina" userId="2033f5136aa55253" providerId="LiveId" clId="{70AC3D02-762B-42A9-A6F8-528CED61E437}" dt="2025-12-09T08:01:51.210" v="31" actId="255"/>
          <ac:spMkLst>
            <pc:docMk/>
            <pc:sldMk cId="2607521744" sldId="366"/>
            <ac:spMk id="3" creationId="{14176A48-7B3D-D4F7-A743-12F505EF1FE4}"/>
          </ac:spMkLst>
        </pc:spChg>
      </pc:sldChg>
      <pc:sldChg chg="modSp mod">
        <pc:chgData name="Tomáš Bratina" userId="2033f5136aa55253" providerId="LiveId" clId="{70AC3D02-762B-42A9-A6F8-528CED61E437}" dt="2025-12-09T08:01:55.156" v="32" actId="255"/>
        <pc:sldMkLst>
          <pc:docMk/>
          <pc:sldMk cId="4247832802" sldId="367"/>
        </pc:sldMkLst>
        <pc:spChg chg="mod">
          <ac:chgData name="Tomáš Bratina" userId="2033f5136aa55253" providerId="LiveId" clId="{70AC3D02-762B-42A9-A6F8-528CED61E437}" dt="2025-12-09T08:01:55.156" v="32" actId="255"/>
          <ac:spMkLst>
            <pc:docMk/>
            <pc:sldMk cId="4247832802" sldId="367"/>
            <ac:spMk id="3" creationId="{D7513C63-EAF3-4D0C-7CC8-785AC395002C}"/>
          </ac:spMkLst>
        </pc:spChg>
      </pc:sldChg>
      <pc:sldChg chg="modSp mod">
        <pc:chgData name="Tomáš Bratina" userId="2033f5136aa55253" providerId="LiveId" clId="{70AC3D02-762B-42A9-A6F8-528CED61E437}" dt="2025-12-09T08:01:59.674" v="33" actId="255"/>
        <pc:sldMkLst>
          <pc:docMk/>
          <pc:sldMk cId="289239539" sldId="368"/>
        </pc:sldMkLst>
        <pc:spChg chg="mod">
          <ac:chgData name="Tomáš Bratina" userId="2033f5136aa55253" providerId="LiveId" clId="{70AC3D02-762B-42A9-A6F8-528CED61E437}" dt="2025-12-09T08:01:59.674" v="33" actId="255"/>
          <ac:spMkLst>
            <pc:docMk/>
            <pc:sldMk cId="289239539" sldId="368"/>
            <ac:spMk id="3" creationId="{415EA1A7-E283-A512-6BA9-0516DE4C734E}"/>
          </ac:spMkLst>
        </pc:spChg>
      </pc:sldChg>
      <pc:sldChg chg="modSp mod">
        <pc:chgData name="Tomáš Bratina" userId="2033f5136aa55253" providerId="LiveId" clId="{70AC3D02-762B-42A9-A6F8-528CED61E437}" dt="2025-12-09T09:09:18.549" v="290" actId="20577"/>
        <pc:sldMkLst>
          <pc:docMk/>
          <pc:sldMk cId="3239773137" sldId="369"/>
        </pc:sldMkLst>
        <pc:spChg chg="mod">
          <ac:chgData name="Tomáš Bratina" userId="2033f5136aa55253" providerId="LiveId" clId="{70AC3D02-762B-42A9-A6F8-528CED61E437}" dt="2025-12-09T09:08:14.793" v="281" actId="255"/>
          <ac:spMkLst>
            <pc:docMk/>
            <pc:sldMk cId="3239773137" sldId="369"/>
            <ac:spMk id="2" creationId="{7EC0CB93-DF35-52D1-5723-043C5392E22F}"/>
          </ac:spMkLst>
        </pc:spChg>
        <pc:spChg chg="mod">
          <ac:chgData name="Tomáš Bratina" userId="2033f5136aa55253" providerId="LiveId" clId="{70AC3D02-762B-42A9-A6F8-528CED61E437}" dt="2025-12-09T09:09:18.549" v="290" actId="20577"/>
          <ac:spMkLst>
            <pc:docMk/>
            <pc:sldMk cId="3239773137" sldId="369"/>
            <ac:spMk id="3" creationId="{3625791E-E272-214B-912A-D806857F975F}"/>
          </ac:spMkLst>
        </pc:spChg>
      </pc:sldChg>
      <pc:sldChg chg="modSp add mod">
        <pc:chgData name="Tomáš Bratina" userId="2033f5136aa55253" providerId="LiveId" clId="{70AC3D02-762B-42A9-A6F8-528CED61E437}" dt="2025-12-09T09:04:28.402" v="251" actId="113"/>
        <pc:sldMkLst>
          <pc:docMk/>
          <pc:sldMk cId="3871433153" sldId="370"/>
        </pc:sldMkLst>
        <pc:spChg chg="mod">
          <ac:chgData name="Tomáš Bratina" userId="2033f5136aa55253" providerId="LiveId" clId="{70AC3D02-762B-42A9-A6F8-528CED61E437}" dt="2025-12-09T09:01:24.032" v="184" actId="20577"/>
          <ac:spMkLst>
            <pc:docMk/>
            <pc:sldMk cId="3871433153" sldId="370"/>
            <ac:spMk id="2" creationId="{DA7F8F26-06F0-5E1D-5F7D-CEB58DDE5784}"/>
          </ac:spMkLst>
        </pc:spChg>
        <pc:spChg chg="mod">
          <ac:chgData name="Tomáš Bratina" userId="2033f5136aa55253" providerId="LiveId" clId="{70AC3D02-762B-42A9-A6F8-528CED61E437}" dt="2025-12-09T09:04:28.402" v="251" actId="113"/>
          <ac:spMkLst>
            <pc:docMk/>
            <pc:sldMk cId="3871433153" sldId="370"/>
            <ac:spMk id="3" creationId="{3D40E815-4A1C-A8A7-B18A-FBD4FFE4E3FE}"/>
          </ac:spMkLst>
        </pc:spChg>
      </pc:sldChg>
      <pc:sldChg chg="addSp delSp modSp add mod chgLayout">
        <pc:chgData name="Tomáš Bratina" userId="2033f5136aa55253" providerId="LiveId" clId="{70AC3D02-762B-42A9-A6F8-528CED61E437}" dt="2025-12-09T09:07:04.434" v="276" actId="20577"/>
        <pc:sldMkLst>
          <pc:docMk/>
          <pc:sldMk cId="24219036" sldId="371"/>
        </pc:sldMkLst>
        <pc:spChg chg="mod ord">
          <ac:chgData name="Tomáš Bratina" userId="2033f5136aa55253" providerId="LiveId" clId="{70AC3D02-762B-42A9-A6F8-528CED61E437}" dt="2025-12-09T09:05:59.321" v="256" actId="700"/>
          <ac:spMkLst>
            <pc:docMk/>
            <pc:sldMk cId="24219036" sldId="371"/>
            <ac:spMk id="3" creationId="{A1A61FE4-D01F-19F3-DC41-96AA493D1557}"/>
          </ac:spMkLst>
        </pc:spChg>
        <pc:spChg chg="add mod">
          <ac:chgData name="Tomáš Bratina" userId="2033f5136aa55253" providerId="LiveId" clId="{70AC3D02-762B-42A9-A6F8-528CED61E437}" dt="2025-12-09T09:07:04.434" v="276" actId="20577"/>
          <ac:spMkLst>
            <pc:docMk/>
            <pc:sldMk cId="24219036" sldId="371"/>
            <ac:spMk id="8" creationId="{A7EB54D7-EE73-431B-37B8-450034C7F44E}"/>
          </ac:spMkLst>
        </pc:spChg>
        <pc:picChg chg="add mod">
          <ac:chgData name="Tomáš Bratina" userId="2033f5136aa55253" providerId="LiveId" clId="{70AC3D02-762B-42A9-A6F8-528CED61E437}" dt="2025-12-09T09:06:12.734" v="259" actId="962"/>
          <ac:picMkLst>
            <pc:docMk/>
            <pc:sldMk cId="24219036" sldId="371"/>
            <ac:picMk id="6" creationId="{BD1981A9-55F2-CDD5-8BA7-79BCC618B1A6}"/>
          </ac:picMkLst>
        </pc:picChg>
      </pc:sldChg>
      <pc:sldChg chg="modSp add mod">
        <pc:chgData name="Tomáš Bratina" userId="2033f5136aa55253" providerId="LiveId" clId="{70AC3D02-762B-42A9-A6F8-528CED61E437}" dt="2025-12-09T09:15:48.732" v="302" actId="790"/>
        <pc:sldMkLst>
          <pc:docMk/>
          <pc:sldMk cId="819152066" sldId="372"/>
        </pc:sldMkLst>
        <pc:spChg chg="mod">
          <ac:chgData name="Tomáš Bratina" userId="2033f5136aa55253" providerId="LiveId" clId="{70AC3D02-762B-42A9-A6F8-528CED61E437}" dt="2025-12-09T09:15:48.732" v="302" actId="790"/>
          <ac:spMkLst>
            <pc:docMk/>
            <pc:sldMk cId="819152066" sldId="372"/>
            <ac:spMk id="2" creationId="{A48541BA-44CF-274C-1AF8-04141B39FA5B}"/>
          </ac:spMkLst>
        </pc:spChg>
        <pc:spChg chg="mod">
          <ac:chgData name="Tomáš Bratina" userId="2033f5136aa55253" providerId="LiveId" clId="{70AC3D02-762B-42A9-A6F8-528CED61E437}" dt="2025-12-09T09:15:43.946" v="301" actId="20577"/>
          <ac:spMkLst>
            <pc:docMk/>
            <pc:sldMk cId="819152066" sldId="372"/>
            <ac:spMk id="3" creationId="{539DFA28-9D52-B85C-4457-D2F56FEE16F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9055A8-6754-4F27-8010-BF142982DD0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1A4A20-9E70-4ADF-93C1-5AE458194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224" y="749808"/>
            <a:ext cx="10552176" cy="3557016"/>
          </a:xfrm>
        </p:spPr>
        <p:txBody>
          <a:bodyPr anchor="t">
            <a:normAutofit/>
          </a:bodyPr>
          <a:lstStyle>
            <a:lvl1pPr algn="l">
              <a:defRPr sz="8800">
                <a:solidFill>
                  <a:srgbClr val="FFFFFF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1A2C5-995E-4938-A286-FF484EFA5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224" y="4315968"/>
            <a:ext cx="10552176" cy="128016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B2B54-AE65-400A-9A43-C7E9A2D09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E518CBA-D8B4-47B2-892B-826C26D1B466}" type="datetimeFigureOut">
              <a:rPr lang="en-US" smtClean="0"/>
              <a:pPr/>
              <a:t>12/11/2025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7D3C2-CF25-407F-9633-CC1C7EC2C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44EC1-9618-44EF-8FF9-4E5924669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D4885A8-DDA8-4FCF-AB25-DA8F78EC75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224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6998E-60B9-44FD-B71B-407CE234E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C44ED-C49E-464D-A8E8-7E8FB156B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3930F-839A-448C-B22F-17DCF8824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ED610-56DE-4381-B9BA-74E9F7029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E3EBA-BBD3-4D2C-BA7E-BA64E8FC1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672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6F91-C69F-4181-BC26-4A76210B8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1709738"/>
            <a:ext cx="10552176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5FEDC-4DA0-420D-B6D3-C1B6C890E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4589463"/>
            <a:ext cx="10552176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8E5B0-64AB-4211-A5E9-E7B5E382C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70793-C8A6-407E-AA39-E600C4949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488AB-477B-4EA9-96E3-D13AA64E9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930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C2F94-5504-4796-A85A-57868A609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C2508-96AD-4E76-BFED-4E050E3125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9224" y="2029968"/>
            <a:ext cx="5120640" cy="4142232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EE25B0-ACAA-4CEA-B676-4755C97D3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0" y="2029968"/>
            <a:ext cx="5074920" cy="4142232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2DA81-A1B3-43E9-B10E-0177B34D4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6FC5B-4DCB-42B7-8BE0-8A0CE036E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3E735-1BF2-4262-ABD0-F61F04BB1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407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F4733-9B14-4F6C-BB0C-EB32FC834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5"/>
            <a:ext cx="10552176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443C1-6678-4C0F-B744-5C06E62BC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681163"/>
            <a:ext cx="5120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D6372-56E9-420B-BE6D-5B9955C85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224" y="2505075"/>
            <a:ext cx="5120640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6C3E2B-9CF5-472A-92BC-C6816EE855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26480" y="1681163"/>
            <a:ext cx="50749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4062EC-1C60-4236-8875-B3E2F4C342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26480" y="2505075"/>
            <a:ext cx="5074920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127C3C-F51C-47ED-99BD-B74125C4E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6F6E0A-65A4-4643-BDC1-EC464634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E1B013-E7D5-428A-A2F1-6D62454A3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216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62CF-3BAF-4273-B7E7-1B544D5C5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CCCCC1-9F0A-44E1-9BC9-B18193A59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7F9D3-8697-42DD-8B46-E969267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B5EE5B-EBFE-44D3-A4D4-B6E05C298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759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766DA6-2BD1-4292-892D-78FF9F4B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C0BCD0-EAD3-4676-A061-3C0423C2B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74D5D-206D-48B8-B931-52EE6EF4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047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0B5E-9416-4B37-8EFF-E1A758A3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457200"/>
            <a:ext cx="412394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69B5E-1BB3-48E8-A55D-1A86E20DB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806349-B3C6-47D6-9060-8D6177B4E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4" y="2057400"/>
            <a:ext cx="41239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3B628-E225-4B0A-9A91-551E51E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1DFFB-41A4-44FD-B269-77207851A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ADC0D-436E-4297-9C23-376630CB7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998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89A0-AA80-456D-A66A-A72DD6301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457200"/>
            <a:ext cx="412394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2492AE-BE65-4A0A-9D57-77E3E220E8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667B01-A270-44C5-9117-791071EB7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4" y="2057400"/>
            <a:ext cx="41239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E3E1E-D8D9-4EEC-B1F8-3541F7A5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53840-0989-4C0B-912D-16F19E48A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C1AAA-F1EA-48A2-A986-7B48C7C98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06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F8405-68CE-491F-9603-4740C5B3C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3CE1E3-3EF1-47E0-A2C6-0077690F4D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27FC9-17CA-4FBF-993C-52F712FF1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EBFE2-B030-4841-A572-05CA07028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ED80D-71E3-4DA4-B807-443A846F6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62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608ED9-1894-4019-B694-1D9693B9FE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F71D92-9966-4334-9C4F-DF7139932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AB259-7DF6-4414-B377-7E6BE0060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77192-D9CC-47B3-8528-362AADD7D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D34BD-D0BE-4F88-BBB9-4E805A3FD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07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E30A8-0D9C-47BB-8249-8A2EEEFC7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4996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93687-61FE-460F-A66F-4DF17994F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984248"/>
            <a:ext cx="10552176" cy="4197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E1FFB-7673-4E75-9B5C-5572E2B068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013448" y="6355080"/>
            <a:ext cx="43525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EE518CBA-D8B4-47B2-892B-826C26D1B466}" type="datetimeFigureOut">
              <a:rPr lang="en-US" smtClean="0"/>
              <a:pPr/>
              <a:t>12/11/2025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4B9AF-F93C-43E8-8E68-3B700825C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168" y="6356350"/>
            <a:ext cx="48371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sz="10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739F7-0AE5-4677-8957-9961D67C1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65992" y="6356350"/>
            <a:ext cx="630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0D4885A8-DDA8-4FCF-AB25-DA8F78EC75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840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 spc="-2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 spc="-2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spc="-2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.spotify.com/playlist/6MkZ2kAWDCUrnsDq69XFRy?si=330a3a5d836b48dd" TargetMode="External"/><Relationship Id="rId2" Type="http://schemas.openxmlformats.org/officeDocument/2006/relationships/hyperlink" Target="https://www.julemusikk.no/topp-10-norske-julesanger/" TargetMode="Externa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L6quqyBRkZY" TargetMode="External"/><Relationship Id="rId2" Type="http://schemas.openxmlformats.org/officeDocument/2006/relationships/hyperlink" Target="https://www.julemusikk.no/topp-10-norske-julesanger/" TargetMode="Externa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s://www.julemusikk.no/topp-10-norske-julesanger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ingu.no/uk/god-jul-24-bits-norwegian-christma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5E2F14F-F499-89AB-7375-E18D08A364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Norština pro začátečníky</a:t>
            </a:r>
            <a:endParaRPr lang="sk-SK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A74EDAA-8FEC-2216-E365-64A5C42159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k-SK" b="0" dirty="0"/>
              <a:t>11.12.202</a:t>
            </a:r>
            <a:r>
              <a:rPr lang="nb-NO" b="0" dirty="0"/>
              <a:t>5</a:t>
            </a:r>
            <a:endParaRPr lang="sk-SK" b="0" dirty="0"/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632414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81B8358-5A71-2305-92A5-5B079B85E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Zkušební termíny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5715B3E-7B46-7418-3C0F-5B259DEB6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18.12.202</a:t>
            </a:r>
            <a:r>
              <a:rPr lang="nb-NO" dirty="0"/>
              <a:t>5</a:t>
            </a:r>
            <a:r>
              <a:rPr lang="cs-CZ" dirty="0"/>
              <a:t> v</a:t>
            </a:r>
            <a:r>
              <a:rPr lang="nb-NO" dirty="0"/>
              <a:t>e</a:t>
            </a:r>
            <a:r>
              <a:rPr lang="cs-CZ" dirty="0"/>
              <a:t> </a:t>
            </a:r>
            <a:r>
              <a:rPr lang="nb-NO" dirty="0"/>
              <a:t>14</a:t>
            </a:r>
            <a:r>
              <a:rPr lang="cs-CZ" dirty="0"/>
              <a:t>:00, místnost </a:t>
            </a:r>
            <a:r>
              <a:rPr lang="nb-NO" dirty="0"/>
              <a:t>L21 </a:t>
            </a:r>
            <a:r>
              <a:rPr lang="cs-CZ" dirty="0"/>
              <a:t>(</a:t>
            </a:r>
            <a:r>
              <a:rPr lang="cs-CZ" dirty="0" err="1"/>
              <a:t>předtermín</a:t>
            </a:r>
            <a:r>
              <a:rPr lang="cs-CZ" dirty="0"/>
              <a:t>)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0</a:t>
            </a:r>
            <a:r>
              <a:rPr lang="nb-NO" dirty="0"/>
              <a:t>8</a:t>
            </a:r>
            <a:r>
              <a:rPr lang="cs-CZ" dirty="0"/>
              <a:t>.01.202</a:t>
            </a:r>
            <a:r>
              <a:rPr lang="nb-NO" dirty="0"/>
              <a:t>6</a:t>
            </a:r>
            <a:r>
              <a:rPr lang="cs-CZ" dirty="0"/>
              <a:t> v </a:t>
            </a:r>
            <a:r>
              <a:rPr lang="nb-NO" dirty="0"/>
              <a:t>11</a:t>
            </a:r>
            <a:r>
              <a:rPr lang="cs-CZ" dirty="0"/>
              <a:t>:00, místnost </a:t>
            </a:r>
            <a:r>
              <a:rPr lang="nb-NO" dirty="0"/>
              <a:t>K21</a:t>
            </a:r>
            <a:r>
              <a:rPr lang="cs-CZ" dirty="0"/>
              <a:t> (řádný i opravný)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1</a:t>
            </a:r>
            <a:r>
              <a:rPr lang="nb-NO" dirty="0"/>
              <a:t>4</a:t>
            </a:r>
            <a:r>
              <a:rPr lang="cs-CZ" dirty="0"/>
              <a:t>.01.202</a:t>
            </a:r>
            <a:r>
              <a:rPr lang="nb-NO" dirty="0"/>
              <a:t>6</a:t>
            </a:r>
            <a:r>
              <a:rPr lang="cs-CZ" dirty="0"/>
              <a:t> v </a:t>
            </a:r>
            <a:r>
              <a:rPr lang="nb-NO" dirty="0"/>
              <a:t>09</a:t>
            </a:r>
            <a:r>
              <a:rPr lang="cs-CZ" dirty="0"/>
              <a:t>:00, místnost </a:t>
            </a:r>
            <a:r>
              <a:rPr lang="nb-NO" dirty="0"/>
              <a:t>K21</a:t>
            </a:r>
            <a:r>
              <a:rPr lang="cs-CZ" dirty="0"/>
              <a:t> (řádný i opravný)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2</a:t>
            </a:r>
            <a:r>
              <a:rPr lang="nb-NO" dirty="0"/>
              <a:t>2</a:t>
            </a:r>
            <a:r>
              <a:rPr lang="cs-CZ" dirty="0"/>
              <a:t>.01.202</a:t>
            </a:r>
            <a:r>
              <a:rPr lang="nb-NO" dirty="0"/>
              <a:t>6</a:t>
            </a:r>
            <a:r>
              <a:rPr lang="cs-CZ" dirty="0"/>
              <a:t> v </a:t>
            </a:r>
            <a:r>
              <a:rPr lang="nb-NO" dirty="0"/>
              <a:t>11</a:t>
            </a:r>
            <a:r>
              <a:rPr lang="cs-CZ" dirty="0"/>
              <a:t>:00, místnost </a:t>
            </a:r>
            <a:r>
              <a:rPr lang="nb-NO" dirty="0"/>
              <a:t>L21</a:t>
            </a:r>
            <a:r>
              <a:rPr lang="cs-CZ" dirty="0"/>
              <a:t> (řádný i opravný)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0</a:t>
            </a:r>
            <a:r>
              <a:rPr lang="nb-NO" dirty="0"/>
              <a:t>5</a:t>
            </a:r>
            <a:r>
              <a:rPr lang="cs-CZ" dirty="0"/>
              <a:t>.02.202</a:t>
            </a:r>
            <a:r>
              <a:rPr lang="nb-NO" dirty="0"/>
              <a:t>6</a:t>
            </a:r>
            <a:r>
              <a:rPr lang="cs-CZ" dirty="0"/>
              <a:t> v 09:00, místnost </a:t>
            </a:r>
            <a:r>
              <a:rPr lang="nb-NO" dirty="0"/>
              <a:t>L21</a:t>
            </a:r>
            <a:r>
              <a:rPr lang="cs-CZ" dirty="0"/>
              <a:t> (řádný i opravný)</a:t>
            </a:r>
          </a:p>
          <a:p>
            <a:pPr marL="0" indent="0">
              <a:lnSpc>
                <a:spcPct val="150000"/>
              </a:lnSpc>
              <a:buClr>
                <a:schemeClr val="accent1"/>
              </a:buClr>
              <a:buNone/>
            </a:pPr>
            <a:r>
              <a:rPr lang="cs-CZ" dirty="0"/>
              <a:t>Hranice úspěšnosti je </a:t>
            </a:r>
            <a:r>
              <a:rPr lang="cs-CZ" b="1" dirty="0"/>
              <a:t>70 %</a:t>
            </a:r>
            <a:r>
              <a:rPr lang="cs-CZ" dirty="0"/>
              <a:t>.</a:t>
            </a:r>
          </a:p>
          <a:p>
            <a:pPr marL="0" indent="0">
              <a:lnSpc>
                <a:spcPct val="150000"/>
              </a:lnSpc>
              <a:buClr>
                <a:schemeClr val="accent1"/>
              </a:buClr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64604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C8375-6C36-ADB7-DF85-24E486CA3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A7F8F26-06F0-5E1D-5F7D-CEB58DDE5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dál?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D40E815-4A1C-A8A7-B18A-FBD4FFE4E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Clr>
                <a:schemeClr val="accent1"/>
              </a:buClr>
              <a:buNone/>
            </a:pPr>
            <a:endParaRPr lang="cs-CZ" dirty="0"/>
          </a:p>
          <a:p>
            <a:pPr marL="0" indent="0">
              <a:lnSpc>
                <a:spcPct val="150000"/>
              </a:lnSpc>
              <a:buClr>
                <a:schemeClr val="accent1"/>
              </a:buClr>
              <a:buNone/>
            </a:pPr>
            <a:r>
              <a:rPr lang="cs-CZ" dirty="0"/>
              <a:t>Kurz pokračuje na jaře 2026:</a:t>
            </a:r>
          </a:p>
          <a:p>
            <a:pPr marL="0" indent="0">
              <a:lnSpc>
                <a:spcPct val="150000"/>
              </a:lnSpc>
              <a:buClr>
                <a:schemeClr val="accent1"/>
              </a:buClr>
              <a:buNone/>
            </a:pPr>
            <a:r>
              <a:rPr lang="cs-CZ" b="1" noProof="0" dirty="0"/>
              <a:t>NO_002 Norština pro začátečníky II (</a:t>
            </a:r>
            <a:r>
              <a:rPr lang="cs-CZ" b="1" noProof="0" dirty="0" err="1"/>
              <a:t>nenorštináře</a:t>
            </a:r>
            <a:r>
              <a:rPr lang="cs-CZ" b="1" noProof="0" dirty="0"/>
              <a:t>)</a:t>
            </a:r>
          </a:p>
          <a:p>
            <a:pPr marL="0" indent="0">
              <a:lnSpc>
                <a:spcPct val="150000"/>
              </a:lnSpc>
              <a:buClr>
                <a:schemeClr val="accent1"/>
              </a:buClr>
              <a:buNone/>
            </a:pPr>
            <a:r>
              <a:rPr lang="cs-CZ" dirty="0"/>
              <a:t>(rozvrh: čtvrtek 14:00–15:40 v G25)</a:t>
            </a:r>
            <a:endParaRPr lang="cs-CZ" noProof="0" dirty="0"/>
          </a:p>
          <a:p>
            <a:pPr marL="0" indent="0">
              <a:lnSpc>
                <a:spcPct val="150000"/>
              </a:lnSpc>
              <a:buClr>
                <a:schemeClr val="accent1"/>
              </a:buClr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71433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EF40432-CB14-6EDC-DFCF-0D3D6095A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98500"/>
          </a:xfrm>
        </p:spPr>
        <p:txBody>
          <a:bodyPr/>
          <a:lstStyle/>
          <a:p>
            <a:r>
              <a:rPr lang="cs-CZ" dirty="0"/>
              <a:t>Slovní zásoba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B5433A9-A88F-0358-E671-87BC23AD0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00463"/>
            <a:ext cx="10552176" cy="4480881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cs-CZ" dirty="0"/>
              <a:t>Utvořte dvojice. Každý z dvojice (A/B) vymyslí 5</a:t>
            </a:r>
            <a:r>
              <a:rPr lang="cs-CZ" b="1" dirty="0"/>
              <a:t> </a:t>
            </a:r>
            <a:r>
              <a:rPr lang="cs-CZ" dirty="0"/>
              <a:t>vět se slovy z tabulky. Věty poté přečte druhé osobě, která si je zapíše. Poté si role vyměňte.</a:t>
            </a:r>
          </a:p>
          <a:p>
            <a:pPr marL="0" indent="0">
              <a:buNone/>
            </a:pPr>
            <a:endParaRPr lang="cs-CZ" dirty="0"/>
          </a:p>
        </p:txBody>
      </p:sp>
      <p:graphicFrame>
        <p:nvGraphicFramePr>
          <p:cNvPr id="4" name="Tabuľka 3">
            <a:extLst>
              <a:ext uri="{FF2B5EF4-FFF2-40B4-BE49-F238E27FC236}">
                <a16:creationId xmlns:a16="http://schemas.microsoft.com/office/drawing/2014/main" id="{F15E0D74-42B9-2768-B503-E88F3CEF94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842186"/>
              </p:ext>
            </p:extLst>
          </p:nvPr>
        </p:nvGraphicFramePr>
        <p:xfrm>
          <a:off x="2032000" y="3236495"/>
          <a:ext cx="812800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80983211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422353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k-SK" sz="2400" dirty="0"/>
                        <a:t>A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k-SK" sz="2400" dirty="0"/>
                        <a:t>B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3357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fisk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alle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689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hun</a:t>
                      </a:r>
                      <a:endParaRPr lang="nb-NO" sz="2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finnes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663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ikke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063756"/>
                  </a:ext>
                </a:extLst>
              </a:tr>
              <a:tr h="418966"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onsdag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nå</a:t>
                      </a:r>
                      <a:endParaRPr lang="nb-NO" sz="2400" i="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614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2400" noProof="0" dirty="0"/>
                        <a:t>å vente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noProof="0" dirty="0"/>
                        <a:t>et kort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864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1488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CC6A9-246C-1EE9-D648-F6FBBC5F4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2FFFCF-662D-EAC7-71C3-DBBE3E8FE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Odpovězte podle skutečnosti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167C175-BD54-C847-BD4A-04978F3B6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Hva heter du?</a:t>
            </a:r>
            <a:endParaRPr lang="sk-SK" sz="30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Hvor kommer du fra?</a:t>
            </a:r>
            <a:endParaRPr lang="sk-SK" sz="30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Hvor bor du?</a:t>
            </a:r>
            <a:endParaRPr lang="sk-SK" sz="30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Hvordan har du det?</a:t>
            </a:r>
            <a:endParaRPr lang="sk-SK" sz="30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Er du norsk?</a:t>
            </a:r>
            <a:endParaRPr lang="sk-SK" sz="30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Hvor er du nå?</a:t>
            </a:r>
          </a:p>
        </p:txBody>
      </p:sp>
    </p:spTree>
    <p:extLst>
      <p:ext uri="{BB962C8B-B14F-4D97-AF65-F5344CB8AC3E}">
        <p14:creationId xmlns:p14="http://schemas.microsoft.com/office/powerpoint/2010/main" val="3159259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9FA28-10EC-A12A-B5BE-39BA50D94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C5C637F-0C83-1C37-CB7D-7ABF565A6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Odpovězte podle skutečnosti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E52896B-6A4E-207A-C3FB-180BC27EA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Hva heter du?</a:t>
            </a:r>
            <a:endParaRPr lang="sk-SK" sz="30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Hvor kommer du fra?</a:t>
            </a:r>
            <a:endParaRPr lang="sk-SK" sz="30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Hvor bor du?</a:t>
            </a:r>
            <a:endParaRPr lang="sk-SK" sz="30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Hvordan har du det?</a:t>
            </a:r>
            <a:endParaRPr lang="sk-SK" sz="30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Er du norsk?</a:t>
            </a:r>
            <a:endParaRPr lang="sk-SK" sz="30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Hvor er du nå?</a:t>
            </a:r>
          </a:p>
        </p:txBody>
      </p:sp>
    </p:spTree>
    <p:extLst>
      <p:ext uri="{BB962C8B-B14F-4D97-AF65-F5344CB8AC3E}">
        <p14:creationId xmlns:p14="http://schemas.microsoft.com/office/powerpoint/2010/main" val="1878931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94021-5525-2506-2FC2-2E6A2941D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516DC4B-E47F-8E5B-A204-B9A7D5B8D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Vyberte vhodné pokračování věty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1BA2C42-D901-EA89-62C5-7D356A224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Vi må hjelpe </a:t>
            </a:r>
            <a:r>
              <a:rPr lang="nb-NO" sz="3000" b="1" i="1" dirty="0">
                <a:solidFill>
                  <a:schemeClr val="accent1"/>
                </a:solidFill>
              </a:rPr>
              <a:t>henne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hun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Han treffer </a:t>
            </a:r>
            <a:r>
              <a:rPr lang="nb-NO" sz="3000" i="1" dirty="0">
                <a:solidFill>
                  <a:schemeClr val="accent1"/>
                </a:solidFill>
              </a:rPr>
              <a:t>jeg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meg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Hun liker </a:t>
            </a:r>
            <a:r>
              <a:rPr lang="nb-NO" sz="3000" i="1" dirty="0">
                <a:solidFill>
                  <a:schemeClr val="accent1"/>
                </a:solidFill>
              </a:rPr>
              <a:t>jeg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meg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Hva gjør </a:t>
            </a:r>
            <a:r>
              <a:rPr lang="nb-NO" sz="3000" i="1" dirty="0">
                <a:solidFill>
                  <a:schemeClr val="accent1"/>
                </a:solidFill>
              </a:rPr>
              <a:t>deg</a:t>
            </a:r>
            <a:r>
              <a:rPr lang="nb-NO" sz="3000" dirty="0"/>
              <a:t> / </a:t>
            </a:r>
            <a:r>
              <a:rPr lang="nb-NO" sz="3000" i="1" dirty="0">
                <a:solidFill>
                  <a:schemeClr val="accent1"/>
                </a:solidFill>
              </a:rPr>
              <a:t>du</a:t>
            </a:r>
            <a:r>
              <a:rPr lang="nb-NO" sz="3000" dirty="0"/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Jeg liker </a:t>
            </a:r>
            <a:r>
              <a:rPr lang="nb-NO" sz="3000" i="1" dirty="0">
                <a:solidFill>
                  <a:schemeClr val="accent1"/>
                </a:solidFill>
              </a:rPr>
              <a:t>henne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hun</a:t>
            </a:r>
            <a:r>
              <a:rPr lang="nb-NO" sz="3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3719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2403D-CDD6-C138-0F7B-5C7EB24FF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05A105-85DF-1670-0207-3DAB2F68F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Vyberte vhodné pokračování věty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B3E0B74-26BF-5B32-6FEA-F8E0D1421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Vi må hjelpe </a:t>
            </a:r>
            <a:r>
              <a:rPr lang="nb-NO" sz="3000" b="1" i="1" dirty="0">
                <a:solidFill>
                  <a:schemeClr val="accent1"/>
                </a:solidFill>
              </a:rPr>
              <a:t>henne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hun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Han treffer </a:t>
            </a:r>
            <a:r>
              <a:rPr lang="nb-NO" sz="3000" i="1" dirty="0">
                <a:solidFill>
                  <a:schemeClr val="accent1"/>
                </a:solidFill>
              </a:rPr>
              <a:t>jeg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b="1" i="1" dirty="0">
                <a:solidFill>
                  <a:schemeClr val="accent1"/>
                </a:solidFill>
              </a:rPr>
              <a:t>meg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Hun liker </a:t>
            </a:r>
            <a:r>
              <a:rPr lang="nb-NO" sz="3000" i="1" dirty="0">
                <a:solidFill>
                  <a:schemeClr val="accent1"/>
                </a:solidFill>
              </a:rPr>
              <a:t>jeg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meg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Hva gjør </a:t>
            </a:r>
            <a:r>
              <a:rPr lang="nb-NO" sz="3000" i="1" dirty="0">
                <a:solidFill>
                  <a:schemeClr val="accent1"/>
                </a:solidFill>
              </a:rPr>
              <a:t>deg</a:t>
            </a:r>
            <a:r>
              <a:rPr lang="nb-NO" sz="3000" dirty="0"/>
              <a:t> / </a:t>
            </a:r>
            <a:r>
              <a:rPr lang="nb-NO" sz="3000" i="1" dirty="0">
                <a:solidFill>
                  <a:schemeClr val="accent1"/>
                </a:solidFill>
              </a:rPr>
              <a:t>du</a:t>
            </a:r>
            <a:r>
              <a:rPr lang="nb-NO" sz="3000" dirty="0"/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Jeg liker </a:t>
            </a:r>
            <a:r>
              <a:rPr lang="nb-NO" sz="3000" i="1" dirty="0">
                <a:solidFill>
                  <a:schemeClr val="accent1"/>
                </a:solidFill>
              </a:rPr>
              <a:t>henne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hun</a:t>
            </a:r>
            <a:r>
              <a:rPr lang="nb-NO" sz="3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33337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DA971-A153-8A49-330A-1F566EF53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AEB6243-FF3D-C0AE-3F91-55A5418E0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Vyberte vhodné pokračování věty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E684A51-98FE-99BC-957E-E10CEB934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Vi må hjelpe </a:t>
            </a:r>
            <a:r>
              <a:rPr lang="nb-NO" sz="3000" b="1" i="1" dirty="0">
                <a:solidFill>
                  <a:schemeClr val="accent1"/>
                </a:solidFill>
              </a:rPr>
              <a:t>henne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hun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Han treffer </a:t>
            </a:r>
            <a:r>
              <a:rPr lang="nb-NO" sz="3000" i="1" dirty="0">
                <a:solidFill>
                  <a:schemeClr val="accent1"/>
                </a:solidFill>
              </a:rPr>
              <a:t>jeg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b="1" i="1" dirty="0">
                <a:solidFill>
                  <a:schemeClr val="accent1"/>
                </a:solidFill>
              </a:rPr>
              <a:t>meg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Hun liker </a:t>
            </a:r>
            <a:r>
              <a:rPr lang="nb-NO" sz="3000" i="1" dirty="0">
                <a:solidFill>
                  <a:schemeClr val="accent1"/>
                </a:solidFill>
              </a:rPr>
              <a:t>jeg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b="1" i="1" dirty="0">
                <a:solidFill>
                  <a:schemeClr val="accent1"/>
                </a:solidFill>
              </a:rPr>
              <a:t>meg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Hva gjør </a:t>
            </a:r>
            <a:r>
              <a:rPr lang="nb-NO" sz="3000" i="1" dirty="0">
                <a:solidFill>
                  <a:schemeClr val="accent1"/>
                </a:solidFill>
              </a:rPr>
              <a:t>deg</a:t>
            </a:r>
            <a:r>
              <a:rPr lang="nb-NO" sz="3000" dirty="0"/>
              <a:t> / </a:t>
            </a:r>
            <a:r>
              <a:rPr lang="nb-NO" sz="3000" i="1" dirty="0">
                <a:solidFill>
                  <a:schemeClr val="accent1"/>
                </a:solidFill>
              </a:rPr>
              <a:t>du</a:t>
            </a:r>
            <a:r>
              <a:rPr lang="nb-NO" sz="3000" dirty="0"/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Jeg liker </a:t>
            </a:r>
            <a:r>
              <a:rPr lang="nb-NO" sz="3000" i="1" dirty="0">
                <a:solidFill>
                  <a:schemeClr val="accent1"/>
                </a:solidFill>
              </a:rPr>
              <a:t>henne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hun</a:t>
            </a:r>
            <a:r>
              <a:rPr lang="nb-NO" sz="3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1352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F437F-90CD-F504-C41C-42B77C057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A9C4F5-176F-5228-53D6-F64C5C8A8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Vyberte vhodné pokračování věty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7BBDE5C-5FBD-7DDF-28AF-B59BCCB62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Vi må hjelpe </a:t>
            </a:r>
            <a:r>
              <a:rPr lang="nb-NO" sz="3000" b="1" i="1" dirty="0">
                <a:solidFill>
                  <a:schemeClr val="accent1"/>
                </a:solidFill>
              </a:rPr>
              <a:t>henne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hun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Han treffer </a:t>
            </a:r>
            <a:r>
              <a:rPr lang="nb-NO" sz="3000" i="1" dirty="0">
                <a:solidFill>
                  <a:schemeClr val="accent1"/>
                </a:solidFill>
              </a:rPr>
              <a:t>jeg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b="1" i="1" dirty="0">
                <a:solidFill>
                  <a:schemeClr val="accent1"/>
                </a:solidFill>
              </a:rPr>
              <a:t>meg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Hun liker </a:t>
            </a:r>
            <a:r>
              <a:rPr lang="nb-NO" sz="3000" i="1" dirty="0">
                <a:solidFill>
                  <a:schemeClr val="accent1"/>
                </a:solidFill>
              </a:rPr>
              <a:t>jeg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b="1" i="1" dirty="0">
                <a:solidFill>
                  <a:schemeClr val="accent1"/>
                </a:solidFill>
              </a:rPr>
              <a:t>meg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Hva gjør </a:t>
            </a:r>
            <a:r>
              <a:rPr lang="nb-NO" sz="3000" i="1" dirty="0">
                <a:solidFill>
                  <a:schemeClr val="accent1"/>
                </a:solidFill>
              </a:rPr>
              <a:t>deg</a:t>
            </a:r>
            <a:r>
              <a:rPr lang="nb-NO" sz="3000" dirty="0"/>
              <a:t> / </a:t>
            </a:r>
            <a:r>
              <a:rPr lang="nb-NO" sz="3000" b="1" i="1" dirty="0">
                <a:solidFill>
                  <a:schemeClr val="accent1"/>
                </a:solidFill>
              </a:rPr>
              <a:t>du</a:t>
            </a:r>
            <a:r>
              <a:rPr lang="nb-NO" sz="3000" dirty="0"/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Jeg liker </a:t>
            </a:r>
            <a:r>
              <a:rPr lang="nb-NO" sz="3000" i="1" dirty="0">
                <a:solidFill>
                  <a:schemeClr val="accent1"/>
                </a:solidFill>
              </a:rPr>
              <a:t>henne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hun</a:t>
            </a:r>
            <a:r>
              <a:rPr lang="nb-NO" sz="3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0214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4DAED-5EDC-82E5-B1BB-5C723A50D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03CC6BF-84F5-9F69-6BBF-8193C94DF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Vyberte vhodné pokračování věty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E93C39B-10B7-A965-E08C-5ECF0E00D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Vi må hjelpe </a:t>
            </a:r>
            <a:r>
              <a:rPr lang="nb-NO" sz="3000" b="1" i="1" dirty="0">
                <a:solidFill>
                  <a:schemeClr val="accent1"/>
                </a:solidFill>
              </a:rPr>
              <a:t>henne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hun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Han treffer </a:t>
            </a:r>
            <a:r>
              <a:rPr lang="nb-NO" sz="3000" i="1" dirty="0">
                <a:solidFill>
                  <a:schemeClr val="accent1"/>
                </a:solidFill>
              </a:rPr>
              <a:t>jeg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b="1" i="1" dirty="0">
                <a:solidFill>
                  <a:schemeClr val="accent1"/>
                </a:solidFill>
              </a:rPr>
              <a:t>meg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Hun liker </a:t>
            </a:r>
            <a:r>
              <a:rPr lang="nb-NO" sz="3000" i="1" dirty="0">
                <a:solidFill>
                  <a:schemeClr val="accent1"/>
                </a:solidFill>
              </a:rPr>
              <a:t>jeg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b="1" i="1" dirty="0">
                <a:solidFill>
                  <a:schemeClr val="accent1"/>
                </a:solidFill>
              </a:rPr>
              <a:t>meg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Hva gjør </a:t>
            </a:r>
            <a:r>
              <a:rPr lang="nb-NO" sz="3000" i="1" dirty="0">
                <a:solidFill>
                  <a:schemeClr val="accent1"/>
                </a:solidFill>
              </a:rPr>
              <a:t>deg</a:t>
            </a:r>
            <a:r>
              <a:rPr lang="nb-NO" sz="3000" dirty="0"/>
              <a:t> / </a:t>
            </a:r>
            <a:r>
              <a:rPr lang="nb-NO" sz="3000" b="1" i="1" dirty="0">
                <a:solidFill>
                  <a:schemeClr val="accent1"/>
                </a:solidFill>
              </a:rPr>
              <a:t>du</a:t>
            </a:r>
            <a:r>
              <a:rPr lang="nb-NO" sz="3000" dirty="0"/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Jeg liker </a:t>
            </a:r>
            <a:r>
              <a:rPr lang="nb-NO" sz="3000" b="1" i="1" dirty="0">
                <a:solidFill>
                  <a:schemeClr val="accent1"/>
                </a:solidFill>
              </a:rPr>
              <a:t>henne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hun</a:t>
            </a:r>
            <a:r>
              <a:rPr lang="nb-NO" sz="3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5451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0CDD7-4691-0178-2A74-F0077294D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BA59AF9-5697-1074-19B7-B10FA1FEA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Vyberte vhodné pokračování věty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C3BFFC0-05AC-ECE8-A9B1-C18CA68DE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Vi gleder </a:t>
            </a:r>
            <a:r>
              <a:rPr lang="nb-NO" sz="3000" i="1" dirty="0">
                <a:solidFill>
                  <a:schemeClr val="accent1"/>
                </a:solidFill>
              </a:rPr>
              <a:t>oss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seg</a:t>
            </a:r>
            <a:r>
              <a:rPr lang="nb-NO" sz="3000" i="1" dirty="0"/>
              <a:t> </a:t>
            </a:r>
            <a:r>
              <a:rPr lang="nb-NO" sz="3000" dirty="0"/>
              <a:t>til i morgen.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Kan du hjelpe </a:t>
            </a:r>
            <a:r>
              <a:rPr lang="nb-NO" sz="3000" i="1" dirty="0">
                <a:solidFill>
                  <a:schemeClr val="accent1"/>
                </a:solidFill>
              </a:rPr>
              <a:t>de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dem</a:t>
            </a:r>
            <a:r>
              <a:rPr lang="nb-NO" sz="3000" dirty="0"/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De må skynde </a:t>
            </a:r>
            <a:r>
              <a:rPr lang="nb-NO" sz="3000" i="1" dirty="0">
                <a:solidFill>
                  <a:schemeClr val="accent1"/>
                </a:solidFill>
              </a:rPr>
              <a:t>dem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seg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Hvordan går det med </a:t>
            </a:r>
            <a:r>
              <a:rPr lang="nb-NO" sz="3000" i="1" dirty="0">
                <a:solidFill>
                  <a:schemeClr val="accent1"/>
                </a:solidFill>
              </a:rPr>
              <a:t>henne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hun</a:t>
            </a:r>
            <a:r>
              <a:rPr lang="nb-NO" sz="3000" dirty="0"/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 Hvor bor </a:t>
            </a:r>
            <a:r>
              <a:rPr lang="nb-NO" sz="3000" i="1" dirty="0">
                <a:solidFill>
                  <a:schemeClr val="accent1"/>
                </a:solidFill>
              </a:rPr>
              <a:t>deg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du</a:t>
            </a:r>
            <a:r>
              <a:rPr lang="nb-NO" sz="3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60546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8C214-525E-6FE4-2604-01F40E7A6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ABBCCB-F087-5E72-F56F-E2BE9F9CC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Vyberte vhodné pokračování věty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671E086-02F7-BC2A-C10C-8B720BF6C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Vi gleder </a:t>
            </a:r>
            <a:r>
              <a:rPr lang="nb-NO" sz="3000" b="1" i="1" dirty="0">
                <a:solidFill>
                  <a:schemeClr val="accent1"/>
                </a:solidFill>
              </a:rPr>
              <a:t>oss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seg</a:t>
            </a:r>
            <a:r>
              <a:rPr lang="nb-NO" sz="3000" i="1" dirty="0"/>
              <a:t> </a:t>
            </a:r>
            <a:r>
              <a:rPr lang="nb-NO" sz="3000" dirty="0"/>
              <a:t>til i morgen.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Kan du hjelpe </a:t>
            </a:r>
            <a:r>
              <a:rPr lang="nb-NO" sz="3000" i="1" dirty="0">
                <a:solidFill>
                  <a:schemeClr val="accent1"/>
                </a:solidFill>
              </a:rPr>
              <a:t>de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dem</a:t>
            </a:r>
            <a:r>
              <a:rPr lang="nb-NO" sz="3000" dirty="0"/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De må skynde </a:t>
            </a:r>
            <a:r>
              <a:rPr lang="nb-NO" sz="3000" i="1" dirty="0">
                <a:solidFill>
                  <a:schemeClr val="accent1"/>
                </a:solidFill>
              </a:rPr>
              <a:t>dem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seg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Hvordan går det med </a:t>
            </a:r>
            <a:r>
              <a:rPr lang="nb-NO" sz="3000" i="1" dirty="0">
                <a:solidFill>
                  <a:schemeClr val="accent1"/>
                </a:solidFill>
              </a:rPr>
              <a:t>henne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hun</a:t>
            </a:r>
            <a:r>
              <a:rPr lang="nb-NO" sz="3000" dirty="0"/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 Hvor bor </a:t>
            </a:r>
            <a:r>
              <a:rPr lang="nb-NO" sz="3000" i="1" dirty="0">
                <a:solidFill>
                  <a:schemeClr val="accent1"/>
                </a:solidFill>
              </a:rPr>
              <a:t>deg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du</a:t>
            </a:r>
            <a:r>
              <a:rPr lang="nb-NO" sz="3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50665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F5ACC-1F40-57B1-4F4D-7C5ECCBC4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7861816-162B-785A-2DAA-E7845CC9C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Vyberte vhodné pokračování věty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F1C53C9-B9B1-C15C-0409-B2ACAAA2A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Vi gleder </a:t>
            </a:r>
            <a:r>
              <a:rPr lang="nb-NO" sz="3000" b="1" i="1" dirty="0">
                <a:solidFill>
                  <a:schemeClr val="accent1"/>
                </a:solidFill>
              </a:rPr>
              <a:t>oss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seg</a:t>
            </a:r>
            <a:r>
              <a:rPr lang="nb-NO" sz="3000" i="1" dirty="0"/>
              <a:t> </a:t>
            </a:r>
            <a:r>
              <a:rPr lang="nb-NO" sz="3000" dirty="0"/>
              <a:t>til i morgen.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Kan du hjelpe </a:t>
            </a:r>
            <a:r>
              <a:rPr lang="nb-NO" sz="3000" i="1" dirty="0">
                <a:solidFill>
                  <a:schemeClr val="accent1"/>
                </a:solidFill>
              </a:rPr>
              <a:t>de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b="1" i="1" dirty="0">
                <a:solidFill>
                  <a:schemeClr val="accent1"/>
                </a:solidFill>
              </a:rPr>
              <a:t>dem</a:t>
            </a:r>
            <a:r>
              <a:rPr lang="nb-NO" sz="3000" dirty="0"/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De må skynde </a:t>
            </a:r>
            <a:r>
              <a:rPr lang="nb-NO" sz="3000" i="1" dirty="0">
                <a:solidFill>
                  <a:schemeClr val="accent1"/>
                </a:solidFill>
              </a:rPr>
              <a:t>dem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seg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Hvordan går det med </a:t>
            </a:r>
            <a:r>
              <a:rPr lang="nb-NO" sz="3000" i="1" dirty="0">
                <a:solidFill>
                  <a:schemeClr val="accent1"/>
                </a:solidFill>
              </a:rPr>
              <a:t>henne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hun</a:t>
            </a:r>
            <a:r>
              <a:rPr lang="nb-NO" sz="3000" dirty="0"/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 Hvor bor </a:t>
            </a:r>
            <a:r>
              <a:rPr lang="nb-NO" sz="3000" i="1" dirty="0">
                <a:solidFill>
                  <a:schemeClr val="accent1"/>
                </a:solidFill>
              </a:rPr>
              <a:t>deg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du</a:t>
            </a:r>
            <a:r>
              <a:rPr lang="nb-NO" sz="3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34978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C3F41-8463-698A-90B4-5F39F9314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A7F5F2-95B8-00D4-A738-5FACD82C3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Vyberte vhodné pokračování věty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656A6F0-FEA1-BB26-EFA4-F03289574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Vi gleder </a:t>
            </a:r>
            <a:r>
              <a:rPr lang="nb-NO" sz="3000" b="1" i="1" dirty="0">
                <a:solidFill>
                  <a:schemeClr val="accent1"/>
                </a:solidFill>
              </a:rPr>
              <a:t>oss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seg</a:t>
            </a:r>
            <a:r>
              <a:rPr lang="nb-NO" sz="3000" i="1" dirty="0"/>
              <a:t> </a:t>
            </a:r>
            <a:r>
              <a:rPr lang="nb-NO" sz="3000" dirty="0"/>
              <a:t>til i morgen.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Kan du hjelpe </a:t>
            </a:r>
            <a:r>
              <a:rPr lang="nb-NO" sz="3000" i="1" dirty="0">
                <a:solidFill>
                  <a:schemeClr val="accent1"/>
                </a:solidFill>
              </a:rPr>
              <a:t>de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b="1" i="1" dirty="0">
                <a:solidFill>
                  <a:schemeClr val="accent1"/>
                </a:solidFill>
              </a:rPr>
              <a:t>dem</a:t>
            </a:r>
            <a:r>
              <a:rPr lang="nb-NO" sz="3000" dirty="0"/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De må skynde </a:t>
            </a:r>
            <a:r>
              <a:rPr lang="nb-NO" sz="3000" i="1" dirty="0">
                <a:solidFill>
                  <a:schemeClr val="accent1"/>
                </a:solidFill>
              </a:rPr>
              <a:t>dem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b="1" i="1" dirty="0">
                <a:solidFill>
                  <a:schemeClr val="accent1"/>
                </a:solidFill>
              </a:rPr>
              <a:t>seg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Hvordan går det med </a:t>
            </a:r>
            <a:r>
              <a:rPr lang="nb-NO" sz="3000" i="1" dirty="0">
                <a:solidFill>
                  <a:schemeClr val="accent1"/>
                </a:solidFill>
              </a:rPr>
              <a:t>henne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hun</a:t>
            </a:r>
            <a:r>
              <a:rPr lang="nb-NO" sz="3000" dirty="0"/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 Hvor bor </a:t>
            </a:r>
            <a:r>
              <a:rPr lang="nb-NO" sz="3000" i="1" dirty="0">
                <a:solidFill>
                  <a:schemeClr val="accent1"/>
                </a:solidFill>
              </a:rPr>
              <a:t>deg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du</a:t>
            </a:r>
            <a:r>
              <a:rPr lang="nb-NO" sz="3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72989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A155B-81E3-9FD6-D7EF-EB38301CF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71BCF13-DE14-426F-C42A-49A45DBB6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Vyberte vhodné pokračování věty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294D6D8-E56A-2D5C-E3B4-515B33A45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Vi gleder </a:t>
            </a:r>
            <a:r>
              <a:rPr lang="nb-NO" sz="3000" b="1" i="1" dirty="0">
                <a:solidFill>
                  <a:schemeClr val="accent1"/>
                </a:solidFill>
              </a:rPr>
              <a:t>oss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seg</a:t>
            </a:r>
            <a:r>
              <a:rPr lang="nb-NO" sz="3000" i="1" dirty="0"/>
              <a:t> </a:t>
            </a:r>
            <a:r>
              <a:rPr lang="nb-NO" sz="3000" dirty="0"/>
              <a:t>til i morgen.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Kan du hjelpe </a:t>
            </a:r>
            <a:r>
              <a:rPr lang="nb-NO" sz="3000" i="1" dirty="0">
                <a:solidFill>
                  <a:schemeClr val="accent1"/>
                </a:solidFill>
              </a:rPr>
              <a:t>de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b="1" i="1" dirty="0">
                <a:solidFill>
                  <a:schemeClr val="accent1"/>
                </a:solidFill>
              </a:rPr>
              <a:t>dem</a:t>
            </a:r>
            <a:r>
              <a:rPr lang="nb-NO" sz="3000" dirty="0"/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De må skynde </a:t>
            </a:r>
            <a:r>
              <a:rPr lang="nb-NO" sz="3000" i="1" dirty="0">
                <a:solidFill>
                  <a:schemeClr val="accent1"/>
                </a:solidFill>
              </a:rPr>
              <a:t>dem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b="1" i="1" dirty="0">
                <a:solidFill>
                  <a:schemeClr val="accent1"/>
                </a:solidFill>
              </a:rPr>
              <a:t>seg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Hvordan går det med </a:t>
            </a:r>
            <a:r>
              <a:rPr lang="nb-NO" sz="3000" b="1" i="1" dirty="0">
                <a:solidFill>
                  <a:schemeClr val="accent1"/>
                </a:solidFill>
              </a:rPr>
              <a:t>henne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hun</a:t>
            </a:r>
            <a:r>
              <a:rPr lang="nb-NO" sz="3000" dirty="0"/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 Hvor bor </a:t>
            </a:r>
            <a:r>
              <a:rPr lang="nb-NO" sz="3000" i="1" dirty="0">
                <a:solidFill>
                  <a:schemeClr val="accent1"/>
                </a:solidFill>
              </a:rPr>
              <a:t>deg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du</a:t>
            </a:r>
            <a:r>
              <a:rPr lang="nb-NO" sz="3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430545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382A8-833B-D986-994F-148BAAC21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6CC284A-62B8-2480-0CE0-4AA6F3572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Vyberte vhodné pokračování věty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428168C-85D6-F216-84FF-EB93E63BA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Vi gleder </a:t>
            </a:r>
            <a:r>
              <a:rPr lang="nb-NO" sz="3000" b="1" i="1" dirty="0">
                <a:solidFill>
                  <a:schemeClr val="accent1"/>
                </a:solidFill>
              </a:rPr>
              <a:t>oss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seg</a:t>
            </a:r>
            <a:r>
              <a:rPr lang="nb-NO" sz="3000" i="1" dirty="0"/>
              <a:t> </a:t>
            </a:r>
            <a:r>
              <a:rPr lang="nb-NO" sz="3000" dirty="0"/>
              <a:t>til i morgen.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Kan du hjelpe </a:t>
            </a:r>
            <a:r>
              <a:rPr lang="nb-NO" sz="3000" i="1" dirty="0">
                <a:solidFill>
                  <a:schemeClr val="accent1"/>
                </a:solidFill>
              </a:rPr>
              <a:t>de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b="1" i="1" dirty="0">
                <a:solidFill>
                  <a:schemeClr val="accent1"/>
                </a:solidFill>
              </a:rPr>
              <a:t>dem</a:t>
            </a:r>
            <a:r>
              <a:rPr lang="nb-NO" sz="3000" dirty="0"/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De må skynde </a:t>
            </a:r>
            <a:r>
              <a:rPr lang="nb-NO" sz="3000" i="1" dirty="0">
                <a:solidFill>
                  <a:schemeClr val="accent1"/>
                </a:solidFill>
              </a:rPr>
              <a:t>dem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b="1" i="1" dirty="0">
                <a:solidFill>
                  <a:schemeClr val="accent1"/>
                </a:solidFill>
              </a:rPr>
              <a:t>seg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Hvordan går det med </a:t>
            </a:r>
            <a:r>
              <a:rPr lang="nb-NO" sz="3000" b="1" i="1" dirty="0">
                <a:solidFill>
                  <a:schemeClr val="accent1"/>
                </a:solidFill>
              </a:rPr>
              <a:t>henne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i="1" dirty="0">
                <a:solidFill>
                  <a:schemeClr val="accent1"/>
                </a:solidFill>
              </a:rPr>
              <a:t>hun</a:t>
            </a:r>
            <a:r>
              <a:rPr lang="nb-NO" sz="3000" dirty="0"/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 Hvor bor </a:t>
            </a:r>
            <a:r>
              <a:rPr lang="nb-NO" sz="3000" i="1" dirty="0">
                <a:solidFill>
                  <a:schemeClr val="accent1"/>
                </a:solidFill>
              </a:rPr>
              <a:t>deg</a:t>
            </a:r>
            <a:r>
              <a:rPr lang="nb-NO" sz="3000" i="1" dirty="0"/>
              <a:t> </a:t>
            </a:r>
            <a:r>
              <a:rPr lang="nb-NO" sz="3000" dirty="0"/>
              <a:t>/ </a:t>
            </a:r>
            <a:r>
              <a:rPr lang="nb-NO" sz="3000" b="1" i="1" dirty="0">
                <a:solidFill>
                  <a:schemeClr val="accent1"/>
                </a:solidFill>
              </a:rPr>
              <a:t>du</a:t>
            </a:r>
            <a:r>
              <a:rPr lang="nb-NO" sz="3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89580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551E5-A9C7-FD51-83EE-A72D00479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42EA59A-F77E-21C1-5486-EA4AF6618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Utvořte otázky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3BC906B-367C-F3B5-DAF8-FE88A5804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____________________? – Ja, det gjør jeg.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____________________? – Det er Lars.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____________________? – Det går bra, takk.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____________________? – Jeg bor i Drammen.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____________________? – Han drikker kaffe.</a:t>
            </a:r>
          </a:p>
        </p:txBody>
      </p:sp>
    </p:spTree>
    <p:extLst>
      <p:ext uri="{BB962C8B-B14F-4D97-AF65-F5344CB8AC3E}">
        <p14:creationId xmlns:p14="http://schemas.microsoft.com/office/powerpoint/2010/main" val="2551992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7CA09-8006-444B-3737-247B89B8A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A621D48-BB02-31CE-47BF-E75A5ABE7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Utvořte otázky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FA824E1-C6B8-F917-755D-051C26083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>
                <a:solidFill>
                  <a:schemeClr val="accent1"/>
                </a:solidFill>
              </a:rPr>
              <a:t>Går du hjem?</a:t>
            </a:r>
            <a:r>
              <a:rPr lang="nb-NO" sz="3000" dirty="0"/>
              <a:t> – Ja, det gjør jeg.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____________________? – Det er Lars.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____________________? – Det går bra, takk.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____________________? – Jeg bor i Drammen.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____________________? – Han drikker kaffe.</a:t>
            </a:r>
          </a:p>
        </p:txBody>
      </p:sp>
    </p:spTree>
    <p:extLst>
      <p:ext uri="{BB962C8B-B14F-4D97-AF65-F5344CB8AC3E}">
        <p14:creationId xmlns:p14="http://schemas.microsoft.com/office/powerpoint/2010/main" val="6309622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A8E87-03BC-36E0-29D9-03F02F0CA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B16068-8A8F-58E5-BF06-238650D25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Utvořte otázky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919B754-AE7B-AB22-1AF8-059D1D031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>
                <a:solidFill>
                  <a:schemeClr val="accent1"/>
                </a:solidFill>
              </a:rPr>
              <a:t>Går du hjem?</a:t>
            </a:r>
            <a:r>
              <a:rPr lang="nb-NO" sz="3000" dirty="0"/>
              <a:t> – Ja, det gjør jeg.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>
                <a:solidFill>
                  <a:schemeClr val="accent1"/>
                </a:solidFill>
              </a:rPr>
              <a:t>Hvem er det?</a:t>
            </a:r>
            <a:r>
              <a:rPr lang="nb-NO" sz="3000" dirty="0"/>
              <a:t> – Det er Lars.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____________________? – Det går bra, takk.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____________________? – Jeg bor i Drammen.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____________________? – Han drikker kaffe.</a:t>
            </a:r>
          </a:p>
        </p:txBody>
      </p:sp>
    </p:spTree>
    <p:extLst>
      <p:ext uri="{BB962C8B-B14F-4D97-AF65-F5344CB8AC3E}">
        <p14:creationId xmlns:p14="http://schemas.microsoft.com/office/powerpoint/2010/main" val="39989472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631B6-589C-3D55-11E7-6298413DA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156EB6-12C7-DCDA-AF53-23D2A7430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Utvořte otázky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60324BC-8F48-5434-8E30-CEF8550BD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>
                <a:solidFill>
                  <a:schemeClr val="accent1"/>
                </a:solidFill>
              </a:rPr>
              <a:t>Går du hjem?</a:t>
            </a:r>
            <a:r>
              <a:rPr lang="nb-NO" sz="3000" dirty="0"/>
              <a:t> – Ja, det gjør jeg.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>
                <a:solidFill>
                  <a:schemeClr val="accent1"/>
                </a:solidFill>
              </a:rPr>
              <a:t>Hvem er det?</a:t>
            </a:r>
            <a:r>
              <a:rPr lang="nb-NO" sz="3000" dirty="0"/>
              <a:t> – Det er Lars.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>
                <a:solidFill>
                  <a:schemeClr val="accent1"/>
                </a:solidFill>
              </a:rPr>
              <a:t>Hvordan går det? </a:t>
            </a:r>
            <a:r>
              <a:rPr lang="nb-NO" sz="3000" dirty="0"/>
              <a:t>– Det går bra, takk.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____________________? – Jeg bor i Drammen.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____________________? – Han drikker kaffe.</a:t>
            </a:r>
          </a:p>
        </p:txBody>
      </p:sp>
    </p:spTree>
    <p:extLst>
      <p:ext uri="{BB962C8B-B14F-4D97-AF65-F5344CB8AC3E}">
        <p14:creationId xmlns:p14="http://schemas.microsoft.com/office/powerpoint/2010/main" val="34786097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E3091-48E0-E3C8-C490-C571D1626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A4360B9-2070-6A1E-8D03-D97D5E06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Utvořte otázky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ABEF6B3-42B5-1977-479B-8D02F408C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>
                <a:solidFill>
                  <a:schemeClr val="accent1"/>
                </a:solidFill>
              </a:rPr>
              <a:t>Går du hjem?</a:t>
            </a:r>
            <a:r>
              <a:rPr lang="nb-NO" sz="3000" dirty="0"/>
              <a:t> – Ja, det gjør jeg.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>
                <a:solidFill>
                  <a:schemeClr val="accent1"/>
                </a:solidFill>
              </a:rPr>
              <a:t>Hvem er det?</a:t>
            </a:r>
            <a:r>
              <a:rPr lang="nb-NO" sz="3000" dirty="0"/>
              <a:t> – Det er Lars.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>
                <a:solidFill>
                  <a:schemeClr val="accent1"/>
                </a:solidFill>
              </a:rPr>
              <a:t>Hvordan går det? </a:t>
            </a:r>
            <a:r>
              <a:rPr lang="nb-NO" sz="3000" dirty="0"/>
              <a:t>– Det går bra, takk.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>
                <a:solidFill>
                  <a:schemeClr val="accent1"/>
                </a:solidFill>
              </a:rPr>
              <a:t>Hvor bor du?</a:t>
            </a:r>
            <a:r>
              <a:rPr lang="nb-NO" sz="3000" dirty="0"/>
              <a:t> – Jeg bor i Drammen.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____________________? – Han drikker kaffe.</a:t>
            </a:r>
          </a:p>
        </p:txBody>
      </p:sp>
    </p:spTree>
    <p:extLst>
      <p:ext uri="{BB962C8B-B14F-4D97-AF65-F5344CB8AC3E}">
        <p14:creationId xmlns:p14="http://schemas.microsoft.com/office/powerpoint/2010/main" val="32477308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76CF7-FD31-0630-8BEC-2E24A0A1F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AC7FD3E-2EA6-8C81-5A52-6ADD60FE7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Utvořte otázky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8DAE59D-382D-5090-44D4-7B5DD9D29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>
                <a:solidFill>
                  <a:schemeClr val="accent1"/>
                </a:solidFill>
              </a:rPr>
              <a:t>Går du hjem?</a:t>
            </a:r>
            <a:r>
              <a:rPr lang="nb-NO" sz="3000" dirty="0"/>
              <a:t> – Ja, det gjør jeg.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>
                <a:solidFill>
                  <a:schemeClr val="accent1"/>
                </a:solidFill>
              </a:rPr>
              <a:t>Hvem er det?</a:t>
            </a:r>
            <a:r>
              <a:rPr lang="nb-NO" sz="3000" dirty="0"/>
              <a:t> – Det er Lars.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>
                <a:solidFill>
                  <a:schemeClr val="accent1"/>
                </a:solidFill>
              </a:rPr>
              <a:t>Hvordan går det? </a:t>
            </a:r>
            <a:r>
              <a:rPr lang="nb-NO" sz="3000" dirty="0"/>
              <a:t>– Det går bra, takk.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>
                <a:solidFill>
                  <a:schemeClr val="accent1"/>
                </a:solidFill>
              </a:rPr>
              <a:t>Hvor bor du?</a:t>
            </a:r>
            <a:r>
              <a:rPr lang="nb-NO" sz="3000" dirty="0"/>
              <a:t> – Jeg bor i Drammen.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>
                <a:solidFill>
                  <a:schemeClr val="accent1"/>
                </a:solidFill>
              </a:rPr>
              <a:t>Hva gjør han? </a:t>
            </a:r>
            <a:r>
              <a:rPr lang="nb-NO" sz="3000" dirty="0"/>
              <a:t>– Han drikker kaffe.</a:t>
            </a:r>
          </a:p>
        </p:txBody>
      </p:sp>
    </p:spTree>
    <p:extLst>
      <p:ext uri="{BB962C8B-B14F-4D97-AF65-F5344CB8AC3E}">
        <p14:creationId xmlns:p14="http://schemas.microsoft.com/office/powerpoint/2010/main" val="10949076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839BF-9276-4B7F-E23F-5276E7D6F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007BDC5-5A8F-EE30-89A5-115026B38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3"/>
            <a:ext cx="10552176" cy="1319297"/>
          </a:xfrm>
        </p:spPr>
        <p:txBody>
          <a:bodyPr>
            <a:normAutofit fontScale="90000"/>
          </a:bodyPr>
          <a:lstStyle/>
          <a:p>
            <a:r>
              <a:rPr lang="cs-CZ" dirty="0"/>
              <a:t>Doplňte správnou předložku:</a:t>
            </a:r>
            <a:br>
              <a:rPr lang="cs-CZ" dirty="0"/>
            </a:br>
            <a:r>
              <a:rPr lang="nb-NO" sz="4200" i="1" noProof="0" dirty="0"/>
              <a:t>av</a:t>
            </a:r>
            <a:r>
              <a:rPr lang="nb-NO" sz="4200" noProof="0" dirty="0"/>
              <a:t>, </a:t>
            </a:r>
            <a:r>
              <a:rPr lang="nb-NO" sz="4200" i="1" noProof="0" dirty="0"/>
              <a:t>for</a:t>
            </a:r>
            <a:r>
              <a:rPr lang="nb-NO" sz="4200" noProof="0" dirty="0"/>
              <a:t>, </a:t>
            </a:r>
            <a:r>
              <a:rPr lang="nb-NO" sz="4200" i="1" noProof="0" dirty="0"/>
              <a:t>fra</a:t>
            </a:r>
            <a:r>
              <a:rPr lang="nb-NO" sz="4200" noProof="0" dirty="0"/>
              <a:t>, </a:t>
            </a:r>
            <a:r>
              <a:rPr lang="nb-NO" sz="4200" i="1" noProof="0" dirty="0"/>
              <a:t>i</a:t>
            </a:r>
            <a:r>
              <a:rPr lang="nb-NO" sz="4200" noProof="0" dirty="0"/>
              <a:t>, </a:t>
            </a:r>
            <a:r>
              <a:rPr lang="nb-NO" sz="4200" i="1" noProof="0" dirty="0"/>
              <a:t>om</a:t>
            </a:r>
            <a:r>
              <a:rPr lang="nb-NO" sz="4200" noProof="0" dirty="0"/>
              <a:t>, </a:t>
            </a:r>
            <a:r>
              <a:rPr lang="nb-NO" sz="4200" i="1" noProof="0" dirty="0"/>
              <a:t>på</a:t>
            </a:r>
            <a:r>
              <a:rPr lang="nb-NO" sz="4200" noProof="0" dirty="0"/>
              <a:t>, </a:t>
            </a:r>
            <a:r>
              <a:rPr lang="nb-NO" sz="4200" i="1" noProof="0" dirty="0"/>
              <a:t>til</a:t>
            </a:r>
            <a:endParaRPr lang="cs-CZ" sz="4200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B2464F3-0A4C-800A-8752-AF082A515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Jeg slapper _____.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Kan du si meg veien _____ Slottsparken.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De er _____ kafé.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Øystein bor _____ Stavanger.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Anna går _____ norskkurs hver dag.</a:t>
            </a:r>
          </a:p>
        </p:txBody>
      </p:sp>
    </p:spTree>
    <p:extLst>
      <p:ext uri="{BB962C8B-B14F-4D97-AF65-F5344CB8AC3E}">
        <p14:creationId xmlns:p14="http://schemas.microsoft.com/office/powerpoint/2010/main" val="2113194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99B09-EE99-53E9-E04D-752D348A0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B136A62-BDB7-9197-CC41-61BC9456D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3"/>
            <a:ext cx="10552176" cy="1319297"/>
          </a:xfrm>
        </p:spPr>
        <p:txBody>
          <a:bodyPr>
            <a:normAutofit fontScale="90000"/>
          </a:bodyPr>
          <a:lstStyle/>
          <a:p>
            <a:r>
              <a:rPr lang="cs-CZ" dirty="0"/>
              <a:t>Doplňte správnou předložku:</a:t>
            </a:r>
            <a:br>
              <a:rPr lang="cs-CZ" dirty="0"/>
            </a:br>
            <a:r>
              <a:rPr lang="cs-CZ" sz="4200" i="1" dirty="0" err="1"/>
              <a:t>av</a:t>
            </a:r>
            <a:r>
              <a:rPr lang="cs-CZ" sz="4200" dirty="0"/>
              <a:t>, </a:t>
            </a:r>
            <a:r>
              <a:rPr lang="cs-CZ" sz="4200" i="1" dirty="0" err="1"/>
              <a:t>for</a:t>
            </a:r>
            <a:r>
              <a:rPr lang="cs-CZ" sz="4200" dirty="0"/>
              <a:t>, </a:t>
            </a:r>
            <a:r>
              <a:rPr lang="cs-CZ" sz="4200" i="1" dirty="0" err="1"/>
              <a:t>fra</a:t>
            </a:r>
            <a:r>
              <a:rPr lang="cs-CZ" sz="4200" dirty="0"/>
              <a:t>, </a:t>
            </a:r>
            <a:r>
              <a:rPr lang="cs-CZ" sz="4200" i="1" dirty="0"/>
              <a:t>i</a:t>
            </a:r>
            <a:r>
              <a:rPr lang="cs-CZ" sz="4200" dirty="0"/>
              <a:t>, </a:t>
            </a:r>
            <a:r>
              <a:rPr lang="cs-CZ" sz="4200" i="1" dirty="0" err="1"/>
              <a:t>om</a:t>
            </a:r>
            <a:r>
              <a:rPr lang="cs-CZ" sz="4200" dirty="0"/>
              <a:t>, </a:t>
            </a:r>
            <a:r>
              <a:rPr lang="cs-CZ" sz="4200" i="1" dirty="0" err="1"/>
              <a:t>på</a:t>
            </a:r>
            <a:r>
              <a:rPr lang="cs-CZ" sz="4200" dirty="0"/>
              <a:t>, </a:t>
            </a:r>
            <a:r>
              <a:rPr lang="cs-CZ" sz="4200" i="1" dirty="0"/>
              <a:t>til</a:t>
            </a:r>
            <a:endParaRPr lang="cs-CZ" sz="4200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51AAA09-08A9-86DC-8853-E452F7B6E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Jeg slapper </a:t>
            </a:r>
            <a:r>
              <a:rPr lang="nb-NO" sz="3000" b="1" dirty="0">
                <a:solidFill>
                  <a:schemeClr val="accent1"/>
                </a:solidFill>
              </a:rPr>
              <a:t>av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Kan du si meg veien _____ Slottsparken.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De er _____ kafé.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Øystein bor _____ Stavanger.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Anna går _____ norskkurs hver dag.</a:t>
            </a:r>
          </a:p>
        </p:txBody>
      </p:sp>
    </p:spTree>
    <p:extLst>
      <p:ext uri="{BB962C8B-B14F-4D97-AF65-F5344CB8AC3E}">
        <p14:creationId xmlns:p14="http://schemas.microsoft.com/office/powerpoint/2010/main" val="18794504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7C21B-B9C2-3800-043C-A19A77046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A3416AC-7215-9068-DA18-E27F3A570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3"/>
            <a:ext cx="10552176" cy="1319297"/>
          </a:xfrm>
        </p:spPr>
        <p:txBody>
          <a:bodyPr>
            <a:normAutofit fontScale="90000"/>
          </a:bodyPr>
          <a:lstStyle/>
          <a:p>
            <a:r>
              <a:rPr lang="cs-CZ" dirty="0"/>
              <a:t>Doplňte správnou předložku:</a:t>
            </a:r>
            <a:br>
              <a:rPr lang="cs-CZ" dirty="0"/>
            </a:br>
            <a:r>
              <a:rPr lang="cs-CZ" sz="4200" i="1" dirty="0" err="1"/>
              <a:t>av</a:t>
            </a:r>
            <a:r>
              <a:rPr lang="cs-CZ" sz="4200" dirty="0"/>
              <a:t>, </a:t>
            </a:r>
            <a:r>
              <a:rPr lang="cs-CZ" sz="4200" i="1" dirty="0" err="1"/>
              <a:t>for</a:t>
            </a:r>
            <a:r>
              <a:rPr lang="cs-CZ" sz="4200" dirty="0"/>
              <a:t>, </a:t>
            </a:r>
            <a:r>
              <a:rPr lang="cs-CZ" sz="4200" i="1" dirty="0" err="1"/>
              <a:t>fra</a:t>
            </a:r>
            <a:r>
              <a:rPr lang="cs-CZ" sz="4200" dirty="0"/>
              <a:t>, </a:t>
            </a:r>
            <a:r>
              <a:rPr lang="cs-CZ" sz="4200" i="1" dirty="0"/>
              <a:t>i</a:t>
            </a:r>
            <a:r>
              <a:rPr lang="cs-CZ" sz="4200" dirty="0"/>
              <a:t>, </a:t>
            </a:r>
            <a:r>
              <a:rPr lang="cs-CZ" sz="4200" i="1" dirty="0" err="1"/>
              <a:t>om</a:t>
            </a:r>
            <a:r>
              <a:rPr lang="cs-CZ" sz="4200" dirty="0"/>
              <a:t>, </a:t>
            </a:r>
            <a:r>
              <a:rPr lang="cs-CZ" sz="4200" i="1" dirty="0" err="1"/>
              <a:t>på</a:t>
            </a:r>
            <a:r>
              <a:rPr lang="cs-CZ" sz="4200" dirty="0"/>
              <a:t>, </a:t>
            </a:r>
            <a:r>
              <a:rPr lang="cs-CZ" sz="4200" i="1" dirty="0"/>
              <a:t>til</a:t>
            </a:r>
            <a:endParaRPr lang="cs-CZ" sz="4200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484809C-B220-FDA1-EF46-60D830420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Jeg slapper </a:t>
            </a:r>
            <a:r>
              <a:rPr lang="nb-NO" sz="3000" b="1" dirty="0">
                <a:solidFill>
                  <a:schemeClr val="accent1"/>
                </a:solidFill>
              </a:rPr>
              <a:t>av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Kan du si meg veien </a:t>
            </a:r>
            <a:r>
              <a:rPr lang="nb-NO" sz="3000" b="1" dirty="0">
                <a:solidFill>
                  <a:schemeClr val="accent1"/>
                </a:solidFill>
              </a:rPr>
              <a:t>til</a:t>
            </a:r>
            <a:r>
              <a:rPr lang="nb-NO" sz="3000" dirty="0"/>
              <a:t> Slottsparken.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De er _____ kafé.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Øystein bor _____ Stavanger.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Anna går _____ norskkurs hver dag.</a:t>
            </a:r>
          </a:p>
        </p:txBody>
      </p:sp>
    </p:spTree>
    <p:extLst>
      <p:ext uri="{BB962C8B-B14F-4D97-AF65-F5344CB8AC3E}">
        <p14:creationId xmlns:p14="http://schemas.microsoft.com/office/powerpoint/2010/main" val="7157770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07FBB-6F60-73A5-4A68-7654A6738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5BAFBA5-4819-E756-9631-8797C8A69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3"/>
            <a:ext cx="10552176" cy="1319297"/>
          </a:xfrm>
        </p:spPr>
        <p:txBody>
          <a:bodyPr>
            <a:normAutofit fontScale="90000"/>
          </a:bodyPr>
          <a:lstStyle/>
          <a:p>
            <a:r>
              <a:rPr lang="cs-CZ" dirty="0"/>
              <a:t>Doplňte správnou předložku:</a:t>
            </a:r>
            <a:br>
              <a:rPr lang="cs-CZ" dirty="0"/>
            </a:br>
            <a:r>
              <a:rPr lang="cs-CZ" sz="4200" i="1" dirty="0" err="1"/>
              <a:t>av</a:t>
            </a:r>
            <a:r>
              <a:rPr lang="cs-CZ" sz="4200" dirty="0"/>
              <a:t>, </a:t>
            </a:r>
            <a:r>
              <a:rPr lang="cs-CZ" sz="4200" i="1" dirty="0" err="1"/>
              <a:t>for</a:t>
            </a:r>
            <a:r>
              <a:rPr lang="cs-CZ" sz="4200" dirty="0"/>
              <a:t>, </a:t>
            </a:r>
            <a:r>
              <a:rPr lang="cs-CZ" sz="4200" i="1" dirty="0" err="1"/>
              <a:t>fra</a:t>
            </a:r>
            <a:r>
              <a:rPr lang="cs-CZ" sz="4200" dirty="0"/>
              <a:t>, </a:t>
            </a:r>
            <a:r>
              <a:rPr lang="cs-CZ" sz="4200" i="1" dirty="0"/>
              <a:t>i</a:t>
            </a:r>
            <a:r>
              <a:rPr lang="cs-CZ" sz="4200" dirty="0"/>
              <a:t>, </a:t>
            </a:r>
            <a:r>
              <a:rPr lang="cs-CZ" sz="4200" i="1" dirty="0" err="1"/>
              <a:t>om</a:t>
            </a:r>
            <a:r>
              <a:rPr lang="cs-CZ" sz="4200" dirty="0"/>
              <a:t>, </a:t>
            </a:r>
            <a:r>
              <a:rPr lang="cs-CZ" sz="4200" i="1" dirty="0" err="1"/>
              <a:t>på</a:t>
            </a:r>
            <a:r>
              <a:rPr lang="cs-CZ" sz="4200" dirty="0"/>
              <a:t>, </a:t>
            </a:r>
            <a:r>
              <a:rPr lang="cs-CZ" sz="4200" i="1" dirty="0"/>
              <a:t>til</a:t>
            </a:r>
            <a:endParaRPr lang="cs-CZ" sz="4200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B2153DD-74EE-5F2C-7737-33099BEB3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Jeg slapper </a:t>
            </a:r>
            <a:r>
              <a:rPr lang="nb-NO" sz="3000" b="1" dirty="0">
                <a:solidFill>
                  <a:schemeClr val="accent1"/>
                </a:solidFill>
              </a:rPr>
              <a:t>av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Kan du si meg veien </a:t>
            </a:r>
            <a:r>
              <a:rPr lang="nb-NO" sz="3000" b="1" dirty="0">
                <a:solidFill>
                  <a:schemeClr val="accent1"/>
                </a:solidFill>
              </a:rPr>
              <a:t>til</a:t>
            </a:r>
            <a:r>
              <a:rPr lang="nb-NO" sz="3000" dirty="0"/>
              <a:t> Slottsparken.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De er </a:t>
            </a:r>
            <a:r>
              <a:rPr lang="nb-NO" sz="3000" b="1" dirty="0">
                <a:solidFill>
                  <a:schemeClr val="accent1"/>
                </a:solidFill>
              </a:rPr>
              <a:t>på</a:t>
            </a:r>
            <a:r>
              <a:rPr lang="nb-NO" sz="3000" dirty="0">
                <a:solidFill>
                  <a:schemeClr val="accent1"/>
                </a:solidFill>
              </a:rPr>
              <a:t> </a:t>
            </a:r>
            <a:r>
              <a:rPr lang="nb-NO" sz="3000" dirty="0"/>
              <a:t>kafé.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Øystein bor _____ Stavanger.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Anna går _____ norskkurs hver dag.</a:t>
            </a:r>
          </a:p>
        </p:txBody>
      </p:sp>
    </p:spTree>
    <p:extLst>
      <p:ext uri="{BB962C8B-B14F-4D97-AF65-F5344CB8AC3E}">
        <p14:creationId xmlns:p14="http://schemas.microsoft.com/office/powerpoint/2010/main" val="20925551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53753-1797-E1D7-53F5-B26795783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8870076-3C4F-6D18-5B5A-2CBB229D0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3"/>
            <a:ext cx="10552176" cy="1319297"/>
          </a:xfrm>
        </p:spPr>
        <p:txBody>
          <a:bodyPr>
            <a:normAutofit fontScale="90000"/>
          </a:bodyPr>
          <a:lstStyle/>
          <a:p>
            <a:r>
              <a:rPr lang="cs-CZ" dirty="0"/>
              <a:t>Doplňte správnou předložku:</a:t>
            </a:r>
            <a:br>
              <a:rPr lang="cs-CZ" dirty="0"/>
            </a:br>
            <a:r>
              <a:rPr lang="cs-CZ" sz="4200" i="1" dirty="0" err="1"/>
              <a:t>av</a:t>
            </a:r>
            <a:r>
              <a:rPr lang="cs-CZ" sz="4200" dirty="0"/>
              <a:t>, </a:t>
            </a:r>
            <a:r>
              <a:rPr lang="cs-CZ" sz="4200" i="1" dirty="0" err="1"/>
              <a:t>for</a:t>
            </a:r>
            <a:r>
              <a:rPr lang="cs-CZ" sz="4200" dirty="0"/>
              <a:t>, </a:t>
            </a:r>
            <a:r>
              <a:rPr lang="cs-CZ" sz="4200" i="1" dirty="0" err="1"/>
              <a:t>fra</a:t>
            </a:r>
            <a:r>
              <a:rPr lang="cs-CZ" sz="4200" dirty="0"/>
              <a:t>, </a:t>
            </a:r>
            <a:r>
              <a:rPr lang="cs-CZ" sz="4200" i="1" dirty="0"/>
              <a:t>i</a:t>
            </a:r>
            <a:r>
              <a:rPr lang="cs-CZ" sz="4200" dirty="0"/>
              <a:t>, </a:t>
            </a:r>
            <a:r>
              <a:rPr lang="cs-CZ" sz="4200" i="1" dirty="0" err="1"/>
              <a:t>om</a:t>
            </a:r>
            <a:r>
              <a:rPr lang="cs-CZ" sz="4200" dirty="0"/>
              <a:t>, </a:t>
            </a:r>
            <a:r>
              <a:rPr lang="cs-CZ" sz="4200" i="1" dirty="0" err="1"/>
              <a:t>på</a:t>
            </a:r>
            <a:r>
              <a:rPr lang="cs-CZ" sz="4200" dirty="0"/>
              <a:t>, </a:t>
            </a:r>
            <a:r>
              <a:rPr lang="cs-CZ" sz="4200" i="1" dirty="0"/>
              <a:t>til</a:t>
            </a:r>
            <a:endParaRPr lang="cs-CZ" sz="4200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745D33C-1A59-0946-61C1-B978C85CF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Jeg slapper </a:t>
            </a:r>
            <a:r>
              <a:rPr lang="nb-NO" sz="3000" b="1" dirty="0">
                <a:solidFill>
                  <a:schemeClr val="accent1"/>
                </a:solidFill>
              </a:rPr>
              <a:t>av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Kan du si meg veien </a:t>
            </a:r>
            <a:r>
              <a:rPr lang="nb-NO" sz="3000" b="1" dirty="0">
                <a:solidFill>
                  <a:schemeClr val="accent1"/>
                </a:solidFill>
              </a:rPr>
              <a:t>til</a:t>
            </a:r>
            <a:r>
              <a:rPr lang="nb-NO" sz="3000" dirty="0"/>
              <a:t> Slottsparken.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De er </a:t>
            </a:r>
            <a:r>
              <a:rPr lang="nb-NO" sz="3000" b="1" dirty="0">
                <a:solidFill>
                  <a:schemeClr val="accent1"/>
                </a:solidFill>
              </a:rPr>
              <a:t>på</a:t>
            </a:r>
            <a:r>
              <a:rPr lang="nb-NO" sz="3000" dirty="0">
                <a:solidFill>
                  <a:schemeClr val="accent1"/>
                </a:solidFill>
              </a:rPr>
              <a:t> </a:t>
            </a:r>
            <a:r>
              <a:rPr lang="nb-NO" sz="3000" dirty="0"/>
              <a:t>kafé.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Øystein bor </a:t>
            </a:r>
            <a:r>
              <a:rPr lang="nb-NO" sz="3000" b="1" dirty="0">
                <a:solidFill>
                  <a:schemeClr val="accent1"/>
                </a:solidFill>
              </a:rPr>
              <a:t>i</a:t>
            </a:r>
            <a:r>
              <a:rPr lang="nb-NO" sz="3000" dirty="0"/>
              <a:t> Stavanger.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Anna går _____ norskkurs hver dag.</a:t>
            </a:r>
          </a:p>
        </p:txBody>
      </p:sp>
    </p:spTree>
    <p:extLst>
      <p:ext uri="{BB962C8B-B14F-4D97-AF65-F5344CB8AC3E}">
        <p14:creationId xmlns:p14="http://schemas.microsoft.com/office/powerpoint/2010/main" val="34347865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ACF2-23A2-C41A-71BF-F6A67C654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537CDA9-6A70-373F-B1A8-1E0F1C050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3"/>
            <a:ext cx="10552176" cy="1319297"/>
          </a:xfrm>
        </p:spPr>
        <p:txBody>
          <a:bodyPr>
            <a:normAutofit fontScale="90000"/>
          </a:bodyPr>
          <a:lstStyle/>
          <a:p>
            <a:r>
              <a:rPr lang="cs-CZ" dirty="0"/>
              <a:t>Doplňte správnou předložku:</a:t>
            </a:r>
            <a:br>
              <a:rPr lang="cs-CZ" dirty="0"/>
            </a:br>
            <a:r>
              <a:rPr lang="cs-CZ" sz="4200" i="1" dirty="0" err="1"/>
              <a:t>av</a:t>
            </a:r>
            <a:r>
              <a:rPr lang="cs-CZ" sz="4200" dirty="0"/>
              <a:t>, </a:t>
            </a:r>
            <a:r>
              <a:rPr lang="cs-CZ" sz="4200" i="1" dirty="0" err="1"/>
              <a:t>for</a:t>
            </a:r>
            <a:r>
              <a:rPr lang="cs-CZ" sz="4200" dirty="0"/>
              <a:t>, </a:t>
            </a:r>
            <a:r>
              <a:rPr lang="cs-CZ" sz="4200" i="1" dirty="0" err="1"/>
              <a:t>fra</a:t>
            </a:r>
            <a:r>
              <a:rPr lang="cs-CZ" sz="4200" dirty="0"/>
              <a:t>, </a:t>
            </a:r>
            <a:r>
              <a:rPr lang="cs-CZ" sz="4200" i="1" dirty="0"/>
              <a:t>i</a:t>
            </a:r>
            <a:r>
              <a:rPr lang="cs-CZ" sz="4200" dirty="0"/>
              <a:t>, </a:t>
            </a:r>
            <a:r>
              <a:rPr lang="cs-CZ" sz="4200" i="1" dirty="0" err="1"/>
              <a:t>om</a:t>
            </a:r>
            <a:r>
              <a:rPr lang="cs-CZ" sz="4200" dirty="0"/>
              <a:t>, </a:t>
            </a:r>
            <a:r>
              <a:rPr lang="cs-CZ" sz="4200" i="1" dirty="0" err="1"/>
              <a:t>på</a:t>
            </a:r>
            <a:r>
              <a:rPr lang="cs-CZ" sz="4200" dirty="0"/>
              <a:t>, </a:t>
            </a:r>
            <a:r>
              <a:rPr lang="cs-CZ" sz="4200" i="1" dirty="0"/>
              <a:t>til</a:t>
            </a:r>
            <a:endParaRPr lang="cs-CZ" sz="4200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22DC200-F62A-3B28-797A-040FC9514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Jeg slapper </a:t>
            </a:r>
            <a:r>
              <a:rPr lang="nb-NO" sz="3000" b="1" dirty="0">
                <a:solidFill>
                  <a:schemeClr val="accent1"/>
                </a:solidFill>
              </a:rPr>
              <a:t>av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Kan du si meg veien </a:t>
            </a:r>
            <a:r>
              <a:rPr lang="nb-NO" sz="3000" b="1" dirty="0">
                <a:solidFill>
                  <a:schemeClr val="accent1"/>
                </a:solidFill>
              </a:rPr>
              <a:t>til</a:t>
            </a:r>
            <a:r>
              <a:rPr lang="nb-NO" sz="3000" dirty="0"/>
              <a:t> Slottsparken.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De er </a:t>
            </a:r>
            <a:r>
              <a:rPr lang="nb-NO" sz="3000" b="1" dirty="0">
                <a:solidFill>
                  <a:schemeClr val="accent1"/>
                </a:solidFill>
              </a:rPr>
              <a:t>på</a:t>
            </a:r>
            <a:r>
              <a:rPr lang="nb-NO" sz="3000" dirty="0">
                <a:solidFill>
                  <a:schemeClr val="accent1"/>
                </a:solidFill>
              </a:rPr>
              <a:t> </a:t>
            </a:r>
            <a:r>
              <a:rPr lang="nb-NO" sz="3000" dirty="0"/>
              <a:t>kafé.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Øystein bor </a:t>
            </a:r>
            <a:r>
              <a:rPr lang="nb-NO" sz="3000" b="1" dirty="0">
                <a:solidFill>
                  <a:schemeClr val="accent1"/>
                </a:solidFill>
              </a:rPr>
              <a:t>i</a:t>
            </a:r>
            <a:r>
              <a:rPr lang="nb-NO" sz="3000" dirty="0"/>
              <a:t> Stavanger.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Anna går </a:t>
            </a:r>
            <a:r>
              <a:rPr lang="nb-NO" sz="3000" b="1" dirty="0">
                <a:solidFill>
                  <a:schemeClr val="accent1"/>
                </a:solidFill>
              </a:rPr>
              <a:t>på</a:t>
            </a:r>
            <a:r>
              <a:rPr lang="nb-NO" sz="3000" dirty="0"/>
              <a:t> norskkurs hver dag.</a:t>
            </a:r>
          </a:p>
        </p:txBody>
      </p:sp>
    </p:spTree>
    <p:extLst>
      <p:ext uri="{BB962C8B-B14F-4D97-AF65-F5344CB8AC3E}">
        <p14:creationId xmlns:p14="http://schemas.microsoft.com/office/powerpoint/2010/main" val="29408401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A5D6E-D2CD-481E-84FA-00E4FCD7D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54F40C-7EA8-1237-E6D1-C1287447B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3"/>
            <a:ext cx="10552176" cy="1319297"/>
          </a:xfrm>
        </p:spPr>
        <p:txBody>
          <a:bodyPr>
            <a:normAutofit fontScale="90000"/>
          </a:bodyPr>
          <a:lstStyle/>
          <a:p>
            <a:r>
              <a:rPr lang="cs-CZ" dirty="0"/>
              <a:t>Doplňte správnou předložku:</a:t>
            </a:r>
            <a:br>
              <a:rPr lang="cs-CZ" dirty="0"/>
            </a:br>
            <a:r>
              <a:rPr lang="cs-CZ" sz="4200" i="1" dirty="0" err="1"/>
              <a:t>av</a:t>
            </a:r>
            <a:r>
              <a:rPr lang="cs-CZ" sz="4200" dirty="0"/>
              <a:t>, </a:t>
            </a:r>
            <a:r>
              <a:rPr lang="cs-CZ" sz="4200" i="1" dirty="0" err="1"/>
              <a:t>for</a:t>
            </a:r>
            <a:r>
              <a:rPr lang="cs-CZ" sz="4200" dirty="0"/>
              <a:t>, </a:t>
            </a:r>
            <a:r>
              <a:rPr lang="cs-CZ" sz="4200" i="1" dirty="0" err="1"/>
              <a:t>fra</a:t>
            </a:r>
            <a:r>
              <a:rPr lang="cs-CZ" sz="4200" dirty="0"/>
              <a:t>, </a:t>
            </a:r>
            <a:r>
              <a:rPr lang="cs-CZ" sz="4200" i="1" dirty="0"/>
              <a:t>i</a:t>
            </a:r>
            <a:r>
              <a:rPr lang="cs-CZ" sz="4200" dirty="0"/>
              <a:t>, </a:t>
            </a:r>
            <a:r>
              <a:rPr lang="cs-CZ" sz="4200" i="1" dirty="0" err="1"/>
              <a:t>om</a:t>
            </a:r>
            <a:r>
              <a:rPr lang="cs-CZ" sz="4200" dirty="0"/>
              <a:t>, </a:t>
            </a:r>
            <a:r>
              <a:rPr lang="cs-CZ" sz="4200" i="1" dirty="0" err="1"/>
              <a:t>på</a:t>
            </a:r>
            <a:r>
              <a:rPr lang="cs-CZ" sz="4200" dirty="0"/>
              <a:t>, </a:t>
            </a:r>
            <a:r>
              <a:rPr lang="cs-CZ" sz="4200" i="1" dirty="0"/>
              <a:t>til</a:t>
            </a:r>
            <a:endParaRPr lang="cs-CZ" sz="4200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DF1C9D0-28CB-64FB-8630-2C6912D95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Vil du gå _____ tur?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Hva gjør du _____ morgen?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Arne kommer _____ Narvik.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De reiser _____ Oslo hver dag.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Gleder du deg _____ jul?</a:t>
            </a:r>
          </a:p>
        </p:txBody>
      </p:sp>
    </p:spTree>
    <p:extLst>
      <p:ext uri="{BB962C8B-B14F-4D97-AF65-F5344CB8AC3E}">
        <p14:creationId xmlns:p14="http://schemas.microsoft.com/office/powerpoint/2010/main" val="1241857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958BE-1667-3BE0-ED2F-FF8CC9FAC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0E2C7AD-44E2-DAB5-7B63-77321C1A3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3"/>
            <a:ext cx="10552176" cy="1319297"/>
          </a:xfrm>
        </p:spPr>
        <p:txBody>
          <a:bodyPr>
            <a:normAutofit fontScale="90000"/>
          </a:bodyPr>
          <a:lstStyle/>
          <a:p>
            <a:r>
              <a:rPr lang="cs-CZ" dirty="0"/>
              <a:t>Doplňte správnou předložku:</a:t>
            </a:r>
            <a:br>
              <a:rPr lang="cs-CZ" dirty="0"/>
            </a:br>
            <a:r>
              <a:rPr lang="cs-CZ" sz="4200" i="1" dirty="0" err="1"/>
              <a:t>av</a:t>
            </a:r>
            <a:r>
              <a:rPr lang="cs-CZ" sz="4200" dirty="0"/>
              <a:t>, </a:t>
            </a:r>
            <a:r>
              <a:rPr lang="cs-CZ" sz="4200" i="1" dirty="0" err="1"/>
              <a:t>for</a:t>
            </a:r>
            <a:r>
              <a:rPr lang="cs-CZ" sz="4200" dirty="0"/>
              <a:t>, </a:t>
            </a:r>
            <a:r>
              <a:rPr lang="cs-CZ" sz="4200" i="1" dirty="0" err="1"/>
              <a:t>fra</a:t>
            </a:r>
            <a:r>
              <a:rPr lang="cs-CZ" sz="4200" dirty="0"/>
              <a:t>, </a:t>
            </a:r>
            <a:r>
              <a:rPr lang="cs-CZ" sz="4200" i="1" dirty="0"/>
              <a:t>i</a:t>
            </a:r>
            <a:r>
              <a:rPr lang="cs-CZ" sz="4200" dirty="0"/>
              <a:t>, </a:t>
            </a:r>
            <a:r>
              <a:rPr lang="cs-CZ" sz="4200" i="1" dirty="0" err="1"/>
              <a:t>om</a:t>
            </a:r>
            <a:r>
              <a:rPr lang="cs-CZ" sz="4200" dirty="0"/>
              <a:t>, </a:t>
            </a:r>
            <a:r>
              <a:rPr lang="cs-CZ" sz="4200" i="1" dirty="0" err="1"/>
              <a:t>på</a:t>
            </a:r>
            <a:r>
              <a:rPr lang="cs-CZ" sz="4200" dirty="0"/>
              <a:t>, </a:t>
            </a:r>
            <a:r>
              <a:rPr lang="cs-CZ" sz="4200" i="1" dirty="0"/>
              <a:t>til</a:t>
            </a:r>
            <a:endParaRPr lang="cs-CZ" sz="4200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65F5FD5-155A-7D38-1210-10750C09A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Vil du gå </a:t>
            </a:r>
            <a:r>
              <a:rPr lang="nb-NO" sz="3000" b="1" dirty="0">
                <a:solidFill>
                  <a:schemeClr val="accent1"/>
                </a:solidFill>
              </a:rPr>
              <a:t>på </a:t>
            </a:r>
            <a:r>
              <a:rPr lang="nb-NO" sz="3000" dirty="0"/>
              <a:t>tur?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Hva gjør du _____ morgen?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Arne kommer _____ Narvik.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De reiser _____ Oslo hver dag.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Gleder du deg _____ jul?</a:t>
            </a:r>
          </a:p>
        </p:txBody>
      </p:sp>
    </p:spTree>
    <p:extLst>
      <p:ext uri="{BB962C8B-B14F-4D97-AF65-F5344CB8AC3E}">
        <p14:creationId xmlns:p14="http://schemas.microsoft.com/office/powerpoint/2010/main" val="38615021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8CD9E-713A-C7F7-EAAD-2B82C6AE0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17949F-77C3-7C2B-B0EA-3D0847CFC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3"/>
            <a:ext cx="10552176" cy="1319297"/>
          </a:xfrm>
        </p:spPr>
        <p:txBody>
          <a:bodyPr>
            <a:normAutofit fontScale="90000"/>
          </a:bodyPr>
          <a:lstStyle/>
          <a:p>
            <a:r>
              <a:rPr lang="cs-CZ" dirty="0"/>
              <a:t>Doplňte správnou předložku:</a:t>
            </a:r>
            <a:br>
              <a:rPr lang="cs-CZ" dirty="0"/>
            </a:br>
            <a:r>
              <a:rPr lang="cs-CZ" sz="4200" i="1" dirty="0" err="1"/>
              <a:t>av</a:t>
            </a:r>
            <a:r>
              <a:rPr lang="cs-CZ" sz="4200" dirty="0"/>
              <a:t>, </a:t>
            </a:r>
            <a:r>
              <a:rPr lang="cs-CZ" sz="4200" i="1" dirty="0" err="1"/>
              <a:t>for</a:t>
            </a:r>
            <a:r>
              <a:rPr lang="cs-CZ" sz="4200" dirty="0"/>
              <a:t>, </a:t>
            </a:r>
            <a:r>
              <a:rPr lang="cs-CZ" sz="4200" i="1" dirty="0" err="1"/>
              <a:t>fra</a:t>
            </a:r>
            <a:r>
              <a:rPr lang="cs-CZ" sz="4200" dirty="0"/>
              <a:t>, </a:t>
            </a:r>
            <a:r>
              <a:rPr lang="cs-CZ" sz="4200" i="1" dirty="0"/>
              <a:t>i</a:t>
            </a:r>
            <a:r>
              <a:rPr lang="cs-CZ" sz="4200" dirty="0"/>
              <a:t>, </a:t>
            </a:r>
            <a:r>
              <a:rPr lang="cs-CZ" sz="4200" i="1" dirty="0" err="1"/>
              <a:t>om</a:t>
            </a:r>
            <a:r>
              <a:rPr lang="cs-CZ" sz="4200" dirty="0"/>
              <a:t>, </a:t>
            </a:r>
            <a:r>
              <a:rPr lang="cs-CZ" sz="4200" i="1" dirty="0" err="1"/>
              <a:t>på</a:t>
            </a:r>
            <a:r>
              <a:rPr lang="cs-CZ" sz="4200" dirty="0"/>
              <a:t>, </a:t>
            </a:r>
            <a:r>
              <a:rPr lang="cs-CZ" sz="4200" i="1" dirty="0"/>
              <a:t>til</a:t>
            </a:r>
            <a:endParaRPr lang="cs-CZ" sz="4200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CF1753A-BAC4-9C6E-8413-45B79E371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Vil du gå </a:t>
            </a:r>
            <a:r>
              <a:rPr lang="nb-NO" sz="3000" b="1" dirty="0">
                <a:solidFill>
                  <a:schemeClr val="accent1"/>
                </a:solidFill>
              </a:rPr>
              <a:t>på </a:t>
            </a:r>
            <a:r>
              <a:rPr lang="nb-NO" sz="3000" dirty="0"/>
              <a:t>tur?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Hva gjør du </a:t>
            </a:r>
            <a:r>
              <a:rPr lang="nb-NO" sz="3000" b="1" dirty="0">
                <a:solidFill>
                  <a:schemeClr val="accent1"/>
                </a:solidFill>
              </a:rPr>
              <a:t>i</a:t>
            </a:r>
            <a:r>
              <a:rPr lang="nb-NO" sz="3000" dirty="0"/>
              <a:t> morgen?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Arne kommer _____ Narvik.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De reiser _____ Oslo hver dag.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Gleder du deg _____ jul?</a:t>
            </a:r>
          </a:p>
        </p:txBody>
      </p:sp>
    </p:spTree>
    <p:extLst>
      <p:ext uri="{BB962C8B-B14F-4D97-AF65-F5344CB8AC3E}">
        <p14:creationId xmlns:p14="http://schemas.microsoft.com/office/powerpoint/2010/main" val="33310604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D76D9-85E0-F11F-4794-1AF214173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5407B4F-D574-8B90-AFBA-271F955E5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3"/>
            <a:ext cx="10552176" cy="1319297"/>
          </a:xfrm>
        </p:spPr>
        <p:txBody>
          <a:bodyPr>
            <a:normAutofit fontScale="90000"/>
          </a:bodyPr>
          <a:lstStyle/>
          <a:p>
            <a:r>
              <a:rPr lang="cs-CZ" dirty="0"/>
              <a:t>Doplňte správnou předložku:</a:t>
            </a:r>
            <a:br>
              <a:rPr lang="cs-CZ" dirty="0"/>
            </a:br>
            <a:r>
              <a:rPr lang="cs-CZ" sz="4200" i="1" dirty="0" err="1"/>
              <a:t>av</a:t>
            </a:r>
            <a:r>
              <a:rPr lang="cs-CZ" sz="4200" dirty="0"/>
              <a:t>, </a:t>
            </a:r>
            <a:r>
              <a:rPr lang="cs-CZ" sz="4200" i="1" dirty="0" err="1"/>
              <a:t>for</a:t>
            </a:r>
            <a:r>
              <a:rPr lang="cs-CZ" sz="4200" dirty="0"/>
              <a:t>, </a:t>
            </a:r>
            <a:r>
              <a:rPr lang="cs-CZ" sz="4200" i="1" dirty="0" err="1"/>
              <a:t>fra</a:t>
            </a:r>
            <a:r>
              <a:rPr lang="cs-CZ" sz="4200" dirty="0"/>
              <a:t>, </a:t>
            </a:r>
            <a:r>
              <a:rPr lang="cs-CZ" sz="4200" i="1" dirty="0"/>
              <a:t>i</a:t>
            </a:r>
            <a:r>
              <a:rPr lang="cs-CZ" sz="4200" dirty="0"/>
              <a:t>, </a:t>
            </a:r>
            <a:r>
              <a:rPr lang="cs-CZ" sz="4200" i="1" dirty="0" err="1"/>
              <a:t>om</a:t>
            </a:r>
            <a:r>
              <a:rPr lang="cs-CZ" sz="4200" dirty="0"/>
              <a:t>, </a:t>
            </a:r>
            <a:r>
              <a:rPr lang="cs-CZ" sz="4200" i="1" dirty="0" err="1"/>
              <a:t>på</a:t>
            </a:r>
            <a:r>
              <a:rPr lang="cs-CZ" sz="4200" dirty="0"/>
              <a:t>, </a:t>
            </a:r>
            <a:r>
              <a:rPr lang="cs-CZ" sz="4200" i="1" dirty="0"/>
              <a:t>til</a:t>
            </a:r>
            <a:endParaRPr lang="cs-CZ" sz="4200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877A36A-5AA8-FE56-F4C5-E82AE2F31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Vil du gå </a:t>
            </a:r>
            <a:r>
              <a:rPr lang="nb-NO" sz="3000" b="1" dirty="0">
                <a:solidFill>
                  <a:schemeClr val="accent1"/>
                </a:solidFill>
              </a:rPr>
              <a:t>på </a:t>
            </a:r>
            <a:r>
              <a:rPr lang="nb-NO" sz="3000" dirty="0"/>
              <a:t>tur?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Hva gjør du </a:t>
            </a:r>
            <a:r>
              <a:rPr lang="nb-NO" sz="3000" b="1" dirty="0">
                <a:solidFill>
                  <a:schemeClr val="accent1"/>
                </a:solidFill>
              </a:rPr>
              <a:t>i</a:t>
            </a:r>
            <a:r>
              <a:rPr lang="nb-NO" sz="3000" dirty="0"/>
              <a:t> morgen?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Arne kommer </a:t>
            </a:r>
            <a:r>
              <a:rPr lang="nb-NO" sz="3000" b="1" dirty="0">
                <a:solidFill>
                  <a:schemeClr val="accent1"/>
                </a:solidFill>
              </a:rPr>
              <a:t>fra</a:t>
            </a:r>
            <a:r>
              <a:rPr lang="nb-NO" sz="3000" dirty="0"/>
              <a:t> Narvik.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De reiser _____ Oslo hver dag.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Gleder du deg _____ jul?</a:t>
            </a:r>
          </a:p>
        </p:txBody>
      </p:sp>
    </p:spTree>
    <p:extLst>
      <p:ext uri="{BB962C8B-B14F-4D97-AF65-F5344CB8AC3E}">
        <p14:creationId xmlns:p14="http://schemas.microsoft.com/office/powerpoint/2010/main" val="34429437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0FA7C-F66F-627D-7ED5-C4F7BB820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268E245-B8AB-0CF5-FD5B-515368FBE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3"/>
            <a:ext cx="10552176" cy="1319297"/>
          </a:xfrm>
        </p:spPr>
        <p:txBody>
          <a:bodyPr>
            <a:normAutofit fontScale="90000"/>
          </a:bodyPr>
          <a:lstStyle/>
          <a:p>
            <a:r>
              <a:rPr lang="cs-CZ" dirty="0"/>
              <a:t>Doplňte správnou předložku:</a:t>
            </a:r>
            <a:br>
              <a:rPr lang="cs-CZ" dirty="0"/>
            </a:br>
            <a:r>
              <a:rPr lang="cs-CZ" sz="4200" i="1" dirty="0" err="1"/>
              <a:t>av</a:t>
            </a:r>
            <a:r>
              <a:rPr lang="cs-CZ" sz="4200" dirty="0"/>
              <a:t>, </a:t>
            </a:r>
            <a:r>
              <a:rPr lang="cs-CZ" sz="4200" i="1" dirty="0" err="1"/>
              <a:t>for</a:t>
            </a:r>
            <a:r>
              <a:rPr lang="cs-CZ" sz="4200" dirty="0"/>
              <a:t>, </a:t>
            </a:r>
            <a:r>
              <a:rPr lang="cs-CZ" sz="4200" i="1" dirty="0" err="1"/>
              <a:t>fra</a:t>
            </a:r>
            <a:r>
              <a:rPr lang="cs-CZ" sz="4200" dirty="0"/>
              <a:t>, </a:t>
            </a:r>
            <a:r>
              <a:rPr lang="cs-CZ" sz="4200" i="1" dirty="0"/>
              <a:t>i</a:t>
            </a:r>
            <a:r>
              <a:rPr lang="cs-CZ" sz="4200" dirty="0"/>
              <a:t>, </a:t>
            </a:r>
            <a:r>
              <a:rPr lang="cs-CZ" sz="4200" i="1" dirty="0" err="1"/>
              <a:t>om</a:t>
            </a:r>
            <a:r>
              <a:rPr lang="cs-CZ" sz="4200" dirty="0"/>
              <a:t>, </a:t>
            </a:r>
            <a:r>
              <a:rPr lang="cs-CZ" sz="4200" i="1" dirty="0" err="1"/>
              <a:t>på</a:t>
            </a:r>
            <a:r>
              <a:rPr lang="cs-CZ" sz="4200" dirty="0"/>
              <a:t>, </a:t>
            </a:r>
            <a:r>
              <a:rPr lang="cs-CZ" sz="4200" i="1" dirty="0"/>
              <a:t>til</a:t>
            </a:r>
            <a:endParaRPr lang="cs-CZ" sz="4200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38F6EA6-2874-5256-F5E2-DB6BF9FEF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Vil du gå </a:t>
            </a:r>
            <a:r>
              <a:rPr lang="nb-NO" sz="3000" b="1" dirty="0">
                <a:solidFill>
                  <a:schemeClr val="accent1"/>
                </a:solidFill>
              </a:rPr>
              <a:t>på </a:t>
            </a:r>
            <a:r>
              <a:rPr lang="nb-NO" sz="3000" dirty="0"/>
              <a:t>tur?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Hva gjør du </a:t>
            </a:r>
            <a:r>
              <a:rPr lang="nb-NO" sz="3000" b="1" dirty="0">
                <a:solidFill>
                  <a:schemeClr val="accent1"/>
                </a:solidFill>
              </a:rPr>
              <a:t>i</a:t>
            </a:r>
            <a:r>
              <a:rPr lang="nb-NO" sz="3000" dirty="0"/>
              <a:t> morgen?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Arne kommer </a:t>
            </a:r>
            <a:r>
              <a:rPr lang="nb-NO" sz="3000" b="1" dirty="0">
                <a:solidFill>
                  <a:schemeClr val="accent1"/>
                </a:solidFill>
              </a:rPr>
              <a:t>fra</a:t>
            </a:r>
            <a:r>
              <a:rPr lang="nb-NO" sz="3000" dirty="0"/>
              <a:t> Narvik.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De reiser </a:t>
            </a:r>
            <a:r>
              <a:rPr lang="nb-NO" sz="3000" b="1" dirty="0">
                <a:solidFill>
                  <a:schemeClr val="accent1"/>
                </a:solidFill>
              </a:rPr>
              <a:t>til</a:t>
            </a:r>
            <a:r>
              <a:rPr lang="nb-NO" sz="3000" dirty="0">
                <a:solidFill>
                  <a:schemeClr val="accent1"/>
                </a:solidFill>
              </a:rPr>
              <a:t> </a:t>
            </a:r>
            <a:r>
              <a:rPr lang="nb-NO" sz="3000" baseline="30000" dirty="0">
                <a:solidFill>
                  <a:schemeClr val="accent1"/>
                </a:solidFill>
              </a:rPr>
              <a:t>/(</a:t>
            </a:r>
            <a:r>
              <a:rPr lang="nb-NO" sz="3000" b="1" baseline="30000" dirty="0">
                <a:solidFill>
                  <a:schemeClr val="accent1"/>
                </a:solidFill>
              </a:rPr>
              <a:t>fra</a:t>
            </a:r>
            <a:r>
              <a:rPr lang="nb-NO" sz="3000" baseline="30000" dirty="0">
                <a:solidFill>
                  <a:schemeClr val="accent1"/>
                </a:solidFill>
              </a:rPr>
              <a:t>)</a:t>
            </a:r>
            <a:r>
              <a:rPr lang="nb-NO" sz="3000" baseline="30000" dirty="0"/>
              <a:t> </a:t>
            </a:r>
            <a:r>
              <a:rPr lang="nb-NO" sz="3000" dirty="0"/>
              <a:t>Oslo hver dag.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Gleder du deg _____ jul?</a:t>
            </a:r>
          </a:p>
        </p:txBody>
      </p:sp>
    </p:spTree>
    <p:extLst>
      <p:ext uri="{BB962C8B-B14F-4D97-AF65-F5344CB8AC3E}">
        <p14:creationId xmlns:p14="http://schemas.microsoft.com/office/powerpoint/2010/main" val="5778792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755FC-1029-F776-1BE4-9F3A5EE78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0F16853-5C17-2942-9D67-545947701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3"/>
            <a:ext cx="10552176" cy="1319297"/>
          </a:xfrm>
        </p:spPr>
        <p:txBody>
          <a:bodyPr>
            <a:normAutofit fontScale="90000"/>
          </a:bodyPr>
          <a:lstStyle/>
          <a:p>
            <a:r>
              <a:rPr lang="cs-CZ" dirty="0"/>
              <a:t>Doplňte správnou předložku:</a:t>
            </a:r>
            <a:br>
              <a:rPr lang="cs-CZ" dirty="0"/>
            </a:br>
            <a:r>
              <a:rPr lang="cs-CZ" sz="4200" i="1" dirty="0" err="1"/>
              <a:t>av</a:t>
            </a:r>
            <a:r>
              <a:rPr lang="cs-CZ" sz="4200" dirty="0"/>
              <a:t>, </a:t>
            </a:r>
            <a:r>
              <a:rPr lang="cs-CZ" sz="4200" i="1" dirty="0" err="1"/>
              <a:t>for</a:t>
            </a:r>
            <a:r>
              <a:rPr lang="cs-CZ" sz="4200" dirty="0"/>
              <a:t>, </a:t>
            </a:r>
            <a:r>
              <a:rPr lang="cs-CZ" sz="4200" i="1" dirty="0" err="1"/>
              <a:t>fra</a:t>
            </a:r>
            <a:r>
              <a:rPr lang="cs-CZ" sz="4200" dirty="0"/>
              <a:t>, </a:t>
            </a:r>
            <a:r>
              <a:rPr lang="cs-CZ" sz="4200" i="1" dirty="0"/>
              <a:t>i</a:t>
            </a:r>
            <a:r>
              <a:rPr lang="cs-CZ" sz="4200" dirty="0"/>
              <a:t>, </a:t>
            </a:r>
            <a:r>
              <a:rPr lang="cs-CZ" sz="4200" i="1" dirty="0" err="1"/>
              <a:t>om</a:t>
            </a:r>
            <a:r>
              <a:rPr lang="cs-CZ" sz="4200" dirty="0"/>
              <a:t>, </a:t>
            </a:r>
            <a:r>
              <a:rPr lang="cs-CZ" sz="4200" i="1" dirty="0" err="1"/>
              <a:t>på</a:t>
            </a:r>
            <a:r>
              <a:rPr lang="cs-CZ" sz="4200" dirty="0"/>
              <a:t>, </a:t>
            </a:r>
            <a:r>
              <a:rPr lang="cs-CZ" sz="4200" i="1" dirty="0"/>
              <a:t>til</a:t>
            </a:r>
            <a:endParaRPr lang="cs-CZ" sz="4200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11C7B84-3396-E216-D41B-A668A42DE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Vil du gå </a:t>
            </a:r>
            <a:r>
              <a:rPr lang="nb-NO" sz="3000" b="1" dirty="0">
                <a:solidFill>
                  <a:schemeClr val="accent1"/>
                </a:solidFill>
              </a:rPr>
              <a:t>på </a:t>
            </a:r>
            <a:r>
              <a:rPr lang="nb-NO" sz="3000" dirty="0"/>
              <a:t>tur?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Hva gjør du </a:t>
            </a:r>
            <a:r>
              <a:rPr lang="nb-NO" sz="3000" b="1" dirty="0">
                <a:solidFill>
                  <a:schemeClr val="accent1"/>
                </a:solidFill>
              </a:rPr>
              <a:t>i</a:t>
            </a:r>
            <a:r>
              <a:rPr lang="nb-NO" sz="3000" dirty="0"/>
              <a:t> morgen?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Arne kommer </a:t>
            </a:r>
            <a:r>
              <a:rPr lang="nb-NO" sz="3000" b="1" dirty="0">
                <a:solidFill>
                  <a:schemeClr val="accent1"/>
                </a:solidFill>
              </a:rPr>
              <a:t>fra</a:t>
            </a:r>
            <a:r>
              <a:rPr lang="nb-NO" sz="3000" dirty="0"/>
              <a:t> Narvik.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De reiser </a:t>
            </a:r>
            <a:r>
              <a:rPr lang="nb-NO" sz="3000" b="1" dirty="0">
                <a:solidFill>
                  <a:schemeClr val="accent1"/>
                </a:solidFill>
              </a:rPr>
              <a:t>til</a:t>
            </a:r>
            <a:r>
              <a:rPr lang="nb-NO" sz="3000" dirty="0">
                <a:solidFill>
                  <a:schemeClr val="accent1"/>
                </a:solidFill>
              </a:rPr>
              <a:t> </a:t>
            </a:r>
            <a:r>
              <a:rPr lang="nb-NO" sz="3000" baseline="30000" dirty="0">
                <a:solidFill>
                  <a:schemeClr val="accent1"/>
                </a:solidFill>
              </a:rPr>
              <a:t>/(</a:t>
            </a:r>
            <a:r>
              <a:rPr lang="nb-NO" sz="3000" b="1" baseline="30000" dirty="0">
                <a:solidFill>
                  <a:schemeClr val="accent1"/>
                </a:solidFill>
              </a:rPr>
              <a:t>fra</a:t>
            </a:r>
            <a:r>
              <a:rPr lang="nb-NO" sz="3000" baseline="30000" dirty="0">
                <a:solidFill>
                  <a:schemeClr val="accent1"/>
                </a:solidFill>
              </a:rPr>
              <a:t>)</a:t>
            </a:r>
            <a:r>
              <a:rPr lang="nb-NO" sz="3000" dirty="0"/>
              <a:t> Oslo hver dag.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nb-NO" sz="3000" dirty="0"/>
              <a:t>Gleder du deg </a:t>
            </a:r>
            <a:r>
              <a:rPr lang="nb-NO" sz="3000" b="1" dirty="0">
                <a:solidFill>
                  <a:schemeClr val="accent1"/>
                </a:solidFill>
              </a:rPr>
              <a:t>til</a:t>
            </a:r>
            <a:r>
              <a:rPr lang="nb-NO" sz="3000" dirty="0"/>
              <a:t> jul?</a:t>
            </a:r>
          </a:p>
        </p:txBody>
      </p:sp>
    </p:spTree>
    <p:extLst>
      <p:ext uri="{BB962C8B-B14F-4D97-AF65-F5344CB8AC3E}">
        <p14:creationId xmlns:p14="http://schemas.microsoft.com/office/powerpoint/2010/main" val="5259316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EB01A2-D98F-DD44-CDD0-56E0070B9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nepatří mezi ostatní?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9D022B0-9BEC-CBA3-7BB2-419B59E7B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3000" dirty="0"/>
              <a:t>hvem, hver, hvor, hva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3000" dirty="0"/>
              <a:t>mandag, formiddag, fredag, søndag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3000" dirty="0"/>
              <a:t>jogge, kjøre, lenge, pleie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3000" dirty="0"/>
              <a:t>t-bane, teater, tog, trikk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3000" dirty="0"/>
              <a:t>måtte, skulle, spørre, ville</a:t>
            </a:r>
            <a:endParaRPr lang="cs-CZ" sz="3000" dirty="0"/>
          </a:p>
        </p:txBody>
      </p:sp>
    </p:spTree>
    <p:extLst>
      <p:ext uri="{BB962C8B-B14F-4D97-AF65-F5344CB8AC3E}">
        <p14:creationId xmlns:p14="http://schemas.microsoft.com/office/powerpoint/2010/main" val="5385816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7E4C3-CE7A-C846-8A35-EFFC8ADDE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03C4DBC-4434-B148-735A-A2E12E58A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nepatří mezi ostatní?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95FE0E6-190A-90D3-6FB1-38F2F2784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3000" dirty="0"/>
              <a:t>hvem, </a:t>
            </a:r>
            <a:r>
              <a:rPr lang="nb-NO" sz="3000" b="1" dirty="0"/>
              <a:t>hver</a:t>
            </a:r>
            <a:r>
              <a:rPr lang="nb-NO" sz="3000" dirty="0"/>
              <a:t>, hvor, hva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3000" dirty="0"/>
              <a:t>mandag, formiddag, fredag, søndag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3000" dirty="0"/>
              <a:t>jogge, kjøre, lenge, pleie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3000" dirty="0"/>
              <a:t>t-bane, teater, tog, trikk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3000" dirty="0"/>
              <a:t>måtte, skulle, spørre, ville</a:t>
            </a:r>
            <a:endParaRPr lang="cs-CZ" sz="3000" dirty="0"/>
          </a:p>
        </p:txBody>
      </p:sp>
    </p:spTree>
    <p:extLst>
      <p:ext uri="{BB962C8B-B14F-4D97-AF65-F5344CB8AC3E}">
        <p14:creationId xmlns:p14="http://schemas.microsoft.com/office/powerpoint/2010/main" val="41574948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BD2F9-A127-0F1A-F531-5ED2DCC1D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B3C3D53-5034-531A-A8FC-3C347FBBE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nepatří mezi ostatní?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E597FD0-4A2E-6997-1EB7-73F6EBBBB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3000" dirty="0"/>
              <a:t>hvem, </a:t>
            </a:r>
            <a:r>
              <a:rPr lang="nb-NO" sz="3000" b="1" dirty="0"/>
              <a:t>hver</a:t>
            </a:r>
            <a:r>
              <a:rPr lang="nb-NO" sz="3000" dirty="0"/>
              <a:t>, hvor, hva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3000" dirty="0"/>
              <a:t>mandag, </a:t>
            </a:r>
            <a:r>
              <a:rPr lang="nb-NO" sz="3000" b="1" dirty="0"/>
              <a:t>formiddag</a:t>
            </a:r>
            <a:r>
              <a:rPr lang="nb-NO" sz="3000" dirty="0"/>
              <a:t>, fredag, søndag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3000" dirty="0"/>
              <a:t>jogge, kjøre, lenge, pleie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3000" dirty="0"/>
              <a:t>t-bane, teater, tog, trikk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3000" dirty="0"/>
              <a:t>måtte, skulle, spørre, ville</a:t>
            </a:r>
            <a:endParaRPr lang="cs-CZ" sz="3000" dirty="0"/>
          </a:p>
        </p:txBody>
      </p:sp>
    </p:spTree>
    <p:extLst>
      <p:ext uri="{BB962C8B-B14F-4D97-AF65-F5344CB8AC3E}">
        <p14:creationId xmlns:p14="http://schemas.microsoft.com/office/powerpoint/2010/main" val="3455057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27D1E-39EC-4A8A-ADEA-905645E7B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457DEA-807C-BC1A-61E4-C4824E986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nepatří mezi ostatní?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4176A48-7B3D-D4F7-A743-12F505EF1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3000" dirty="0"/>
              <a:t>hvem, </a:t>
            </a:r>
            <a:r>
              <a:rPr lang="nb-NO" sz="3000" b="1" dirty="0"/>
              <a:t>hver</a:t>
            </a:r>
            <a:r>
              <a:rPr lang="nb-NO" sz="3000" dirty="0"/>
              <a:t>, hvor, hva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3000" dirty="0"/>
              <a:t>mandag, </a:t>
            </a:r>
            <a:r>
              <a:rPr lang="nb-NO" sz="3000" b="1" dirty="0"/>
              <a:t>formiddag</a:t>
            </a:r>
            <a:r>
              <a:rPr lang="nb-NO" sz="3000" dirty="0"/>
              <a:t>, fredag, søndag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3000" dirty="0"/>
              <a:t>jogge, kjøre, </a:t>
            </a:r>
            <a:r>
              <a:rPr lang="nb-NO" sz="3000" b="1" dirty="0"/>
              <a:t>lenge</a:t>
            </a:r>
            <a:r>
              <a:rPr lang="nb-NO" sz="3000" dirty="0"/>
              <a:t>, pleie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3000" dirty="0"/>
              <a:t>t-bane, teater, tog, trikk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3000" dirty="0"/>
              <a:t>måtte, skulle, spørre, ville</a:t>
            </a:r>
            <a:endParaRPr lang="cs-CZ" sz="3000" dirty="0"/>
          </a:p>
        </p:txBody>
      </p:sp>
    </p:spTree>
    <p:extLst>
      <p:ext uri="{BB962C8B-B14F-4D97-AF65-F5344CB8AC3E}">
        <p14:creationId xmlns:p14="http://schemas.microsoft.com/office/powerpoint/2010/main" val="26075217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65F47-E60C-50FF-5DD6-7148F7E8B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6434B98-6071-1261-E749-E858E26C4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nepatří mezi ostatní?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7513C63-EAF3-4D0C-7CC8-785AC3950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3000" dirty="0"/>
              <a:t>hvem, </a:t>
            </a:r>
            <a:r>
              <a:rPr lang="nb-NO" sz="3000" b="1" dirty="0"/>
              <a:t>hver</a:t>
            </a:r>
            <a:r>
              <a:rPr lang="nb-NO" sz="3000" dirty="0"/>
              <a:t>, hvor, hva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3000" dirty="0"/>
              <a:t>mandag, </a:t>
            </a:r>
            <a:r>
              <a:rPr lang="nb-NO" sz="3000" b="1" dirty="0"/>
              <a:t>formiddag</a:t>
            </a:r>
            <a:r>
              <a:rPr lang="nb-NO" sz="3000" dirty="0"/>
              <a:t>, fredag, søndag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3000" dirty="0"/>
              <a:t>jogge, kjøre, </a:t>
            </a:r>
            <a:r>
              <a:rPr lang="nb-NO" sz="3000" b="1" dirty="0"/>
              <a:t>lenge</a:t>
            </a:r>
            <a:r>
              <a:rPr lang="nb-NO" sz="3000" dirty="0"/>
              <a:t>, pleie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3000" dirty="0"/>
              <a:t>t-bane, </a:t>
            </a:r>
            <a:r>
              <a:rPr lang="nb-NO" sz="3000" b="1" dirty="0"/>
              <a:t>teater</a:t>
            </a:r>
            <a:r>
              <a:rPr lang="nb-NO" sz="3000" dirty="0"/>
              <a:t>, tog, trikk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3000" dirty="0"/>
              <a:t>måtte, skulle, spørre, ville</a:t>
            </a:r>
            <a:endParaRPr lang="cs-CZ" sz="3000" dirty="0"/>
          </a:p>
        </p:txBody>
      </p:sp>
    </p:spTree>
    <p:extLst>
      <p:ext uri="{BB962C8B-B14F-4D97-AF65-F5344CB8AC3E}">
        <p14:creationId xmlns:p14="http://schemas.microsoft.com/office/powerpoint/2010/main" val="42478328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9C87B-1922-0405-7BFF-DE5AFDE7F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6DE3C40-BBFA-F73D-88C0-741980524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nepatří mezi ostatní?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15EA1A7-E283-A512-6BA9-0516DE4C7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3000" dirty="0"/>
              <a:t>hvem, </a:t>
            </a:r>
            <a:r>
              <a:rPr lang="nb-NO" sz="3000" b="1" dirty="0"/>
              <a:t>hver</a:t>
            </a:r>
            <a:r>
              <a:rPr lang="nb-NO" sz="3000" dirty="0"/>
              <a:t>, hvor, hva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3000" dirty="0"/>
              <a:t>mandag, </a:t>
            </a:r>
            <a:r>
              <a:rPr lang="nb-NO" sz="3000" b="1" dirty="0"/>
              <a:t>formiddag</a:t>
            </a:r>
            <a:r>
              <a:rPr lang="nb-NO" sz="3000" dirty="0"/>
              <a:t>, fredag, søndag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3000" dirty="0"/>
              <a:t>jogge, kjøre, </a:t>
            </a:r>
            <a:r>
              <a:rPr lang="nb-NO" sz="3000" b="1" dirty="0"/>
              <a:t>lenge</a:t>
            </a:r>
            <a:r>
              <a:rPr lang="nb-NO" sz="3000" dirty="0"/>
              <a:t>, pleie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3000" dirty="0"/>
              <a:t>t-bane, </a:t>
            </a:r>
            <a:r>
              <a:rPr lang="nb-NO" sz="3000" b="1" dirty="0"/>
              <a:t>teater</a:t>
            </a:r>
            <a:r>
              <a:rPr lang="nb-NO" sz="3000" dirty="0"/>
              <a:t>, tog, trikk</a:t>
            </a:r>
          </a:p>
          <a:p>
            <a:pPr marL="457200" indent="-457200">
              <a:lnSpc>
                <a:spcPct val="150000"/>
              </a:lnSpc>
              <a:buFont typeface="+mj-lt"/>
              <a:buAutoNum type="alphaLcParenR"/>
            </a:pPr>
            <a:r>
              <a:rPr lang="nb-NO" sz="3000" dirty="0"/>
              <a:t>måtte, skulle, </a:t>
            </a:r>
            <a:r>
              <a:rPr lang="nb-NO" sz="3000" b="1" dirty="0"/>
              <a:t>spørre</a:t>
            </a:r>
            <a:r>
              <a:rPr lang="nb-NO" sz="3000" dirty="0"/>
              <a:t>, ville</a:t>
            </a:r>
            <a:endParaRPr lang="cs-CZ" sz="3000" dirty="0"/>
          </a:p>
        </p:txBody>
      </p:sp>
    </p:spTree>
    <p:extLst>
      <p:ext uri="{BB962C8B-B14F-4D97-AF65-F5344CB8AC3E}">
        <p14:creationId xmlns:p14="http://schemas.microsoft.com/office/powerpoint/2010/main" val="2892395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41122-5989-2D64-9BB6-3499BFF13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033D28C-9664-491B-AD20-E40E35634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Doplňte </a:t>
            </a:r>
            <a:r>
              <a:rPr lang="cs-CZ" i="1" dirty="0"/>
              <a:t>der</a:t>
            </a:r>
            <a:r>
              <a:rPr lang="nb-NO" i="1" dirty="0"/>
              <a:t>/</a:t>
            </a:r>
            <a:r>
              <a:rPr lang="cs-CZ" i="1" dirty="0" err="1"/>
              <a:t>dit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5683DF0-10DD-194D-96EA-1FBA488AD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Du kan gå _____.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Hun står og venter _____.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Jeg kommer fra Tsjekkia. _____ spiser de fleste karpe med potetsalat til jul.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Du kommer _____ på ti minutter.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Hvorfor vil du _____?</a:t>
            </a:r>
          </a:p>
        </p:txBody>
      </p:sp>
    </p:spTree>
    <p:extLst>
      <p:ext uri="{BB962C8B-B14F-4D97-AF65-F5344CB8AC3E}">
        <p14:creationId xmlns:p14="http://schemas.microsoft.com/office/powerpoint/2010/main" val="39262403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9DB20-CEB2-D1A2-C046-0FE037E2C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11C25FE-5BCD-5BD7-256B-D19139AD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Doplňte </a:t>
            </a:r>
            <a:r>
              <a:rPr lang="cs-CZ" i="1" dirty="0"/>
              <a:t>der</a:t>
            </a:r>
            <a:r>
              <a:rPr lang="nb-NO" i="1" dirty="0"/>
              <a:t>/</a:t>
            </a:r>
            <a:r>
              <a:rPr lang="cs-CZ" i="1" dirty="0" err="1"/>
              <a:t>dit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22367E0-31BC-4228-F16F-CB80E1062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Du kan gå </a:t>
            </a:r>
            <a:r>
              <a:rPr lang="nb-NO" sz="3000" b="1" dirty="0">
                <a:solidFill>
                  <a:schemeClr val="accent1"/>
                </a:solidFill>
              </a:rPr>
              <a:t>dit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Hun står og venter _____.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Jeg kommer fra Tsjekkia. _____ spiser de fleste karpe med potetsalat til jul.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Du kommer _____ på ti minutter.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Hvorfor vil du _____?</a:t>
            </a:r>
          </a:p>
        </p:txBody>
      </p:sp>
    </p:spTree>
    <p:extLst>
      <p:ext uri="{BB962C8B-B14F-4D97-AF65-F5344CB8AC3E}">
        <p14:creationId xmlns:p14="http://schemas.microsoft.com/office/powerpoint/2010/main" val="37963619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CF7E9-ABD5-543E-8A3A-ED3579FE7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487535-D803-85F0-8BB1-273B7E9CA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Doplňte </a:t>
            </a:r>
            <a:r>
              <a:rPr lang="cs-CZ" i="1" dirty="0"/>
              <a:t>der</a:t>
            </a:r>
            <a:r>
              <a:rPr lang="nb-NO" i="1" dirty="0"/>
              <a:t>/</a:t>
            </a:r>
            <a:r>
              <a:rPr lang="cs-CZ" i="1" dirty="0" err="1"/>
              <a:t>dit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0C88ABB-A6BC-6F5D-746A-559DEA66C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Du kan gå </a:t>
            </a:r>
            <a:r>
              <a:rPr lang="nb-NO" sz="3000" b="1" dirty="0">
                <a:solidFill>
                  <a:schemeClr val="accent1"/>
                </a:solidFill>
              </a:rPr>
              <a:t>dit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Hun står og venter </a:t>
            </a:r>
            <a:r>
              <a:rPr lang="nb-NO" sz="3000" b="1" dirty="0">
                <a:solidFill>
                  <a:schemeClr val="accent1"/>
                </a:solidFill>
              </a:rPr>
              <a:t>der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Jeg kommer fra Tsjekkia. _____ spiser de fleste karpe med potetsalat til jul.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Du kommer _____ på ti minutter.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Hvorfor vil du _____?</a:t>
            </a:r>
          </a:p>
        </p:txBody>
      </p:sp>
    </p:spTree>
    <p:extLst>
      <p:ext uri="{BB962C8B-B14F-4D97-AF65-F5344CB8AC3E}">
        <p14:creationId xmlns:p14="http://schemas.microsoft.com/office/powerpoint/2010/main" val="28963836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B7F9B-9DAC-3D0A-70F5-6C3AA2E6C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781A670-36F0-2F8E-CC0E-4A9FC5158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Doplňte </a:t>
            </a:r>
            <a:r>
              <a:rPr lang="cs-CZ" i="1" dirty="0"/>
              <a:t>der</a:t>
            </a:r>
            <a:r>
              <a:rPr lang="nb-NO" i="1" dirty="0"/>
              <a:t>/</a:t>
            </a:r>
            <a:r>
              <a:rPr lang="cs-CZ" i="1" dirty="0" err="1"/>
              <a:t>dit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22CDD0F-6F58-5EB8-45E8-1D1D0B3AF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Du kan gå </a:t>
            </a:r>
            <a:r>
              <a:rPr lang="nb-NO" sz="3000" b="1" dirty="0">
                <a:solidFill>
                  <a:schemeClr val="accent1"/>
                </a:solidFill>
              </a:rPr>
              <a:t>dit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Hun står og venter </a:t>
            </a:r>
            <a:r>
              <a:rPr lang="nb-NO" sz="3000" b="1" dirty="0">
                <a:solidFill>
                  <a:schemeClr val="accent1"/>
                </a:solidFill>
              </a:rPr>
              <a:t>der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Jeg kommer fra Tsjekkia. </a:t>
            </a:r>
            <a:r>
              <a:rPr lang="nb-NO" sz="3000" b="1" dirty="0">
                <a:solidFill>
                  <a:schemeClr val="accent1"/>
                </a:solidFill>
              </a:rPr>
              <a:t>Der</a:t>
            </a:r>
            <a:r>
              <a:rPr lang="nb-NO" sz="3000" dirty="0"/>
              <a:t> spiser de fleste karpe med potetsalat til jul.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Du kommer _____ på ti minutter.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Hvorfor vil du _____?</a:t>
            </a:r>
          </a:p>
        </p:txBody>
      </p:sp>
    </p:spTree>
    <p:extLst>
      <p:ext uri="{BB962C8B-B14F-4D97-AF65-F5344CB8AC3E}">
        <p14:creationId xmlns:p14="http://schemas.microsoft.com/office/powerpoint/2010/main" val="30721933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9A1DE-373F-A7C7-E468-5C7ADAF19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AF97AC-4F86-0465-BAE7-9809399A8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Doplňte </a:t>
            </a:r>
            <a:r>
              <a:rPr lang="cs-CZ" i="1" dirty="0"/>
              <a:t>der</a:t>
            </a:r>
            <a:r>
              <a:rPr lang="nb-NO" i="1" dirty="0"/>
              <a:t>/</a:t>
            </a:r>
            <a:r>
              <a:rPr lang="cs-CZ" i="1" dirty="0" err="1"/>
              <a:t>dit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F56223-0417-D8BF-0D36-56787EDF8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Du kan gå </a:t>
            </a:r>
            <a:r>
              <a:rPr lang="nb-NO" sz="3000" b="1" dirty="0">
                <a:solidFill>
                  <a:schemeClr val="accent1"/>
                </a:solidFill>
              </a:rPr>
              <a:t>dit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Hun står og venter </a:t>
            </a:r>
            <a:r>
              <a:rPr lang="nb-NO" sz="3000" b="1" dirty="0">
                <a:solidFill>
                  <a:schemeClr val="accent1"/>
                </a:solidFill>
              </a:rPr>
              <a:t>der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Jeg kommer fra Tsjekkia. </a:t>
            </a:r>
            <a:r>
              <a:rPr lang="nb-NO" sz="3000" b="1" dirty="0">
                <a:solidFill>
                  <a:schemeClr val="accent1"/>
                </a:solidFill>
              </a:rPr>
              <a:t>Der</a:t>
            </a:r>
            <a:r>
              <a:rPr lang="nb-NO" sz="3000" dirty="0"/>
              <a:t> spiser de fleste karpe med potetsalat til jul.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Du kommer </a:t>
            </a:r>
            <a:r>
              <a:rPr lang="nb-NO" sz="3000" b="1" dirty="0">
                <a:solidFill>
                  <a:schemeClr val="accent1"/>
                </a:solidFill>
              </a:rPr>
              <a:t>dit</a:t>
            </a:r>
            <a:r>
              <a:rPr lang="nb-NO" sz="3000" dirty="0"/>
              <a:t> på ti minutter.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Hvorfor vil du _____?</a:t>
            </a:r>
          </a:p>
        </p:txBody>
      </p:sp>
    </p:spTree>
    <p:extLst>
      <p:ext uri="{BB962C8B-B14F-4D97-AF65-F5344CB8AC3E}">
        <p14:creationId xmlns:p14="http://schemas.microsoft.com/office/powerpoint/2010/main" val="39150427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ECEBE-6FC4-8B5E-66F7-6D72DB2AF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048D1C7-E73F-B1F5-685E-7F7B1B027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757823"/>
          </a:xfrm>
        </p:spPr>
        <p:txBody>
          <a:bodyPr/>
          <a:lstStyle/>
          <a:p>
            <a:r>
              <a:rPr lang="cs-CZ" dirty="0"/>
              <a:t>Doplňte </a:t>
            </a:r>
            <a:r>
              <a:rPr lang="cs-CZ" i="1" dirty="0"/>
              <a:t>der</a:t>
            </a:r>
            <a:r>
              <a:rPr lang="nb-NO" i="1" dirty="0"/>
              <a:t>/</a:t>
            </a:r>
            <a:r>
              <a:rPr lang="cs-CZ" i="1" dirty="0" err="1"/>
              <a:t>dit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A8F5293-7AF8-DDC7-4E4F-1620C884D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395663"/>
            <a:ext cx="10552176" cy="4785681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endParaRPr lang="nb-NO" sz="3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Du kan gå </a:t>
            </a:r>
            <a:r>
              <a:rPr lang="nb-NO" sz="3000" b="1" dirty="0">
                <a:solidFill>
                  <a:schemeClr val="accent1"/>
                </a:solidFill>
              </a:rPr>
              <a:t>dit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Hun står og venter </a:t>
            </a:r>
            <a:r>
              <a:rPr lang="nb-NO" sz="3000" b="1" dirty="0">
                <a:solidFill>
                  <a:schemeClr val="accent1"/>
                </a:solidFill>
              </a:rPr>
              <a:t>der</a:t>
            </a:r>
            <a:r>
              <a:rPr lang="nb-NO" sz="30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Jeg kommer fra Tsjekkia. </a:t>
            </a:r>
            <a:r>
              <a:rPr lang="nb-NO" sz="3000" b="1" dirty="0">
                <a:solidFill>
                  <a:schemeClr val="accent1"/>
                </a:solidFill>
              </a:rPr>
              <a:t>Der</a:t>
            </a:r>
            <a:r>
              <a:rPr lang="nb-NO" sz="3000" dirty="0"/>
              <a:t> spiser de fleste karpe med potetsalat til jul.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Du kommer </a:t>
            </a:r>
            <a:r>
              <a:rPr lang="nb-NO" sz="3000" b="1" dirty="0">
                <a:solidFill>
                  <a:schemeClr val="accent1"/>
                </a:solidFill>
              </a:rPr>
              <a:t>dit</a:t>
            </a:r>
            <a:r>
              <a:rPr lang="nb-NO" sz="3000" dirty="0"/>
              <a:t> på ti minutter.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nb-NO" sz="3000" dirty="0"/>
              <a:t>Hvorfor vil du </a:t>
            </a:r>
            <a:r>
              <a:rPr lang="nb-NO" sz="3000" b="1" dirty="0">
                <a:solidFill>
                  <a:schemeClr val="accent1"/>
                </a:solidFill>
              </a:rPr>
              <a:t>dit</a:t>
            </a:r>
            <a:r>
              <a:rPr lang="nb-NO" sz="3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357696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0A051-1FEC-396A-4FC0-A2ACD9DC5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30AC85-454C-B747-6956-0AF9B20E0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pPr marL="0" indent="0">
              <a:buNone/>
            </a:pPr>
            <a:r>
              <a:rPr lang="cs-CZ" sz="4800" dirty="0"/>
              <a:t>Doplňte chybějící část překladu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1A5AC5A-A93F-979D-BE1E-A9F98C048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636295"/>
            <a:ext cx="10552176" cy="471637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cs-CZ" sz="3000" dirty="0"/>
          </a:p>
          <a:p>
            <a:pPr marL="514350" indent="-514350">
              <a:buFont typeface="+mj-lt"/>
              <a:buAutoNum type="arabicPeriod"/>
            </a:pPr>
            <a:r>
              <a:rPr lang="cs-CZ" sz="3000" dirty="0"/>
              <a:t>Nesmíš přijít. </a:t>
            </a:r>
            <a:r>
              <a:rPr lang="nb-NO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__________ komme.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Nemohu to udělat.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Jeg __________ gjøre det.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Neměl bys jim pomáhat.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__________ hjelpe dem.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Nechceme bydlet v Norsku.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Vi __________ bo i Norge.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Nemusíš spěchat.</a:t>
            </a:r>
            <a:r>
              <a:rPr lang="sk-SK" sz="3000" dirty="0"/>
              <a:t> – </a:t>
            </a:r>
            <a:r>
              <a:rPr lang="nb-NO" sz="3000" dirty="0">
                <a:solidFill>
                  <a:schemeClr val="accent1"/>
                </a:solidFill>
              </a:rPr>
              <a:t>Du __________ skynde __________.</a:t>
            </a:r>
          </a:p>
        </p:txBody>
      </p:sp>
    </p:spTree>
    <p:extLst>
      <p:ext uri="{BB962C8B-B14F-4D97-AF65-F5344CB8AC3E}">
        <p14:creationId xmlns:p14="http://schemas.microsoft.com/office/powerpoint/2010/main" val="16039877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5B982-7FD3-0D4C-1E62-2F7914B66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DBB99CB-CBB0-89AD-C8DE-0438732D9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pPr marL="0" indent="0">
              <a:buNone/>
            </a:pPr>
            <a:r>
              <a:rPr lang="cs-CZ" sz="4800" dirty="0"/>
              <a:t>Doplňte chybějící část překladu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D0840ED-8421-9ED7-ED3F-19EE8B97D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636295"/>
            <a:ext cx="10552176" cy="471637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cs-CZ" sz="3000" dirty="0"/>
          </a:p>
          <a:p>
            <a:pPr marL="514350" indent="-514350">
              <a:buFont typeface="+mj-lt"/>
              <a:buAutoNum type="arabicPeriod"/>
            </a:pPr>
            <a:r>
              <a:rPr lang="cs-CZ" sz="3000" dirty="0"/>
              <a:t>Nesmíš přijít. </a:t>
            </a:r>
            <a:r>
              <a:rPr lang="nb-NO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må</a:t>
            </a:r>
            <a:r>
              <a:rPr lang="cs-CZ" sz="3000" dirty="0">
                <a:solidFill>
                  <a:schemeClr val="accent1"/>
                </a:solidFill>
              </a:rPr>
              <a:t>/</a:t>
            </a:r>
            <a:r>
              <a:rPr lang="cs-CZ" sz="3000" b="1" dirty="0">
                <a:solidFill>
                  <a:schemeClr val="accent1"/>
                </a:solidFill>
              </a:rPr>
              <a:t>f</a:t>
            </a:r>
            <a:r>
              <a:rPr lang="nb-NO" sz="3000" b="1" dirty="0">
                <a:solidFill>
                  <a:schemeClr val="accent1"/>
                </a:solidFill>
              </a:rPr>
              <a:t>år ikke</a:t>
            </a:r>
            <a:r>
              <a:rPr lang="nb-NO" sz="3000" dirty="0">
                <a:solidFill>
                  <a:schemeClr val="accent1"/>
                </a:solidFill>
              </a:rPr>
              <a:t> komme.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Nemohu to udělat.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Jeg __________ gjøre det.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Neměl bys jim pomáhat.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__________ hjelpe dem.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Nechceme bydlet v Norsku.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Vi __________ bo i Norge.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Nemusíš spěchat.</a:t>
            </a:r>
            <a:r>
              <a:rPr lang="sk-SK" sz="3000" dirty="0"/>
              <a:t> – </a:t>
            </a:r>
            <a:r>
              <a:rPr lang="nb-NO" sz="3000" dirty="0">
                <a:solidFill>
                  <a:schemeClr val="accent1"/>
                </a:solidFill>
              </a:rPr>
              <a:t>Du __________ skynde __________.</a:t>
            </a:r>
          </a:p>
        </p:txBody>
      </p:sp>
    </p:spTree>
    <p:extLst>
      <p:ext uri="{BB962C8B-B14F-4D97-AF65-F5344CB8AC3E}">
        <p14:creationId xmlns:p14="http://schemas.microsoft.com/office/powerpoint/2010/main" val="27934353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359A4-D840-0F60-0F10-B1769CD83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9F934F-0BEF-534E-8E71-F5C099A45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pPr marL="0" indent="0">
              <a:buNone/>
            </a:pPr>
            <a:r>
              <a:rPr lang="cs-CZ" sz="4800" dirty="0"/>
              <a:t>Doplňte chybějící část překladu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D525969-7F91-DBA7-8684-F25ED58ED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636295"/>
            <a:ext cx="10552176" cy="471637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cs-CZ" sz="3000" dirty="0"/>
          </a:p>
          <a:p>
            <a:pPr marL="514350" indent="-514350">
              <a:buFont typeface="+mj-lt"/>
              <a:buAutoNum type="arabicPeriod"/>
            </a:pPr>
            <a:r>
              <a:rPr lang="cs-CZ" sz="3000" dirty="0"/>
              <a:t>Nesmíš přijít. </a:t>
            </a:r>
            <a:r>
              <a:rPr lang="nb-NO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må</a:t>
            </a:r>
            <a:r>
              <a:rPr lang="cs-CZ" sz="3000" dirty="0">
                <a:solidFill>
                  <a:schemeClr val="accent1"/>
                </a:solidFill>
              </a:rPr>
              <a:t>/</a:t>
            </a:r>
            <a:r>
              <a:rPr lang="cs-CZ" sz="3000" b="1" dirty="0">
                <a:solidFill>
                  <a:schemeClr val="accent1"/>
                </a:solidFill>
              </a:rPr>
              <a:t>f</a:t>
            </a:r>
            <a:r>
              <a:rPr lang="nb-NO" sz="3000" b="1" dirty="0">
                <a:solidFill>
                  <a:schemeClr val="accent1"/>
                </a:solidFill>
              </a:rPr>
              <a:t>år ikke</a:t>
            </a:r>
            <a:r>
              <a:rPr lang="nb-NO" sz="3000" dirty="0">
                <a:solidFill>
                  <a:schemeClr val="accent1"/>
                </a:solidFill>
              </a:rPr>
              <a:t> komme.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Nemohu to udělat.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Jeg </a:t>
            </a:r>
            <a:r>
              <a:rPr lang="nb-NO" sz="3000" b="1" dirty="0">
                <a:solidFill>
                  <a:schemeClr val="accent1"/>
                </a:solidFill>
              </a:rPr>
              <a:t>kan ikke</a:t>
            </a:r>
            <a:r>
              <a:rPr lang="nb-NO" sz="3000" dirty="0">
                <a:solidFill>
                  <a:schemeClr val="accent1"/>
                </a:solidFill>
              </a:rPr>
              <a:t> gjøre det.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Neměl bys jim pomáhat.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__________ hjelpe dem.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Nechceme bydlet v Norsku.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Vi __________ bo i Norge.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Nemusíš spěchat.</a:t>
            </a:r>
            <a:r>
              <a:rPr lang="sk-SK" sz="3000" dirty="0"/>
              <a:t> – </a:t>
            </a:r>
            <a:r>
              <a:rPr lang="nb-NO" sz="3000" dirty="0">
                <a:solidFill>
                  <a:schemeClr val="accent1"/>
                </a:solidFill>
              </a:rPr>
              <a:t>Du __________ skynde __________.</a:t>
            </a:r>
          </a:p>
        </p:txBody>
      </p:sp>
    </p:spTree>
    <p:extLst>
      <p:ext uri="{BB962C8B-B14F-4D97-AF65-F5344CB8AC3E}">
        <p14:creationId xmlns:p14="http://schemas.microsoft.com/office/powerpoint/2010/main" val="2894007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3FA47-E272-EDCB-507E-9D3ADEC0E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F27477F-8841-14B0-ACF0-1441030A6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pPr marL="0" indent="0">
              <a:buNone/>
            </a:pPr>
            <a:r>
              <a:rPr lang="cs-CZ" sz="4800" dirty="0"/>
              <a:t>Doplňte chybějící část překladu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6DB17DE-284A-BE2C-818A-B8FA07E89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636295"/>
            <a:ext cx="10552176" cy="471637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cs-CZ" sz="3000" dirty="0"/>
          </a:p>
          <a:p>
            <a:pPr marL="514350" indent="-514350">
              <a:buFont typeface="+mj-lt"/>
              <a:buAutoNum type="arabicPeriod"/>
            </a:pPr>
            <a:r>
              <a:rPr lang="cs-CZ" sz="3000" dirty="0"/>
              <a:t>Nesmíš přijít. </a:t>
            </a:r>
            <a:r>
              <a:rPr lang="nb-NO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må</a:t>
            </a:r>
            <a:r>
              <a:rPr lang="cs-CZ" sz="3000" dirty="0">
                <a:solidFill>
                  <a:schemeClr val="accent1"/>
                </a:solidFill>
              </a:rPr>
              <a:t>/</a:t>
            </a:r>
            <a:r>
              <a:rPr lang="cs-CZ" sz="3000" b="1" dirty="0">
                <a:solidFill>
                  <a:schemeClr val="accent1"/>
                </a:solidFill>
              </a:rPr>
              <a:t>f</a:t>
            </a:r>
            <a:r>
              <a:rPr lang="nb-NO" sz="3000" b="1" dirty="0">
                <a:solidFill>
                  <a:schemeClr val="accent1"/>
                </a:solidFill>
              </a:rPr>
              <a:t>år ikke</a:t>
            </a:r>
            <a:r>
              <a:rPr lang="nb-NO" sz="3000" dirty="0">
                <a:solidFill>
                  <a:schemeClr val="accent1"/>
                </a:solidFill>
              </a:rPr>
              <a:t> komme.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Nemohu to udělat.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Jeg </a:t>
            </a:r>
            <a:r>
              <a:rPr lang="nb-NO" sz="3000" b="1" dirty="0">
                <a:solidFill>
                  <a:schemeClr val="accent1"/>
                </a:solidFill>
              </a:rPr>
              <a:t>kan ikke</a:t>
            </a:r>
            <a:r>
              <a:rPr lang="nb-NO" sz="3000" dirty="0">
                <a:solidFill>
                  <a:schemeClr val="accent1"/>
                </a:solidFill>
              </a:rPr>
              <a:t> gjøre det.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Neměl bys jim pomáhat.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bør ikke</a:t>
            </a:r>
            <a:r>
              <a:rPr lang="nb-NO" sz="3000" dirty="0">
                <a:solidFill>
                  <a:schemeClr val="accent1"/>
                </a:solidFill>
              </a:rPr>
              <a:t> hjelpe dem.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Nechceme bydlet v Norsku.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Vi __________ bo i Norge.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Nemusíš spěchat.</a:t>
            </a:r>
            <a:r>
              <a:rPr lang="sk-SK" sz="3000" dirty="0"/>
              <a:t> – </a:t>
            </a:r>
            <a:r>
              <a:rPr lang="nb-NO" sz="3000" dirty="0">
                <a:solidFill>
                  <a:schemeClr val="accent1"/>
                </a:solidFill>
              </a:rPr>
              <a:t>Du __________ skynde __________.</a:t>
            </a:r>
          </a:p>
        </p:txBody>
      </p:sp>
    </p:spTree>
    <p:extLst>
      <p:ext uri="{BB962C8B-B14F-4D97-AF65-F5344CB8AC3E}">
        <p14:creationId xmlns:p14="http://schemas.microsoft.com/office/powerpoint/2010/main" val="40523366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96261-D763-D897-B64E-212E948F0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92B4EB-F3E8-6739-E976-B76982416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pPr marL="0" indent="0">
              <a:buNone/>
            </a:pPr>
            <a:r>
              <a:rPr lang="cs-CZ" sz="4800" dirty="0"/>
              <a:t>Doplňte chybějící část překladu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39B58FB-125E-9509-AD69-034DBA817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636295"/>
            <a:ext cx="10552176" cy="471637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cs-CZ" sz="3000" dirty="0"/>
          </a:p>
          <a:p>
            <a:pPr marL="514350" indent="-514350">
              <a:buFont typeface="+mj-lt"/>
              <a:buAutoNum type="arabicPeriod"/>
            </a:pPr>
            <a:r>
              <a:rPr lang="cs-CZ" sz="3000" dirty="0"/>
              <a:t>Nesmíš přijít. </a:t>
            </a:r>
            <a:r>
              <a:rPr lang="nb-NO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må</a:t>
            </a:r>
            <a:r>
              <a:rPr lang="cs-CZ" sz="3000" dirty="0">
                <a:solidFill>
                  <a:schemeClr val="accent1"/>
                </a:solidFill>
              </a:rPr>
              <a:t>/</a:t>
            </a:r>
            <a:r>
              <a:rPr lang="cs-CZ" sz="3000" b="1" dirty="0">
                <a:solidFill>
                  <a:schemeClr val="accent1"/>
                </a:solidFill>
              </a:rPr>
              <a:t>f</a:t>
            </a:r>
            <a:r>
              <a:rPr lang="nb-NO" sz="3000" b="1" dirty="0">
                <a:solidFill>
                  <a:schemeClr val="accent1"/>
                </a:solidFill>
              </a:rPr>
              <a:t>år ikke</a:t>
            </a:r>
            <a:r>
              <a:rPr lang="nb-NO" sz="3000" dirty="0">
                <a:solidFill>
                  <a:schemeClr val="accent1"/>
                </a:solidFill>
              </a:rPr>
              <a:t> komme.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Nemohu to udělat.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Jeg </a:t>
            </a:r>
            <a:r>
              <a:rPr lang="nb-NO" sz="3000" b="1" dirty="0">
                <a:solidFill>
                  <a:schemeClr val="accent1"/>
                </a:solidFill>
              </a:rPr>
              <a:t>kan ikke</a:t>
            </a:r>
            <a:r>
              <a:rPr lang="nb-NO" sz="3000" dirty="0">
                <a:solidFill>
                  <a:schemeClr val="accent1"/>
                </a:solidFill>
              </a:rPr>
              <a:t> gjøre det.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Neměl bys jim pomáhat.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bør ikke</a:t>
            </a:r>
            <a:r>
              <a:rPr lang="nb-NO" sz="3000" dirty="0">
                <a:solidFill>
                  <a:schemeClr val="accent1"/>
                </a:solidFill>
              </a:rPr>
              <a:t> hjelpe dem.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Nechceme bydlet v Norsku.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Vi </a:t>
            </a:r>
            <a:r>
              <a:rPr lang="nb-NO" sz="3000" b="1" dirty="0">
                <a:solidFill>
                  <a:schemeClr val="accent1"/>
                </a:solidFill>
              </a:rPr>
              <a:t>vil ikke</a:t>
            </a:r>
            <a:r>
              <a:rPr lang="nb-NO" sz="3000" dirty="0">
                <a:solidFill>
                  <a:schemeClr val="accent1"/>
                </a:solidFill>
              </a:rPr>
              <a:t> bo i Norge.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Nemusíš spěchat.</a:t>
            </a:r>
            <a:r>
              <a:rPr lang="sk-SK" sz="3000" dirty="0"/>
              <a:t> – </a:t>
            </a:r>
            <a:r>
              <a:rPr lang="nb-NO" sz="3000" dirty="0">
                <a:solidFill>
                  <a:schemeClr val="accent1"/>
                </a:solidFill>
              </a:rPr>
              <a:t>Du __________ skynde __________.</a:t>
            </a:r>
          </a:p>
        </p:txBody>
      </p:sp>
    </p:spTree>
    <p:extLst>
      <p:ext uri="{BB962C8B-B14F-4D97-AF65-F5344CB8AC3E}">
        <p14:creationId xmlns:p14="http://schemas.microsoft.com/office/powerpoint/2010/main" val="26671981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58E5A-CB56-B394-595E-D05CA9546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20468F1-ACC6-2799-F34E-F261F28CF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pPr marL="0" indent="0">
              <a:buNone/>
            </a:pPr>
            <a:r>
              <a:rPr lang="cs-CZ" sz="4800" dirty="0"/>
              <a:t>Doplňte chybějící část překladu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3FF66FE-0EE2-B6F9-3222-4517C1E17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636295"/>
            <a:ext cx="10552176" cy="471637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cs-CZ" sz="3000" dirty="0"/>
          </a:p>
          <a:p>
            <a:pPr marL="514350" indent="-514350">
              <a:buFont typeface="+mj-lt"/>
              <a:buAutoNum type="arabicPeriod"/>
            </a:pPr>
            <a:r>
              <a:rPr lang="cs-CZ" sz="3000" dirty="0"/>
              <a:t>Nesmíš přijít. </a:t>
            </a:r>
            <a:r>
              <a:rPr lang="nb-NO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må</a:t>
            </a:r>
            <a:r>
              <a:rPr lang="cs-CZ" sz="3000" dirty="0">
                <a:solidFill>
                  <a:schemeClr val="accent1"/>
                </a:solidFill>
              </a:rPr>
              <a:t>/</a:t>
            </a:r>
            <a:r>
              <a:rPr lang="cs-CZ" sz="3000" b="1" dirty="0">
                <a:solidFill>
                  <a:schemeClr val="accent1"/>
                </a:solidFill>
              </a:rPr>
              <a:t>f</a:t>
            </a:r>
            <a:r>
              <a:rPr lang="nb-NO" sz="3000" b="1" dirty="0">
                <a:solidFill>
                  <a:schemeClr val="accent1"/>
                </a:solidFill>
              </a:rPr>
              <a:t>år ikke</a:t>
            </a:r>
            <a:r>
              <a:rPr lang="nb-NO" sz="3000" dirty="0">
                <a:solidFill>
                  <a:schemeClr val="accent1"/>
                </a:solidFill>
              </a:rPr>
              <a:t> komme.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Nemohu to udělat.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Jeg </a:t>
            </a:r>
            <a:r>
              <a:rPr lang="nb-NO" sz="3000" b="1" dirty="0">
                <a:solidFill>
                  <a:schemeClr val="accent1"/>
                </a:solidFill>
              </a:rPr>
              <a:t>kan ikke</a:t>
            </a:r>
            <a:r>
              <a:rPr lang="nb-NO" sz="3000" dirty="0">
                <a:solidFill>
                  <a:schemeClr val="accent1"/>
                </a:solidFill>
              </a:rPr>
              <a:t> gjøre det.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Neměl bys jim pomáhat.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bør ikke</a:t>
            </a:r>
            <a:r>
              <a:rPr lang="nb-NO" sz="3000" dirty="0">
                <a:solidFill>
                  <a:schemeClr val="accent1"/>
                </a:solidFill>
              </a:rPr>
              <a:t> hjelpe dem.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Nechceme bydlet v Norsku.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Vi </a:t>
            </a:r>
            <a:r>
              <a:rPr lang="nb-NO" sz="3000" b="1" dirty="0">
                <a:solidFill>
                  <a:schemeClr val="accent1"/>
                </a:solidFill>
              </a:rPr>
              <a:t>vil ikke</a:t>
            </a:r>
            <a:r>
              <a:rPr lang="nb-NO" sz="3000" dirty="0">
                <a:solidFill>
                  <a:schemeClr val="accent1"/>
                </a:solidFill>
              </a:rPr>
              <a:t> bo i Norge.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Nemusíš spěchat.</a:t>
            </a:r>
            <a:r>
              <a:rPr lang="sk-SK" sz="3000" dirty="0"/>
              <a:t> – </a:t>
            </a:r>
            <a:r>
              <a:rPr lang="nb-NO" sz="3000" baseline="30000" dirty="0">
                <a:solidFill>
                  <a:schemeClr val="accent1"/>
                </a:solidFill>
              </a:rPr>
              <a:t>1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trenger ikke å</a:t>
            </a:r>
            <a:r>
              <a:rPr lang="nb-NO" sz="3000" dirty="0">
                <a:solidFill>
                  <a:schemeClr val="accent1"/>
                </a:solidFill>
              </a:rPr>
              <a:t> skynde </a:t>
            </a:r>
            <a:r>
              <a:rPr lang="nb-NO" sz="3000" b="1" dirty="0">
                <a:solidFill>
                  <a:schemeClr val="accent1"/>
                </a:solidFill>
              </a:rPr>
              <a:t>deg</a:t>
            </a:r>
            <a:r>
              <a:rPr lang="nb-NO" sz="3000" dirty="0">
                <a:solidFill>
                  <a:schemeClr val="accent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9379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126B6-5F74-5E16-6FE1-E0CEA2523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C5FA5A1-D3A1-F3A7-A939-C456967A1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pPr marL="0" indent="0">
              <a:buNone/>
            </a:pPr>
            <a:r>
              <a:rPr lang="cs-CZ" sz="4800" dirty="0"/>
              <a:t>Doplňte chybějící část překladu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C7EB6A9-C135-E07D-D4DC-C4957C81E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636295"/>
            <a:ext cx="10552176" cy="471637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cs-CZ" sz="3000" dirty="0"/>
          </a:p>
          <a:p>
            <a:pPr marL="514350" indent="-514350">
              <a:buFont typeface="+mj-lt"/>
              <a:buAutoNum type="arabicPeriod"/>
            </a:pPr>
            <a:r>
              <a:rPr lang="cs-CZ" sz="3000" dirty="0"/>
              <a:t>Nesmíš přijít. </a:t>
            </a:r>
            <a:r>
              <a:rPr lang="nb-NO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må ikke</a:t>
            </a:r>
            <a:r>
              <a:rPr lang="nb-NO" sz="3000" dirty="0">
                <a:solidFill>
                  <a:schemeClr val="accent1"/>
                </a:solidFill>
              </a:rPr>
              <a:t> komme.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Nemohu to udělat.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Jeg </a:t>
            </a:r>
            <a:r>
              <a:rPr lang="nb-NO" sz="3000" b="1" dirty="0">
                <a:solidFill>
                  <a:schemeClr val="accent1"/>
                </a:solidFill>
              </a:rPr>
              <a:t>kan ikke</a:t>
            </a:r>
            <a:r>
              <a:rPr lang="nb-NO" sz="3000" dirty="0">
                <a:solidFill>
                  <a:schemeClr val="accent1"/>
                </a:solidFill>
              </a:rPr>
              <a:t> gjøre det.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Neměl bys jim pomáhat.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bør ikke</a:t>
            </a:r>
            <a:r>
              <a:rPr lang="nb-NO" sz="3000" dirty="0">
                <a:solidFill>
                  <a:schemeClr val="accent1"/>
                </a:solidFill>
              </a:rPr>
              <a:t> hjelpe dem.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Nechceme bydlet v Norsku.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Vi </a:t>
            </a:r>
            <a:r>
              <a:rPr lang="nb-NO" sz="3000" b="1" dirty="0">
                <a:solidFill>
                  <a:schemeClr val="accent1"/>
                </a:solidFill>
              </a:rPr>
              <a:t>vil ikke</a:t>
            </a:r>
            <a:r>
              <a:rPr lang="nb-NO" sz="3000" dirty="0">
                <a:solidFill>
                  <a:schemeClr val="accent1"/>
                </a:solidFill>
              </a:rPr>
              <a:t> bo i Norge.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Nemusíš spěchat.</a:t>
            </a:r>
            <a:r>
              <a:rPr lang="sk-SK" sz="3000" dirty="0"/>
              <a:t> – </a:t>
            </a:r>
            <a:r>
              <a:rPr lang="nb-NO" sz="3000" baseline="30000" dirty="0">
                <a:solidFill>
                  <a:schemeClr val="accent1"/>
                </a:solidFill>
              </a:rPr>
              <a:t>2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behøver ikke å</a:t>
            </a:r>
            <a:r>
              <a:rPr lang="nb-NO" sz="3000" dirty="0">
                <a:solidFill>
                  <a:schemeClr val="accent1"/>
                </a:solidFill>
              </a:rPr>
              <a:t> skynde </a:t>
            </a:r>
            <a:r>
              <a:rPr lang="nb-NO" sz="3000" b="1" dirty="0">
                <a:solidFill>
                  <a:schemeClr val="accent1"/>
                </a:solidFill>
              </a:rPr>
              <a:t>deg</a:t>
            </a:r>
            <a:r>
              <a:rPr lang="nb-NO" sz="3000" dirty="0">
                <a:solidFill>
                  <a:schemeClr val="accent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4962620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2027B-7A3F-E295-90D6-CC60968F3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20036B0-CB21-ACCD-AF33-10EE60E5E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142834"/>
          </a:xfrm>
        </p:spPr>
        <p:txBody>
          <a:bodyPr/>
          <a:lstStyle/>
          <a:p>
            <a:pPr marL="0" indent="0">
              <a:buNone/>
            </a:pPr>
            <a:r>
              <a:rPr lang="cs-CZ" sz="4800" dirty="0"/>
              <a:t>Doplňte chybějící část překladu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78DFA53-D387-3191-E09E-B5DF88739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636295"/>
            <a:ext cx="10552176" cy="471637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cs-CZ" sz="3000" dirty="0"/>
          </a:p>
          <a:p>
            <a:pPr marL="514350" indent="-514350">
              <a:buFont typeface="+mj-lt"/>
              <a:buAutoNum type="arabicPeriod"/>
            </a:pPr>
            <a:r>
              <a:rPr lang="cs-CZ" sz="3000" dirty="0"/>
              <a:t>Nesmíš přijít. </a:t>
            </a:r>
            <a:r>
              <a:rPr lang="nb-NO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må</a:t>
            </a:r>
            <a:r>
              <a:rPr lang="cs-CZ" sz="3000" dirty="0">
                <a:solidFill>
                  <a:schemeClr val="accent1"/>
                </a:solidFill>
              </a:rPr>
              <a:t>/</a:t>
            </a:r>
            <a:r>
              <a:rPr lang="cs-CZ" sz="3000" b="1" dirty="0">
                <a:solidFill>
                  <a:schemeClr val="accent1"/>
                </a:solidFill>
              </a:rPr>
              <a:t>f</a:t>
            </a:r>
            <a:r>
              <a:rPr lang="nb-NO" sz="3000" b="1" dirty="0">
                <a:solidFill>
                  <a:schemeClr val="accent1"/>
                </a:solidFill>
              </a:rPr>
              <a:t>år ikke</a:t>
            </a:r>
            <a:r>
              <a:rPr lang="nb-NO" sz="3000" dirty="0">
                <a:solidFill>
                  <a:schemeClr val="accent1"/>
                </a:solidFill>
              </a:rPr>
              <a:t> komme.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Nemohu to udělat.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Jeg </a:t>
            </a:r>
            <a:r>
              <a:rPr lang="nb-NO" sz="3000" b="1" dirty="0">
                <a:solidFill>
                  <a:schemeClr val="accent1"/>
                </a:solidFill>
              </a:rPr>
              <a:t>kan ikke</a:t>
            </a:r>
            <a:r>
              <a:rPr lang="nb-NO" sz="3000" dirty="0">
                <a:solidFill>
                  <a:schemeClr val="accent1"/>
                </a:solidFill>
              </a:rPr>
              <a:t> gjøre det.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Neměl bys jim pomáhat.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bør ikke</a:t>
            </a:r>
            <a:r>
              <a:rPr lang="nb-NO" sz="3000" dirty="0">
                <a:solidFill>
                  <a:schemeClr val="accent1"/>
                </a:solidFill>
              </a:rPr>
              <a:t> hjelpe dem.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Nechceme bydlet v Norsku. </a:t>
            </a:r>
            <a:r>
              <a:rPr lang="sk-SK" sz="3000" dirty="0"/>
              <a:t>– </a:t>
            </a:r>
            <a:r>
              <a:rPr lang="nb-NO" sz="3000" dirty="0">
                <a:solidFill>
                  <a:schemeClr val="accent1"/>
                </a:solidFill>
              </a:rPr>
              <a:t>Vi </a:t>
            </a:r>
            <a:r>
              <a:rPr lang="nb-NO" sz="3000" b="1" dirty="0">
                <a:solidFill>
                  <a:schemeClr val="accent1"/>
                </a:solidFill>
              </a:rPr>
              <a:t>vil ikke</a:t>
            </a:r>
            <a:r>
              <a:rPr lang="nb-NO" sz="3000" dirty="0">
                <a:solidFill>
                  <a:schemeClr val="accent1"/>
                </a:solidFill>
              </a:rPr>
              <a:t> bo i Norge.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3000" dirty="0"/>
              <a:t>Nemusíš spěchat.</a:t>
            </a:r>
            <a:r>
              <a:rPr lang="sk-SK" sz="3000" dirty="0"/>
              <a:t> – </a:t>
            </a:r>
            <a:r>
              <a:rPr lang="nb-NO" sz="3000" baseline="30000" dirty="0">
                <a:solidFill>
                  <a:schemeClr val="accent1"/>
                </a:solidFill>
              </a:rPr>
              <a:t>3</a:t>
            </a:r>
            <a:r>
              <a:rPr lang="nb-NO" sz="3000" dirty="0">
                <a:solidFill>
                  <a:schemeClr val="accent1"/>
                </a:solidFill>
              </a:rPr>
              <a:t>Du </a:t>
            </a:r>
            <a:r>
              <a:rPr lang="nb-NO" sz="3000" b="1" dirty="0">
                <a:solidFill>
                  <a:schemeClr val="accent1"/>
                </a:solidFill>
              </a:rPr>
              <a:t>må ikke </a:t>
            </a:r>
            <a:r>
              <a:rPr lang="nb-NO" sz="3000" dirty="0">
                <a:solidFill>
                  <a:schemeClr val="accent1"/>
                </a:solidFill>
              </a:rPr>
              <a:t>skynde </a:t>
            </a:r>
            <a:r>
              <a:rPr lang="nb-NO" sz="3000" b="1" dirty="0">
                <a:solidFill>
                  <a:schemeClr val="accent1"/>
                </a:solidFill>
              </a:rPr>
              <a:t>deg</a:t>
            </a:r>
            <a:r>
              <a:rPr lang="nb-NO" sz="3000" dirty="0">
                <a:solidFill>
                  <a:schemeClr val="accent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1300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97150D-5DB9-F8EB-78F2-57D0BA3BB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Přeložte do norštiny.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CE1341B-56C9-0A95-9E17-318341A5A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cs-CZ" sz="3000" dirty="0"/>
          </a:p>
          <a:p>
            <a:pPr marL="0" indent="0">
              <a:buNone/>
            </a:pPr>
            <a:r>
              <a:rPr lang="cs-CZ" sz="3000" dirty="0"/>
              <a:t>mít hlad</a:t>
            </a:r>
          </a:p>
          <a:p>
            <a:pPr marL="0" indent="0">
              <a:buNone/>
            </a:pPr>
            <a:r>
              <a:rPr lang="cs-CZ" sz="3000" dirty="0"/>
              <a:t>v sobotu</a:t>
            </a:r>
          </a:p>
          <a:p>
            <a:pPr marL="0" indent="0">
              <a:buNone/>
            </a:pPr>
            <a:r>
              <a:rPr lang="cs-CZ" sz="3000" dirty="0"/>
              <a:t>být unavený</a:t>
            </a:r>
          </a:p>
          <a:p>
            <a:pPr marL="0" indent="0">
              <a:buNone/>
            </a:pPr>
            <a:r>
              <a:rPr lang="cs-CZ" sz="3000" dirty="0"/>
              <a:t>samozřejmě</a:t>
            </a:r>
          </a:p>
        </p:txBody>
      </p:sp>
    </p:spTree>
    <p:extLst>
      <p:ext uri="{BB962C8B-B14F-4D97-AF65-F5344CB8AC3E}">
        <p14:creationId xmlns:p14="http://schemas.microsoft.com/office/powerpoint/2010/main" val="44000785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97150D-5DB9-F8EB-78F2-57D0BA3BB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Přeložte do norštiny.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CE1341B-56C9-0A95-9E17-318341A5A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cs-CZ" sz="3000" dirty="0"/>
          </a:p>
          <a:p>
            <a:pPr marL="0" indent="0">
              <a:buNone/>
            </a:pPr>
            <a:r>
              <a:rPr lang="cs-CZ" sz="3000" dirty="0"/>
              <a:t>mít hlad			</a:t>
            </a:r>
            <a:r>
              <a:rPr lang="nb-NO" sz="3000" b="1" dirty="0">
                <a:solidFill>
                  <a:schemeClr val="accent1"/>
                </a:solidFill>
              </a:rPr>
              <a:t> å være sulten</a:t>
            </a:r>
            <a:endParaRPr lang="cs-CZ" sz="3000" dirty="0"/>
          </a:p>
          <a:p>
            <a:pPr marL="0" indent="0">
              <a:buNone/>
            </a:pPr>
            <a:r>
              <a:rPr lang="cs-CZ" sz="3000" dirty="0"/>
              <a:t>v sobotu</a:t>
            </a:r>
          </a:p>
          <a:p>
            <a:pPr marL="0" indent="0">
              <a:buNone/>
            </a:pPr>
            <a:r>
              <a:rPr lang="cs-CZ" sz="3000" dirty="0"/>
              <a:t>být unavený</a:t>
            </a:r>
          </a:p>
          <a:p>
            <a:pPr marL="0" indent="0">
              <a:buNone/>
            </a:pPr>
            <a:r>
              <a:rPr lang="cs-CZ" sz="3000" dirty="0"/>
              <a:t>samozřejmě</a:t>
            </a:r>
          </a:p>
        </p:txBody>
      </p:sp>
    </p:spTree>
    <p:extLst>
      <p:ext uri="{BB962C8B-B14F-4D97-AF65-F5344CB8AC3E}">
        <p14:creationId xmlns:p14="http://schemas.microsoft.com/office/powerpoint/2010/main" val="22894431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97150D-5DB9-F8EB-78F2-57D0BA3BB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Přeložte do norštiny.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CE1341B-56C9-0A95-9E17-318341A5A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cs-CZ" sz="3000" dirty="0"/>
          </a:p>
          <a:p>
            <a:pPr marL="0" indent="0">
              <a:buNone/>
            </a:pPr>
            <a:r>
              <a:rPr lang="cs-CZ" sz="3000" dirty="0"/>
              <a:t>mít hlad			</a:t>
            </a:r>
            <a:r>
              <a:rPr lang="nb-NO" sz="3000" b="1" dirty="0">
                <a:solidFill>
                  <a:schemeClr val="accent1"/>
                </a:solidFill>
              </a:rPr>
              <a:t> å være sulten</a:t>
            </a:r>
            <a:endParaRPr lang="cs-CZ" sz="3000" dirty="0"/>
          </a:p>
          <a:p>
            <a:pPr marL="0" indent="0">
              <a:buNone/>
            </a:pPr>
            <a:r>
              <a:rPr lang="cs-CZ" sz="3000" dirty="0"/>
              <a:t>v sobotu</a:t>
            </a:r>
            <a:r>
              <a:rPr lang="nb-NO" sz="3000" dirty="0"/>
              <a:t>			</a:t>
            </a:r>
            <a:r>
              <a:rPr lang="nb-NO" sz="3000" b="1" dirty="0">
                <a:solidFill>
                  <a:schemeClr val="accent1"/>
                </a:solidFill>
              </a:rPr>
              <a:t> på lørdag</a:t>
            </a:r>
            <a:endParaRPr lang="cs-CZ" sz="3000" dirty="0"/>
          </a:p>
          <a:p>
            <a:pPr marL="0" indent="0">
              <a:buNone/>
            </a:pPr>
            <a:r>
              <a:rPr lang="cs-CZ" sz="3000" dirty="0"/>
              <a:t>být unavený</a:t>
            </a:r>
          </a:p>
          <a:p>
            <a:pPr marL="0" indent="0">
              <a:buNone/>
            </a:pPr>
            <a:r>
              <a:rPr lang="cs-CZ" sz="3000" dirty="0"/>
              <a:t>samozřejmě</a:t>
            </a:r>
          </a:p>
        </p:txBody>
      </p:sp>
    </p:spTree>
    <p:extLst>
      <p:ext uri="{BB962C8B-B14F-4D97-AF65-F5344CB8AC3E}">
        <p14:creationId xmlns:p14="http://schemas.microsoft.com/office/powerpoint/2010/main" val="26043677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97150D-5DB9-F8EB-78F2-57D0BA3BB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Přeložte do norštiny.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CE1341B-56C9-0A95-9E17-318341A5A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cs-CZ" sz="3000" dirty="0"/>
          </a:p>
          <a:p>
            <a:pPr marL="0" indent="0">
              <a:buNone/>
            </a:pPr>
            <a:r>
              <a:rPr lang="cs-CZ" sz="3000" dirty="0"/>
              <a:t>mít hlad			</a:t>
            </a:r>
            <a:r>
              <a:rPr lang="nb-NO" sz="3000" b="1" dirty="0">
                <a:solidFill>
                  <a:schemeClr val="accent1"/>
                </a:solidFill>
              </a:rPr>
              <a:t> å være sulten</a:t>
            </a:r>
            <a:endParaRPr lang="cs-CZ" sz="3000" dirty="0"/>
          </a:p>
          <a:p>
            <a:pPr marL="0" indent="0">
              <a:buNone/>
            </a:pPr>
            <a:r>
              <a:rPr lang="cs-CZ" sz="3000" dirty="0"/>
              <a:t>v sobotu</a:t>
            </a:r>
            <a:r>
              <a:rPr lang="nb-NO" sz="3000" dirty="0"/>
              <a:t>			</a:t>
            </a:r>
            <a:r>
              <a:rPr lang="nb-NO" sz="3000" b="1" dirty="0">
                <a:solidFill>
                  <a:schemeClr val="accent1"/>
                </a:solidFill>
              </a:rPr>
              <a:t> på lørdag</a:t>
            </a:r>
            <a:endParaRPr lang="cs-CZ" sz="3000" dirty="0"/>
          </a:p>
          <a:p>
            <a:pPr marL="0" indent="0">
              <a:buNone/>
            </a:pPr>
            <a:r>
              <a:rPr lang="cs-CZ" sz="3000" dirty="0"/>
              <a:t>být unavený</a:t>
            </a:r>
            <a:r>
              <a:rPr lang="nb-NO" sz="3000" dirty="0"/>
              <a:t>		</a:t>
            </a:r>
            <a:r>
              <a:rPr lang="nb-NO" sz="3000" b="1" dirty="0">
                <a:solidFill>
                  <a:schemeClr val="accent1"/>
                </a:solidFill>
              </a:rPr>
              <a:t> å være sliten</a:t>
            </a:r>
            <a:r>
              <a:rPr lang="nb-NO" sz="3000" dirty="0">
                <a:solidFill>
                  <a:schemeClr val="accent1"/>
                </a:solidFill>
              </a:rPr>
              <a:t>/</a:t>
            </a:r>
            <a:r>
              <a:rPr lang="nb-NO" sz="3000" b="1" dirty="0">
                <a:solidFill>
                  <a:schemeClr val="accent1"/>
                </a:solidFill>
              </a:rPr>
              <a:t>trøtt</a:t>
            </a:r>
            <a:endParaRPr lang="cs-CZ" sz="3000" dirty="0"/>
          </a:p>
          <a:p>
            <a:pPr marL="0" indent="0">
              <a:buNone/>
            </a:pPr>
            <a:r>
              <a:rPr lang="cs-CZ" sz="3000" dirty="0"/>
              <a:t>samozřejmě</a:t>
            </a:r>
          </a:p>
        </p:txBody>
      </p:sp>
    </p:spTree>
    <p:extLst>
      <p:ext uri="{BB962C8B-B14F-4D97-AF65-F5344CB8AC3E}">
        <p14:creationId xmlns:p14="http://schemas.microsoft.com/office/powerpoint/2010/main" val="131239034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97150D-5DB9-F8EB-78F2-57D0BA3BB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Přeložte do norštiny.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CE1341B-56C9-0A95-9E17-318341A5A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cs-CZ" sz="3000" dirty="0"/>
          </a:p>
          <a:p>
            <a:pPr marL="0" indent="0">
              <a:buNone/>
            </a:pPr>
            <a:r>
              <a:rPr lang="cs-CZ" sz="3000" dirty="0"/>
              <a:t>mít hlad			</a:t>
            </a:r>
            <a:r>
              <a:rPr lang="nb-NO" sz="3000" b="1" dirty="0">
                <a:solidFill>
                  <a:schemeClr val="accent1"/>
                </a:solidFill>
              </a:rPr>
              <a:t> å være sulten</a:t>
            </a:r>
            <a:endParaRPr lang="cs-CZ" sz="3000" dirty="0"/>
          </a:p>
          <a:p>
            <a:pPr marL="0" indent="0">
              <a:buNone/>
            </a:pPr>
            <a:r>
              <a:rPr lang="cs-CZ" sz="3000" dirty="0"/>
              <a:t>v sobotu</a:t>
            </a:r>
            <a:r>
              <a:rPr lang="nb-NO" sz="3000" dirty="0"/>
              <a:t>			</a:t>
            </a:r>
            <a:r>
              <a:rPr lang="nb-NO" sz="3000" b="1" dirty="0">
                <a:solidFill>
                  <a:schemeClr val="accent1"/>
                </a:solidFill>
              </a:rPr>
              <a:t> på lørdag</a:t>
            </a:r>
            <a:endParaRPr lang="cs-CZ" sz="3000" dirty="0"/>
          </a:p>
          <a:p>
            <a:pPr marL="0" indent="0">
              <a:buNone/>
            </a:pPr>
            <a:r>
              <a:rPr lang="cs-CZ" sz="3000" dirty="0"/>
              <a:t>být unavený</a:t>
            </a:r>
            <a:r>
              <a:rPr lang="nb-NO" sz="3000" dirty="0"/>
              <a:t>		</a:t>
            </a:r>
            <a:r>
              <a:rPr lang="nb-NO" sz="3000" b="1" dirty="0">
                <a:solidFill>
                  <a:schemeClr val="accent1"/>
                </a:solidFill>
              </a:rPr>
              <a:t> å være sliten</a:t>
            </a:r>
            <a:r>
              <a:rPr lang="nb-NO" sz="3000" dirty="0">
                <a:solidFill>
                  <a:schemeClr val="accent1"/>
                </a:solidFill>
              </a:rPr>
              <a:t>/</a:t>
            </a:r>
            <a:r>
              <a:rPr lang="nb-NO" sz="3000" b="1" dirty="0">
                <a:solidFill>
                  <a:schemeClr val="accent1"/>
                </a:solidFill>
              </a:rPr>
              <a:t>trøtt</a:t>
            </a:r>
            <a:endParaRPr lang="cs-CZ" sz="3000" dirty="0"/>
          </a:p>
          <a:p>
            <a:pPr marL="0" indent="0">
              <a:buNone/>
            </a:pPr>
            <a:r>
              <a:rPr lang="nb-NO" sz="3000" dirty="0"/>
              <a:t>s</a:t>
            </a:r>
            <a:r>
              <a:rPr lang="cs-CZ" sz="3000" dirty="0" err="1"/>
              <a:t>amozřejmě</a:t>
            </a:r>
            <a:r>
              <a:rPr lang="nb-NO" sz="3000" dirty="0"/>
              <a:t>		</a:t>
            </a:r>
            <a:r>
              <a:rPr lang="nb-NO" sz="3000" b="1" dirty="0">
                <a:solidFill>
                  <a:schemeClr val="accent1"/>
                </a:solidFill>
              </a:rPr>
              <a:t> selvfølgelig</a:t>
            </a:r>
            <a:r>
              <a:rPr lang="nb-NO" sz="3000" dirty="0">
                <a:solidFill>
                  <a:schemeClr val="accent1"/>
                </a:solidFill>
              </a:rPr>
              <a:t>/</a:t>
            </a:r>
            <a:r>
              <a:rPr lang="nb-NO" sz="3000" b="1" dirty="0">
                <a:solidFill>
                  <a:schemeClr val="accent1"/>
                </a:solidFill>
              </a:rPr>
              <a:t>selvsagt</a:t>
            </a:r>
            <a:endParaRPr lang="cs-CZ" sz="3000" dirty="0"/>
          </a:p>
        </p:txBody>
      </p:sp>
    </p:spTree>
    <p:extLst>
      <p:ext uri="{BB962C8B-B14F-4D97-AF65-F5344CB8AC3E}">
        <p14:creationId xmlns:p14="http://schemas.microsoft.com/office/powerpoint/2010/main" val="41902996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EC0CB93-DF35-52D1-5723-043C5392E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Norske julesanger</a:t>
            </a:r>
            <a:br>
              <a:rPr lang="sk-SK" dirty="0"/>
            </a:br>
            <a:r>
              <a:rPr lang="cs-CZ" sz="4000" b="0" noProof="0" dirty="0"/>
              <a:t>Norské vánoční písně</a:t>
            </a:r>
            <a:endParaRPr lang="cs-CZ" sz="4000" b="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625791E-E272-214B-912A-D806857F9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nb-NO" dirty="0">
              <a:hlinkClick r:id="rId2"/>
            </a:endParaRPr>
          </a:p>
          <a:p>
            <a:pPr marL="0" indent="0">
              <a:buNone/>
            </a:pPr>
            <a:endParaRPr lang="nb-NO" dirty="0">
              <a:hlinkClick r:id="rId2"/>
            </a:endParaRPr>
          </a:p>
          <a:p>
            <a:pPr marL="0" indent="0">
              <a:buNone/>
            </a:pPr>
            <a:r>
              <a:rPr lang="nb-NO" sz="3000" noProof="0" dirty="0"/>
              <a:t>Spotify </a:t>
            </a:r>
            <a:r>
              <a:rPr lang="nb-NO" sz="3000" noProof="0" dirty="0" err="1"/>
              <a:t>playlist</a:t>
            </a:r>
            <a:r>
              <a:rPr lang="sk-SK" sz="3000" dirty="0"/>
              <a:t> </a:t>
            </a:r>
            <a:r>
              <a:rPr lang="cs-CZ" sz="3000" noProof="0" dirty="0">
                <a:hlinkClick r:id="rId3"/>
              </a:rPr>
              <a:t>zde</a:t>
            </a:r>
            <a:r>
              <a:rPr lang="sk-SK" sz="3000" dirty="0"/>
              <a:t>.</a:t>
            </a:r>
            <a:endParaRPr lang="nb-NO" sz="3000" noProof="0" dirty="0"/>
          </a:p>
        </p:txBody>
      </p:sp>
    </p:spTree>
    <p:extLst>
      <p:ext uri="{BB962C8B-B14F-4D97-AF65-F5344CB8AC3E}">
        <p14:creationId xmlns:p14="http://schemas.microsoft.com/office/powerpoint/2010/main" val="323977313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A2381-579B-9B6B-3991-4167D76BC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48541BA-44CF-274C-1AF8-04141B39F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 dirty="0"/>
              <a:t>God jul!</a:t>
            </a:r>
            <a:endParaRPr lang="nb-NO" sz="4000" b="0" noProof="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39DFA28-9D52-B85C-4457-D2F56FEE1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nb-NO" dirty="0">
              <a:hlinkClick r:id="rId2"/>
            </a:endParaRPr>
          </a:p>
          <a:p>
            <a:pPr marL="0" indent="0">
              <a:buNone/>
            </a:pPr>
            <a:endParaRPr lang="nb-NO" dirty="0">
              <a:hlinkClick r:id="rId2"/>
            </a:endParaRPr>
          </a:p>
          <a:p>
            <a:pPr marL="0" indent="0">
              <a:buNone/>
            </a:pPr>
            <a:r>
              <a:rPr lang="nb-NO" sz="3000" dirty="0">
                <a:hlinkClick r:id="rId3"/>
              </a:rPr>
              <a:t>https://www.youtube.com/watch?v=L6quqyBRkZY</a:t>
            </a:r>
            <a:r>
              <a:rPr lang="sk-SK" sz="3000" dirty="0"/>
              <a:t> </a:t>
            </a:r>
            <a:endParaRPr lang="nb-NO" sz="3000" noProof="0" dirty="0"/>
          </a:p>
        </p:txBody>
      </p:sp>
    </p:spTree>
    <p:extLst>
      <p:ext uri="{BB962C8B-B14F-4D97-AF65-F5344CB8AC3E}">
        <p14:creationId xmlns:p14="http://schemas.microsoft.com/office/powerpoint/2010/main" val="81915206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20FCB-4BE8-7CFB-AB78-F14AFE249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1A61FE4-D01F-19F3-DC41-96AA493D1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nb-NO" dirty="0">
              <a:hlinkClick r:id="rId2"/>
            </a:endParaRPr>
          </a:p>
          <a:p>
            <a:pPr marL="0" indent="0">
              <a:buNone/>
            </a:pPr>
            <a:endParaRPr lang="nb-NO" dirty="0">
              <a:hlinkClick r:id="rId2"/>
            </a:endParaRPr>
          </a:p>
        </p:txBody>
      </p:sp>
      <p:pic>
        <p:nvPicPr>
          <p:cNvPr id="6" name="Obrázok 5" descr="Obrázok, na ktorom je kreslený obrázok, animák, animovaná rozprávka, ilustrácia&#10;&#10;Obsah vygenerovaný pomocou AI môže byť nesprávny.">
            <a:extLst>
              <a:ext uri="{FF2B5EF4-FFF2-40B4-BE49-F238E27FC236}">
                <a16:creationId xmlns:a16="http://schemas.microsoft.com/office/drawing/2014/main" id="{BD1981A9-55F2-CDD5-8BA7-79BCC618B1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438150"/>
            <a:ext cx="11430000" cy="5981700"/>
          </a:xfrm>
          <a:prstGeom prst="rect">
            <a:avLst/>
          </a:prstGeom>
        </p:spPr>
      </p:pic>
      <p:sp>
        <p:nvSpPr>
          <p:cNvPr id="8" name="BlokTextu 7">
            <a:extLst>
              <a:ext uri="{FF2B5EF4-FFF2-40B4-BE49-F238E27FC236}">
                <a16:creationId xmlns:a16="http://schemas.microsoft.com/office/drawing/2014/main" id="{A7EB54D7-EE73-431B-37B8-450034C7F44E}"/>
              </a:ext>
            </a:extLst>
          </p:cNvPr>
          <p:cNvSpPr txBox="1"/>
          <p:nvPr/>
        </p:nvSpPr>
        <p:spPr>
          <a:xfrm>
            <a:off x="6181344" y="6419850"/>
            <a:ext cx="562965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1500" b="1" dirty="0"/>
              <a:t>Zdroj</a:t>
            </a:r>
            <a:r>
              <a:rPr lang="sk-SK" sz="1500" dirty="0"/>
              <a:t>: </a:t>
            </a:r>
            <a:r>
              <a:rPr lang="sk-SK" sz="1500" dirty="0">
                <a:hlinkClick r:id="rId4"/>
              </a:rPr>
              <a:t>https://lingu.no/uk/god-jul-24-bits-norwegian-christmas</a:t>
            </a:r>
            <a:r>
              <a:rPr lang="sk-SK" sz="15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219036"/>
      </p:ext>
    </p:extLst>
  </p:cSld>
  <p:clrMapOvr>
    <a:masterClrMapping/>
  </p:clrMapOvr>
</p:sld>
</file>

<file path=ppt/theme/theme1.xml><?xml version="1.0" encoding="utf-8"?>
<a:theme xmlns:a="http://schemas.openxmlformats.org/drawingml/2006/main" name="ColorBlockVTI">
  <a:themeElements>
    <a:clrScheme name="ColorBlock Color Scheme">
      <a:dk1>
        <a:sysClr val="windowText" lastClr="000000"/>
      </a:dk1>
      <a:lt1>
        <a:sysClr val="window" lastClr="FFFFFF"/>
      </a:lt1>
      <a:dk2>
        <a:srgbClr val="002044"/>
      </a:dk2>
      <a:lt2>
        <a:srgbClr val="F5F0F3"/>
      </a:lt2>
      <a:accent1>
        <a:srgbClr val="4A41C5"/>
      </a:accent1>
      <a:accent2>
        <a:srgbClr val="37997B"/>
      </a:accent2>
      <a:accent3>
        <a:srgbClr val="17B4DF"/>
      </a:accent3>
      <a:accent4>
        <a:srgbClr val="E69500"/>
      </a:accent4>
      <a:accent5>
        <a:srgbClr val="276D77"/>
      </a:accent5>
      <a:accent6>
        <a:srgbClr val="386ECE"/>
      </a:accent6>
      <a:hlink>
        <a:srgbClr val="AF1DAF"/>
      </a:hlink>
      <a:folHlink>
        <a:srgbClr val="FE5C68"/>
      </a:folHlink>
    </a:clrScheme>
    <a:fontScheme name="Custom 1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lorBlockVTI" id="{733CB85B-8F47-42FB-9326-9FF507018D27}" vid="{069BD9C2-DF61-4F2B-A577-A59C7FC2FF6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Farebný blok</Template>
  <TotalTime>337</TotalTime>
  <Words>2613</Words>
  <Application>Microsoft Office PowerPoint</Application>
  <PresentationFormat>Širokoúhlá obrazovka</PresentationFormat>
  <Paragraphs>418</Paragraphs>
  <Slides>63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63</vt:i4>
      </vt:variant>
    </vt:vector>
  </HeadingPairs>
  <TitlesOfParts>
    <vt:vector size="66" baseType="lpstr">
      <vt:lpstr>Arial</vt:lpstr>
      <vt:lpstr>Avenir Next LT Pro</vt:lpstr>
      <vt:lpstr>ColorBlockVTI</vt:lpstr>
      <vt:lpstr>Norština pro začátečníky</vt:lpstr>
      <vt:lpstr>Zkušební termíny</vt:lpstr>
      <vt:lpstr>Co dál?</vt:lpstr>
      <vt:lpstr>Slovní zásoba</vt:lpstr>
      <vt:lpstr>Odpovězte podle skutečnosti</vt:lpstr>
      <vt:lpstr>Odpovězte podle skutečnosti</vt:lpstr>
      <vt:lpstr>Vyberte vhodné pokračování věty</vt:lpstr>
      <vt:lpstr>Vyberte vhodné pokračování věty</vt:lpstr>
      <vt:lpstr>Vyberte vhodné pokračování věty</vt:lpstr>
      <vt:lpstr>Vyberte vhodné pokračování věty</vt:lpstr>
      <vt:lpstr>Vyberte vhodné pokračování věty</vt:lpstr>
      <vt:lpstr>Vyberte vhodné pokračování věty</vt:lpstr>
      <vt:lpstr>Vyberte vhodné pokračování věty</vt:lpstr>
      <vt:lpstr>Vyberte vhodné pokračování věty</vt:lpstr>
      <vt:lpstr>Vyberte vhodné pokračování věty</vt:lpstr>
      <vt:lpstr>Vyberte vhodné pokračování věty</vt:lpstr>
      <vt:lpstr>Vyberte vhodné pokračování věty</vt:lpstr>
      <vt:lpstr>Utvořte otázky</vt:lpstr>
      <vt:lpstr>Utvořte otázky</vt:lpstr>
      <vt:lpstr>Utvořte otázky</vt:lpstr>
      <vt:lpstr>Utvořte otázky</vt:lpstr>
      <vt:lpstr>Utvořte otázky</vt:lpstr>
      <vt:lpstr>Utvořte otázky</vt:lpstr>
      <vt:lpstr>Doplňte správnou předložku: av, for, fra, i, om, på, til</vt:lpstr>
      <vt:lpstr>Doplňte správnou předložku: av, for, fra, i, om, på, til</vt:lpstr>
      <vt:lpstr>Doplňte správnou předložku: av, for, fra, i, om, på, til</vt:lpstr>
      <vt:lpstr>Doplňte správnou předložku: av, for, fra, i, om, på, til</vt:lpstr>
      <vt:lpstr>Doplňte správnou předložku: av, for, fra, i, om, på, til</vt:lpstr>
      <vt:lpstr>Doplňte správnou předložku: av, for, fra, i, om, på, til</vt:lpstr>
      <vt:lpstr>Doplňte správnou předložku: av, for, fra, i, om, på, til</vt:lpstr>
      <vt:lpstr>Doplňte správnou předložku: av, for, fra, i, om, på, til</vt:lpstr>
      <vt:lpstr>Doplňte správnou předložku: av, for, fra, i, om, på, til</vt:lpstr>
      <vt:lpstr>Doplňte správnou předložku: av, for, fra, i, om, på, til</vt:lpstr>
      <vt:lpstr>Doplňte správnou předložku: av, for, fra, i, om, på, til</vt:lpstr>
      <vt:lpstr>Doplňte správnou předložku: av, for, fra, i, om, på, til</vt:lpstr>
      <vt:lpstr>Které slovo nepatří mezi ostatní?</vt:lpstr>
      <vt:lpstr>Které slovo nepatří mezi ostatní?</vt:lpstr>
      <vt:lpstr>Které slovo nepatří mezi ostatní?</vt:lpstr>
      <vt:lpstr>Které slovo nepatří mezi ostatní?</vt:lpstr>
      <vt:lpstr>Které slovo nepatří mezi ostatní?</vt:lpstr>
      <vt:lpstr>Které slovo nepatří mezi ostatní?</vt:lpstr>
      <vt:lpstr>Doplňte der/dit</vt:lpstr>
      <vt:lpstr>Doplňte der/dit</vt:lpstr>
      <vt:lpstr>Doplňte der/dit</vt:lpstr>
      <vt:lpstr>Doplňte der/dit</vt:lpstr>
      <vt:lpstr>Doplňte der/dit</vt:lpstr>
      <vt:lpstr>Doplňte der/dit</vt:lpstr>
      <vt:lpstr>Doplňte chybějící část překladu</vt:lpstr>
      <vt:lpstr>Doplňte chybějící část překladu</vt:lpstr>
      <vt:lpstr>Doplňte chybějící část překladu</vt:lpstr>
      <vt:lpstr>Doplňte chybějící část překladu</vt:lpstr>
      <vt:lpstr>Doplňte chybějící část překladu</vt:lpstr>
      <vt:lpstr>Doplňte chybějící část překladu</vt:lpstr>
      <vt:lpstr>Doplňte chybějící část překladu</vt:lpstr>
      <vt:lpstr>Doplňte chybějící část překladu</vt:lpstr>
      <vt:lpstr>Přeložte do norštiny.</vt:lpstr>
      <vt:lpstr>Přeložte do norštiny.</vt:lpstr>
      <vt:lpstr>Přeložte do norštiny.</vt:lpstr>
      <vt:lpstr>Přeložte do norštiny.</vt:lpstr>
      <vt:lpstr>Přeložte do norštiny.</vt:lpstr>
      <vt:lpstr>Norske julesanger Norské vánoční písně</vt:lpstr>
      <vt:lpstr>God jul!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Tomáš Bratina</dc:creator>
  <cp:lastModifiedBy>Tomáš Bratina</cp:lastModifiedBy>
  <cp:revision>3</cp:revision>
  <dcterms:created xsi:type="dcterms:W3CDTF">2024-12-10T09:25:32Z</dcterms:created>
  <dcterms:modified xsi:type="dcterms:W3CDTF">2025-12-11T14:29:23Z</dcterms:modified>
</cp:coreProperties>
</file>