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329" r:id="rId3"/>
    <p:sldId id="330" r:id="rId4"/>
    <p:sldId id="331" r:id="rId5"/>
    <p:sldId id="332" r:id="rId6"/>
    <p:sldId id="333" r:id="rId7"/>
    <p:sldId id="334" r:id="rId8"/>
    <p:sldId id="335" r:id="rId9"/>
    <p:sldId id="336" r:id="rId10"/>
    <p:sldId id="337" r:id="rId11"/>
    <p:sldId id="338" r:id="rId12"/>
    <p:sldId id="340" r:id="rId13"/>
    <p:sldId id="260" r:id="rId14"/>
    <p:sldId id="261" r:id="rId15"/>
    <p:sldId id="262" r:id="rId16"/>
    <p:sldId id="263" r:id="rId17"/>
    <p:sldId id="264" r:id="rId18"/>
    <p:sldId id="259" r:id="rId19"/>
    <p:sldId id="265" r:id="rId20"/>
    <p:sldId id="266" r:id="rId21"/>
    <p:sldId id="267" r:id="rId22"/>
    <p:sldId id="268" r:id="rId23"/>
    <p:sldId id="269" r:id="rId24"/>
    <p:sldId id="270" r:id="rId25"/>
    <p:sldId id="273" r:id="rId26"/>
    <p:sldId id="271" r:id="rId27"/>
    <p:sldId id="274" r:id="rId28"/>
    <p:sldId id="275" r:id="rId29"/>
    <p:sldId id="276" r:id="rId30"/>
    <p:sldId id="277" r:id="rId31"/>
    <p:sldId id="278" r:id="rId32"/>
    <p:sldId id="327" r:id="rId33"/>
    <p:sldId id="328" r:id="rId34"/>
    <p:sldId id="281" r:id="rId35"/>
    <p:sldId id="279" r:id="rId36"/>
    <p:sldId id="282" r:id="rId37"/>
    <p:sldId id="283" r:id="rId38"/>
    <p:sldId id="285" r:id="rId39"/>
    <p:sldId id="286" r:id="rId40"/>
    <p:sldId id="287" r:id="rId41"/>
    <p:sldId id="339" r:id="rId42"/>
    <p:sldId id="290" r:id="rId43"/>
    <p:sldId id="291" r:id="rId44"/>
    <p:sldId id="292" r:id="rId45"/>
    <p:sldId id="272" r:id="rId46"/>
    <p:sldId id="293" r:id="rId47"/>
    <p:sldId id="294" r:id="rId48"/>
    <p:sldId id="295" r:id="rId49"/>
    <p:sldId id="296" r:id="rId50"/>
    <p:sldId id="297" r:id="rId51"/>
    <p:sldId id="298" r:id="rId52"/>
    <p:sldId id="299" r:id="rId53"/>
    <p:sldId id="300" r:id="rId54"/>
    <p:sldId id="301" r:id="rId55"/>
    <p:sldId id="302" r:id="rId5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redný štýl 2 - zvýrazneni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Bez štýlu, mriežka tabuľky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Bez stylu, bez mřížky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microsoft.com/office/2016/11/relationships/changesInfo" Target="changesInfos/changesInfo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máš Bratina" userId="2033f5136aa55253" providerId="LiveId" clId="{70AC3D02-762B-42A9-A6F8-528CED61E437}"/>
    <pc:docChg chg="addSld delSld modSld">
      <pc:chgData name="Tomáš Bratina" userId="2033f5136aa55253" providerId="LiveId" clId="{70AC3D02-762B-42A9-A6F8-528CED61E437}" dt="2025-11-13T14:58:29.329" v="53" actId="47"/>
      <pc:docMkLst>
        <pc:docMk/>
      </pc:docMkLst>
      <pc:sldChg chg="modSp">
        <pc:chgData name="Tomáš Bratina" userId="2033f5136aa55253" providerId="LiveId" clId="{70AC3D02-762B-42A9-A6F8-528CED61E437}" dt="2025-11-12T09:18:53.329" v="41"/>
        <pc:sldMkLst>
          <pc:docMk/>
          <pc:sldMk cId="3830849142" sldId="270"/>
        </pc:sldMkLst>
        <pc:spChg chg="mod">
          <ac:chgData name="Tomáš Bratina" userId="2033f5136aa55253" providerId="LiveId" clId="{70AC3D02-762B-42A9-A6F8-528CED61E437}" dt="2025-11-12T09:18:53.329" v="41"/>
          <ac:spMkLst>
            <pc:docMk/>
            <pc:sldMk cId="3830849142" sldId="270"/>
            <ac:spMk id="3" creationId="{2EF5B449-BC5F-0790-2634-4BAFDC5D20B9}"/>
          </ac:spMkLst>
        </pc:spChg>
      </pc:sldChg>
      <pc:sldChg chg="modSp mod">
        <pc:chgData name="Tomáš Bratina" userId="2033f5136aa55253" providerId="LiveId" clId="{70AC3D02-762B-42A9-A6F8-528CED61E437}" dt="2025-11-07T15:42:36.249" v="10" actId="20577"/>
        <pc:sldMkLst>
          <pc:docMk/>
          <pc:sldMk cId="2346815885" sldId="273"/>
        </pc:sldMkLst>
        <pc:spChg chg="mod">
          <ac:chgData name="Tomáš Bratina" userId="2033f5136aa55253" providerId="LiveId" clId="{70AC3D02-762B-42A9-A6F8-528CED61E437}" dt="2025-11-07T15:42:36.249" v="10" actId="20577"/>
          <ac:spMkLst>
            <pc:docMk/>
            <pc:sldMk cId="2346815885" sldId="273"/>
            <ac:spMk id="3" creationId="{244E9D7C-5A7E-2375-A1DE-E6849989FCFF}"/>
          </ac:spMkLst>
        </pc:spChg>
      </pc:sldChg>
      <pc:sldChg chg="modSp del mod">
        <pc:chgData name="Tomáš Bratina" userId="2033f5136aa55253" providerId="LiveId" clId="{70AC3D02-762B-42A9-A6F8-528CED61E437}" dt="2025-11-13T14:58:29.329" v="53" actId="47"/>
        <pc:sldMkLst>
          <pc:docMk/>
          <pc:sldMk cId="801779217" sldId="315"/>
        </pc:sldMkLst>
      </pc:sldChg>
      <pc:sldChg chg="modSp del mod">
        <pc:chgData name="Tomáš Bratina" userId="2033f5136aa55253" providerId="LiveId" clId="{70AC3D02-762B-42A9-A6F8-528CED61E437}" dt="2025-11-13T14:58:28.893" v="52" actId="47"/>
        <pc:sldMkLst>
          <pc:docMk/>
          <pc:sldMk cId="4193285136" sldId="316"/>
        </pc:sldMkLst>
      </pc:sldChg>
      <pc:sldChg chg="modSp del mod">
        <pc:chgData name="Tomáš Bratina" userId="2033f5136aa55253" providerId="LiveId" clId="{70AC3D02-762B-42A9-A6F8-528CED61E437}" dt="2025-11-13T14:58:28.647" v="51" actId="47"/>
        <pc:sldMkLst>
          <pc:docMk/>
          <pc:sldMk cId="2603255662" sldId="317"/>
        </pc:sldMkLst>
      </pc:sldChg>
      <pc:sldChg chg="modSp del mod">
        <pc:chgData name="Tomáš Bratina" userId="2033f5136aa55253" providerId="LiveId" clId="{70AC3D02-762B-42A9-A6F8-528CED61E437}" dt="2025-11-13T14:58:28.477" v="50" actId="47"/>
        <pc:sldMkLst>
          <pc:docMk/>
          <pc:sldMk cId="220657280" sldId="318"/>
        </pc:sldMkLst>
      </pc:sldChg>
      <pc:sldChg chg="modSp del mod">
        <pc:chgData name="Tomáš Bratina" userId="2033f5136aa55253" providerId="LiveId" clId="{70AC3D02-762B-42A9-A6F8-528CED61E437}" dt="2025-11-13T14:58:28.303" v="49" actId="47"/>
        <pc:sldMkLst>
          <pc:docMk/>
          <pc:sldMk cId="4132427894" sldId="319"/>
        </pc:sldMkLst>
      </pc:sldChg>
      <pc:sldChg chg="modSp del mod">
        <pc:chgData name="Tomáš Bratina" userId="2033f5136aa55253" providerId="LiveId" clId="{70AC3D02-762B-42A9-A6F8-528CED61E437}" dt="2025-11-13T14:58:28.121" v="48" actId="47"/>
        <pc:sldMkLst>
          <pc:docMk/>
          <pc:sldMk cId="1633710659" sldId="320"/>
        </pc:sldMkLst>
      </pc:sldChg>
      <pc:sldChg chg="modSp del mod">
        <pc:chgData name="Tomáš Bratina" userId="2033f5136aa55253" providerId="LiveId" clId="{70AC3D02-762B-42A9-A6F8-528CED61E437}" dt="2025-11-13T14:58:27.977" v="47" actId="47"/>
        <pc:sldMkLst>
          <pc:docMk/>
          <pc:sldMk cId="790049398" sldId="321"/>
        </pc:sldMkLst>
      </pc:sldChg>
      <pc:sldChg chg="modSp del mod">
        <pc:chgData name="Tomáš Bratina" userId="2033f5136aa55253" providerId="LiveId" clId="{70AC3D02-762B-42A9-A6F8-528CED61E437}" dt="2025-11-13T14:58:27.787" v="46" actId="47"/>
        <pc:sldMkLst>
          <pc:docMk/>
          <pc:sldMk cId="815632171" sldId="322"/>
        </pc:sldMkLst>
      </pc:sldChg>
      <pc:sldChg chg="modSp del mod">
        <pc:chgData name="Tomáš Bratina" userId="2033f5136aa55253" providerId="LiveId" clId="{70AC3D02-762B-42A9-A6F8-528CED61E437}" dt="2025-11-13T14:58:27.565" v="45" actId="47"/>
        <pc:sldMkLst>
          <pc:docMk/>
          <pc:sldMk cId="3011023957" sldId="323"/>
        </pc:sldMkLst>
      </pc:sldChg>
      <pc:sldChg chg="modSp del mod">
        <pc:chgData name="Tomáš Bratina" userId="2033f5136aa55253" providerId="LiveId" clId="{70AC3D02-762B-42A9-A6F8-528CED61E437}" dt="2025-11-13T14:58:27.365" v="44" actId="47"/>
        <pc:sldMkLst>
          <pc:docMk/>
          <pc:sldMk cId="4203410530" sldId="324"/>
        </pc:sldMkLst>
      </pc:sldChg>
      <pc:sldChg chg="modSp del mod">
        <pc:chgData name="Tomáš Bratina" userId="2033f5136aa55253" providerId="LiveId" clId="{70AC3D02-762B-42A9-A6F8-528CED61E437}" dt="2025-11-13T14:58:27.168" v="43" actId="47"/>
        <pc:sldMkLst>
          <pc:docMk/>
          <pc:sldMk cId="3434314591" sldId="325"/>
        </pc:sldMkLst>
      </pc:sldChg>
      <pc:sldChg chg="modSp del mod">
        <pc:chgData name="Tomáš Bratina" userId="2033f5136aa55253" providerId="LiveId" clId="{70AC3D02-762B-42A9-A6F8-528CED61E437}" dt="2025-11-13T14:58:26.989" v="42" actId="47"/>
        <pc:sldMkLst>
          <pc:docMk/>
          <pc:sldMk cId="1117102639" sldId="326"/>
        </pc:sldMkLst>
      </pc:sldChg>
      <pc:sldChg chg="modSp add mod">
        <pc:chgData name="Tomáš Bratina" userId="2033f5136aa55253" providerId="LiveId" clId="{70AC3D02-762B-42A9-A6F8-528CED61E437}" dt="2025-11-07T15:47:17.198" v="16" actId="20577"/>
        <pc:sldMkLst>
          <pc:docMk/>
          <pc:sldMk cId="1274091983" sldId="339"/>
        </pc:sldMkLst>
        <pc:spChg chg="mod">
          <ac:chgData name="Tomáš Bratina" userId="2033f5136aa55253" providerId="LiveId" clId="{70AC3D02-762B-42A9-A6F8-528CED61E437}" dt="2025-11-07T15:47:17.198" v="16" actId="20577"/>
          <ac:spMkLst>
            <pc:docMk/>
            <pc:sldMk cId="1274091983" sldId="339"/>
            <ac:spMk id="3" creationId="{DADC69FD-6EE9-3A78-E358-D5615F427FE6}"/>
          </ac:spMkLst>
        </pc:spChg>
      </pc:sldChg>
    </pc:docChg>
  </pc:docChgLst>
  <pc:docChgLst>
    <pc:chgData name="Tomáš Bratina" userId="2033f5136aa55253" providerId="LiveId" clId="{8ECA8620-7B00-4EDA-805E-0BA470DD3A9F}"/>
    <pc:docChg chg="undo custSel addSld delSld modSld">
      <pc:chgData name="Tomáš Bratina" userId="2033f5136aa55253" providerId="LiveId" clId="{8ECA8620-7B00-4EDA-805E-0BA470DD3A9F}" dt="2025-11-13T11:02:53.008" v="33" actId="20577"/>
      <pc:docMkLst>
        <pc:docMk/>
      </pc:docMkLst>
      <pc:sldChg chg="del">
        <pc:chgData name="Tomáš Bratina" userId="2033f5136aa55253" providerId="LiveId" clId="{8ECA8620-7B00-4EDA-805E-0BA470DD3A9F}" dt="2025-11-13T10:57:30.393" v="19" actId="47"/>
        <pc:sldMkLst>
          <pc:docMk/>
          <pc:sldMk cId="4058601881" sldId="258"/>
        </pc:sldMkLst>
      </pc:sldChg>
      <pc:sldChg chg="modSp mod">
        <pc:chgData name="Tomáš Bratina" userId="2033f5136aa55253" providerId="LiveId" clId="{8ECA8620-7B00-4EDA-805E-0BA470DD3A9F}" dt="2025-11-13T11:02:31.308" v="22" actId="20577"/>
        <pc:sldMkLst>
          <pc:docMk/>
          <pc:sldMk cId="801779217" sldId="315"/>
        </pc:sldMkLst>
        <pc:spChg chg="mod">
          <ac:chgData name="Tomáš Bratina" userId="2033f5136aa55253" providerId="LiveId" clId="{8ECA8620-7B00-4EDA-805E-0BA470DD3A9F}" dt="2025-11-13T11:02:31.308" v="22" actId="20577"/>
          <ac:spMkLst>
            <pc:docMk/>
            <pc:sldMk cId="801779217" sldId="315"/>
            <ac:spMk id="2" creationId="{AE001AAB-3F04-B4AC-FCE4-F1C1A915E639}"/>
          </ac:spMkLst>
        </pc:spChg>
      </pc:sldChg>
      <pc:sldChg chg="modSp mod">
        <pc:chgData name="Tomáš Bratina" userId="2033f5136aa55253" providerId="LiveId" clId="{8ECA8620-7B00-4EDA-805E-0BA470DD3A9F}" dt="2025-11-13T11:02:33.412" v="23" actId="20577"/>
        <pc:sldMkLst>
          <pc:docMk/>
          <pc:sldMk cId="4193285136" sldId="316"/>
        </pc:sldMkLst>
        <pc:spChg chg="mod">
          <ac:chgData name="Tomáš Bratina" userId="2033f5136aa55253" providerId="LiveId" clId="{8ECA8620-7B00-4EDA-805E-0BA470DD3A9F}" dt="2025-11-13T11:02:33.412" v="23" actId="20577"/>
          <ac:spMkLst>
            <pc:docMk/>
            <pc:sldMk cId="4193285136" sldId="316"/>
            <ac:spMk id="2" creationId="{31778942-A832-0225-0558-E8F9216FA462}"/>
          </ac:spMkLst>
        </pc:spChg>
      </pc:sldChg>
      <pc:sldChg chg="modSp mod">
        <pc:chgData name="Tomáš Bratina" userId="2033f5136aa55253" providerId="LiveId" clId="{8ECA8620-7B00-4EDA-805E-0BA470DD3A9F}" dt="2025-11-13T11:02:35.483" v="24" actId="20577"/>
        <pc:sldMkLst>
          <pc:docMk/>
          <pc:sldMk cId="2603255662" sldId="317"/>
        </pc:sldMkLst>
        <pc:spChg chg="mod">
          <ac:chgData name="Tomáš Bratina" userId="2033f5136aa55253" providerId="LiveId" clId="{8ECA8620-7B00-4EDA-805E-0BA470DD3A9F}" dt="2025-11-13T11:02:35.483" v="24" actId="20577"/>
          <ac:spMkLst>
            <pc:docMk/>
            <pc:sldMk cId="2603255662" sldId="317"/>
            <ac:spMk id="2" creationId="{0CB2E559-BC29-373C-8DFD-B3B9EA970B8B}"/>
          </ac:spMkLst>
        </pc:spChg>
      </pc:sldChg>
      <pc:sldChg chg="modSp mod">
        <pc:chgData name="Tomáš Bratina" userId="2033f5136aa55253" providerId="LiveId" clId="{8ECA8620-7B00-4EDA-805E-0BA470DD3A9F}" dt="2025-11-13T11:02:37.573" v="25" actId="20577"/>
        <pc:sldMkLst>
          <pc:docMk/>
          <pc:sldMk cId="220657280" sldId="318"/>
        </pc:sldMkLst>
        <pc:spChg chg="mod">
          <ac:chgData name="Tomáš Bratina" userId="2033f5136aa55253" providerId="LiveId" clId="{8ECA8620-7B00-4EDA-805E-0BA470DD3A9F}" dt="2025-11-13T11:02:37.573" v="25" actId="20577"/>
          <ac:spMkLst>
            <pc:docMk/>
            <pc:sldMk cId="220657280" sldId="318"/>
            <ac:spMk id="2" creationId="{B4807F2E-C390-458E-08C5-0030DCF69992}"/>
          </ac:spMkLst>
        </pc:spChg>
      </pc:sldChg>
      <pc:sldChg chg="modSp mod">
        <pc:chgData name="Tomáš Bratina" userId="2033f5136aa55253" providerId="LiveId" clId="{8ECA8620-7B00-4EDA-805E-0BA470DD3A9F}" dt="2025-11-13T11:02:40.075" v="26" actId="20577"/>
        <pc:sldMkLst>
          <pc:docMk/>
          <pc:sldMk cId="4132427894" sldId="319"/>
        </pc:sldMkLst>
        <pc:spChg chg="mod">
          <ac:chgData name="Tomáš Bratina" userId="2033f5136aa55253" providerId="LiveId" clId="{8ECA8620-7B00-4EDA-805E-0BA470DD3A9F}" dt="2025-11-13T11:02:40.075" v="26" actId="20577"/>
          <ac:spMkLst>
            <pc:docMk/>
            <pc:sldMk cId="4132427894" sldId="319"/>
            <ac:spMk id="2" creationId="{F0BB0AF7-C1C9-65F3-6B93-096FB7DD8858}"/>
          </ac:spMkLst>
        </pc:spChg>
      </pc:sldChg>
      <pc:sldChg chg="modSp mod">
        <pc:chgData name="Tomáš Bratina" userId="2033f5136aa55253" providerId="LiveId" clId="{8ECA8620-7B00-4EDA-805E-0BA470DD3A9F}" dt="2025-11-13T11:02:41.800" v="27" actId="20577"/>
        <pc:sldMkLst>
          <pc:docMk/>
          <pc:sldMk cId="1633710659" sldId="320"/>
        </pc:sldMkLst>
        <pc:spChg chg="mod">
          <ac:chgData name="Tomáš Bratina" userId="2033f5136aa55253" providerId="LiveId" clId="{8ECA8620-7B00-4EDA-805E-0BA470DD3A9F}" dt="2025-11-13T11:02:41.800" v="27" actId="20577"/>
          <ac:spMkLst>
            <pc:docMk/>
            <pc:sldMk cId="1633710659" sldId="320"/>
            <ac:spMk id="2" creationId="{29879482-2E8B-3EB4-7C38-DB0752BA68CD}"/>
          </ac:spMkLst>
        </pc:spChg>
      </pc:sldChg>
      <pc:sldChg chg="modSp mod">
        <pc:chgData name="Tomáš Bratina" userId="2033f5136aa55253" providerId="LiveId" clId="{8ECA8620-7B00-4EDA-805E-0BA470DD3A9F}" dt="2025-11-13T11:02:43.336" v="28" actId="20577"/>
        <pc:sldMkLst>
          <pc:docMk/>
          <pc:sldMk cId="790049398" sldId="321"/>
        </pc:sldMkLst>
        <pc:spChg chg="mod">
          <ac:chgData name="Tomáš Bratina" userId="2033f5136aa55253" providerId="LiveId" clId="{8ECA8620-7B00-4EDA-805E-0BA470DD3A9F}" dt="2025-11-13T11:02:43.336" v="28" actId="20577"/>
          <ac:spMkLst>
            <pc:docMk/>
            <pc:sldMk cId="790049398" sldId="321"/>
            <ac:spMk id="2" creationId="{A67BC9A3-9E06-24F6-3F55-962773F0D8EA}"/>
          </ac:spMkLst>
        </pc:spChg>
      </pc:sldChg>
      <pc:sldChg chg="modSp mod">
        <pc:chgData name="Tomáš Bratina" userId="2033f5136aa55253" providerId="LiveId" clId="{8ECA8620-7B00-4EDA-805E-0BA470DD3A9F}" dt="2025-11-13T11:02:45.626" v="29" actId="20577"/>
        <pc:sldMkLst>
          <pc:docMk/>
          <pc:sldMk cId="815632171" sldId="322"/>
        </pc:sldMkLst>
        <pc:spChg chg="mod">
          <ac:chgData name="Tomáš Bratina" userId="2033f5136aa55253" providerId="LiveId" clId="{8ECA8620-7B00-4EDA-805E-0BA470DD3A9F}" dt="2025-11-13T11:02:45.626" v="29" actId="20577"/>
          <ac:spMkLst>
            <pc:docMk/>
            <pc:sldMk cId="815632171" sldId="322"/>
            <ac:spMk id="2" creationId="{3DB01811-EA6C-8FE3-2015-87FDCB211131}"/>
          </ac:spMkLst>
        </pc:spChg>
      </pc:sldChg>
      <pc:sldChg chg="modSp mod">
        <pc:chgData name="Tomáš Bratina" userId="2033f5136aa55253" providerId="LiveId" clId="{8ECA8620-7B00-4EDA-805E-0BA470DD3A9F}" dt="2025-11-13T11:02:47.280" v="30" actId="20577"/>
        <pc:sldMkLst>
          <pc:docMk/>
          <pc:sldMk cId="3011023957" sldId="323"/>
        </pc:sldMkLst>
        <pc:spChg chg="mod">
          <ac:chgData name="Tomáš Bratina" userId="2033f5136aa55253" providerId="LiveId" clId="{8ECA8620-7B00-4EDA-805E-0BA470DD3A9F}" dt="2025-11-13T11:02:47.280" v="30" actId="20577"/>
          <ac:spMkLst>
            <pc:docMk/>
            <pc:sldMk cId="3011023957" sldId="323"/>
            <ac:spMk id="2" creationId="{C01ADF7B-9833-3733-EB1B-1B8FADABAC61}"/>
          </ac:spMkLst>
        </pc:spChg>
      </pc:sldChg>
      <pc:sldChg chg="modSp mod">
        <pc:chgData name="Tomáš Bratina" userId="2033f5136aa55253" providerId="LiveId" clId="{8ECA8620-7B00-4EDA-805E-0BA470DD3A9F}" dt="2025-11-13T11:02:49.141" v="31" actId="20577"/>
        <pc:sldMkLst>
          <pc:docMk/>
          <pc:sldMk cId="4203410530" sldId="324"/>
        </pc:sldMkLst>
        <pc:spChg chg="mod">
          <ac:chgData name="Tomáš Bratina" userId="2033f5136aa55253" providerId="LiveId" clId="{8ECA8620-7B00-4EDA-805E-0BA470DD3A9F}" dt="2025-11-13T11:02:49.141" v="31" actId="20577"/>
          <ac:spMkLst>
            <pc:docMk/>
            <pc:sldMk cId="4203410530" sldId="324"/>
            <ac:spMk id="2" creationId="{D9FA2BCB-A9FD-87E9-DFA2-2010D2F8452E}"/>
          </ac:spMkLst>
        </pc:spChg>
      </pc:sldChg>
      <pc:sldChg chg="modSp mod">
        <pc:chgData name="Tomáš Bratina" userId="2033f5136aa55253" providerId="LiveId" clId="{8ECA8620-7B00-4EDA-805E-0BA470DD3A9F}" dt="2025-11-13T11:02:50.755" v="32" actId="20577"/>
        <pc:sldMkLst>
          <pc:docMk/>
          <pc:sldMk cId="3434314591" sldId="325"/>
        </pc:sldMkLst>
        <pc:spChg chg="mod">
          <ac:chgData name="Tomáš Bratina" userId="2033f5136aa55253" providerId="LiveId" clId="{8ECA8620-7B00-4EDA-805E-0BA470DD3A9F}" dt="2025-11-13T11:02:50.755" v="32" actId="20577"/>
          <ac:spMkLst>
            <pc:docMk/>
            <pc:sldMk cId="3434314591" sldId="325"/>
            <ac:spMk id="2" creationId="{3EC48301-CD4E-8368-6511-CA0464FEA4C8}"/>
          </ac:spMkLst>
        </pc:spChg>
      </pc:sldChg>
      <pc:sldChg chg="modSp mod">
        <pc:chgData name="Tomáš Bratina" userId="2033f5136aa55253" providerId="LiveId" clId="{8ECA8620-7B00-4EDA-805E-0BA470DD3A9F}" dt="2025-11-13T11:02:53.008" v="33" actId="20577"/>
        <pc:sldMkLst>
          <pc:docMk/>
          <pc:sldMk cId="1117102639" sldId="326"/>
        </pc:sldMkLst>
        <pc:spChg chg="mod">
          <ac:chgData name="Tomáš Bratina" userId="2033f5136aa55253" providerId="LiveId" clId="{8ECA8620-7B00-4EDA-805E-0BA470DD3A9F}" dt="2025-11-13T11:02:53.008" v="33" actId="20577"/>
          <ac:spMkLst>
            <pc:docMk/>
            <pc:sldMk cId="1117102639" sldId="326"/>
            <ac:spMk id="2" creationId="{F6609F82-158F-BADF-4290-BFE1012E42B1}"/>
          </ac:spMkLst>
        </pc:spChg>
      </pc:sldChg>
      <pc:sldChg chg="addSp delSp modSp add mod">
        <pc:chgData name="Tomáš Bratina" userId="2033f5136aa55253" providerId="LiveId" clId="{8ECA8620-7B00-4EDA-805E-0BA470DD3A9F}" dt="2025-11-13T10:57:29.148" v="18" actId="478"/>
        <pc:sldMkLst>
          <pc:docMk/>
          <pc:sldMk cId="2830720102" sldId="340"/>
        </pc:sldMkLst>
        <pc:graphicFrameChg chg="add del mod modGraphic">
          <ac:chgData name="Tomáš Bratina" userId="2033f5136aa55253" providerId="LiveId" clId="{8ECA8620-7B00-4EDA-805E-0BA470DD3A9F}" dt="2025-11-13T10:57:29.148" v="18" actId="478"/>
          <ac:graphicFrameMkLst>
            <pc:docMk/>
            <pc:sldMk cId="2830720102" sldId="340"/>
            <ac:graphicFrameMk id="4" creationId="{E8B54276-E668-967D-8DF7-691958A3D6BB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39055A8-6754-4F27-8010-BF142982DD03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1A4A20-9E70-4ADF-93C1-5AE4581948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9224" y="749808"/>
            <a:ext cx="10552176" cy="3557016"/>
          </a:xfrm>
        </p:spPr>
        <p:txBody>
          <a:bodyPr anchor="t">
            <a:normAutofit/>
          </a:bodyPr>
          <a:lstStyle>
            <a:lvl1pPr algn="l">
              <a:defRPr sz="8800">
                <a:solidFill>
                  <a:srgbClr val="FFFFFF"/>
                </a:solidFill>
              </a:defRPr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A1A2C5-995E-4938-A286-FF484EFA52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9224" y="4315968"/>
            <a:ext cx="10552176" cy="1280160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buNone/>
              <a:defRPr sz="2800" b="1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k-SK"/>
              <a:t>Kliknutím upravte štýl predlohy podnadpisu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B2B54-AE65-400A-9A43-C7E9A2D09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E518CBA-D8B4-47B2-892B-826C26D1B466}" type="datetimeFigureOut">
              <a:rPr lang="en-US" smtClean="0"/>
              <a:pPr/>
              <a:t>11/13/2025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77D3C2-CF25-407F-9633-CC1C7EC2C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844EC1-9618-44EF-8FF9-4E5924669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D4885A8-DDA8-4FCF-AB25-DA8F78EC755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62243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6998E-60B9-44FD-B71B-407CE234E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BC44ED-C49E-464D-A8E8-7E8FB156BB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53930F-839A-448C-B22F-17DCF8824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11/13/2025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8ED610-56DE-4381-B9BA-74E9F7029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EE3EBA-BBD3-4D2C-BA7E-BA64E8FC1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36725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lavička se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F6F91-C69F-4181-BC26-4A76210B8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1709738"/>
            <a:ext cx="10552176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05FEDC-4DA0-420D-B6D3-C1B6C890E9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9224" y="4589463"/>
            <a:ext cx="10552176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38E5B0-64AB-4211-A5E9-E7B5E382C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270793-C8A6-407E-AA39-E600C4949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3488AB-477B-4EA9-96E3-D13AA64E9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930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C2F94-5504-4796-A85A-57868A609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BC2508-96AD-4E76-BFED-4E050E3125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9224" y="2029968"/>
            <a:ext cx="5120640" cy="4142232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EE25B0-ACAA-4CEA-B676-4755C97D31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26480" y="2029968"/>
            <a:ext cx="5074920" cy="4142232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42DA81-A1B3-43E9-B10E-0177B34D4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96FC5B-4DCB-42B7-8BE0-8A0CE036E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E3E735-1BF2-4262-ABD0-F61F04BB1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4073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F4733-9B14-4F6C-BB0C-EB32FC834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5"/>
            <a:ext cx="10552176" cy="1325563"/>
          </a:xfrm>
        </p:spPr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B443C1-6678-4C0F-B744-5C06E62BC1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9224" y="1681163"/>
            <a:ext cx="51206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6D6372-56E9-420B-BE6D-5B9955C85B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9224" y="2505075"/>
            <a:ext cx="5120640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6C3E2B-9CF5-472A-92BC-C6816EE855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26480" y="1681163"/>
            <a:ext cx="507492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4062EC-1C60-4236-8875-B3E2F4C342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26480" y="2505075"/>
            <a:ext cx="5074920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127C3C-F51C-47ED-99BD-B74125C4E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6F6E0A-65A4-4643-BDC1-EC4646345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E1B013-E7D5-428A-A2F1-6D62454A3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216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062CF-3BAF-4273-B7E7-1B544D5C5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CCCCC1-9F0A-44E1-9BC9-B18193A59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47F9D3-8697-42DD-8B46-E9692676D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B5EE5B-EBFE-44D3-A4D4-B6E05C298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759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766DA6-2BD1-4292-892D-78FF9F4B7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C0BCD0-EAD3-4676-A061-3C0423C2B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774D5D-206D-48B8-B931-52EE6EF4F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0471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00B5E-9416-4B37-8EFF-E1A758A32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457200"/>
            <a:ext cx="4123944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C69B5E-1BB3-48E8-A55D-1A86E20DBC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806349-B3C6-47D6-9060-8D6177B4EF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9224" y="2057400"/>
            <a:ext cx="4123944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43B628-E225-4B0A-9A91-551E51E07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C1DFFB-41A4-44FD-B269-77207851A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6ADC0D-436E-4297-9C23-376630CB7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998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989A0-AA80-456D-A66A-A72DD6301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457200"/>
            <a:ext cx="4123944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2492AE-BE65-4A0A-9D57-77E3E220E8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sk-SK"/>
              <a:t>Kliknutím na ikonu pridáte obrázok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667B01-A270-44C5-9117-791071EB79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9224" y="2057400"/>
            <a:ext cx="4123944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9E3E1E-D8D9-4EEC-B1F8-3541F7A54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253840-0989-4C0B-912D-16F19E48A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9C1AAA-F1EA-48A2-A986-7B48C7C98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906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F8405-68CE-491F-9603-4740C5B3C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3CE1E3-3EF1-47E0-A2C6-0077690F4D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E27FC9-17CA-4FBF-993C-52F712FF1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8EBFE2-B030-4841-A572-05CA07028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ED80D-71E3-4DA4-B807-443A846F6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62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608ED9-1894-4019-B694-1D9693B9FE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k-SK"/>
              <a:t>Kliknutím upravte štýl predlohy nadpisu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F71D92-9966-4334-9C4F-DF71399320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AAB259-7DF6-4414-B377-7E6BE0060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077192-D9CC-47B3-8528-362AADD7D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2D34BD-D0BE-4F88-BBB9-4E805A3FD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807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3E30A8-0D9C-47BB-8249-8A2EEEFC7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49961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E93687-61FE-460F-A66F-4DF17994F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9224" y="1984248"/>
            <a:ext cx="10552176" cy="41970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EE1FFB-7673-4E75-9B5C-5572E2B068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013448" y="6355080"/>
            <a:ext cx="43525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fld id="{EE518CBA-D8B4-47B2-892B-826C26D1B466}" type="datetimeFigureOut">
              <a:rPr lang="en-US" smtClean="0"/>
              <a:pPr/>
              <a:t>11/13/2025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C4B9AF-F93C-43E8-8E68-3B700825CE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1168" y="6356350"/>
            <a:ext cx="48371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endParaRPr lang="en-US" sz="105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D739F7-0AE5-4677-8957-9961D67C18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65992" y="6356350"/>
            <a:ext cx="6309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fld id="{0D4885A8-DDA8-4FCF-AB25-DA8F78EC755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9840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1" kern="1200" spc="-4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400" kern="1200" spc="-20" baseline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 spc="-2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 spc="-2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 spc="-2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 spc="-2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hyperlink" Target="https://issuu.com/fagbokforlaget/docs/hverdagsnorsk_utdrag_s1-22" TargetMode="Externa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AB4FC2D-F7F9-0F23-EFE2-62F41B0D373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/>
              <a:t>Norština pro začátečníky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3A8E53EA-7845-48BE-B734-B3831985D13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sk-SK" b="0" dirty="0"/>
              <a:t>13.11.2024</a:t>
            </a:r>
          </a:p>
        </p:txBody>
      </p:sp>
    </p:spTree>
    <p:extLst>
      <p:ext uri="{BB962C8B-B14F-4D97-AF65-F5344CB8AC3E}">
        <p14:creationId xmlns:p14="http://schemas.microsoft.com/office/powerpoint/2010/main" val="111899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00303B1-E87D-77E9-5AA2-06AE62E2C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Gramatika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3E7E64F4-C3B0-9B79-AF52-498A982C01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Clr>
                <a:schemeClr val="accent1"/>
              </a:buClr>
              <a:buFont typeface="+mj-lt"/>
              <a:buAutoNum type="arabicPeriod"/>
            </a:pPr>
            <a:r>
              <a:rPr lang="cs-CZ" dirty="0"/>
              <a:t>Osobní zájmena, jejich základní a předmětné tvary</a:t>
            </a:r>
          </a:p>
          <a:p>
            <a:pPr marL="0" indent="0">
              <a:buClr>
                <a:schemeClr val="accent1"/>
              </a:buClr>
              <a:buNone/>
            </a:pP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0901197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553D1-0591-8476-2E2A-DE21BF966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BF0C929-0E79-E5F5-90C2-45F0F2E45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Gramatika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C2909858-5290-33C3-49EB-A9EEC80E58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Clr>
                <a:schemeClr val="accent1"/>
              </a:buClr>
              <a:buFont typeface="+mj-lt"/>
              <a:buAutoNum type="arabicPeriod"/>
            </a:pPr>
            <a:r>
              <a:rPr lang="cs-CZ" dirty="0"/>
              <a:t>Osobní zájmena, jejich základní a předmětné tvary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eriod"/>
            </a:pPr>
            <a:r>
              <a:rPr lang="cs-CZ" dirty="0"/>
              <a:t>Zvratná zájmena a zvratná slovesa</a:t>
            </a:r>
          </a:p>
          <a:p>
            <a:pPr marL="0" indent="0">
              <a:buClr>
                <a:schemeClr val="accent1"/>
              </a:buClr>
              <a:buNone/>
            </a:pP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8836511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4FF454-30C0-CA3C-C281-7EB0CEB78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63053CC-759A-F376-6857-985E86E72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Gramatika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6A86399A-22FE-625B-4350-3DAD4FF564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Clr>
                <a:schemeClr val="accent1"/>
              </a:buClr>
              <a:buFont typeface="+mj-lt"/>
              <a:buAutoNum type="arabicPeriod"/>
            </a:pPr>
            <a:r>
              <a:rPr lang="cs-CZ" dirty="0"/>
              <a:t>Osobní zájmena, jejich základní a předmětné tvary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eriod"/>
            </a:pPr>
            <a:r>
              <a:rPr lang="cs-CZ" dirty="0"/>
              <a:t>Zvratná zájmena a zvratná slovesa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eriod"/>
            </a:pPr>
            <a:r>
              <a:rPr lang="cs-CZ" dirty="0"/>
              <a:t>Rozdíl mezi určitým a neurčitým tvarem</a:t>
            </a:r>
          </a:p>
          <a:p>
            <a:pPr marL="0" indent="0">
              <a:buClr>
                <a:schemeClr val="accent1"/>
              </a:buClr>
              <a:buNone/>
            </a:pP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5116452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DE13FE-62D9-EF89-882E-DCEC01712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0F90526-2C43-49B0-26A2-0F9B91461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Gramatika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C10FD4E7-C895-379C-034A-506E47C920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Clr>
                <a:schemeClr val="accent1"/>
              </a:buClr>
              <a:buFont typeface="+mj-lt"/>
              <a:buAutoNum type="arabicPeriod"/>
            </a:pPr>
            <a:r>
              <a:rPr lang="cs-CZ" dirty="0"/>
              <a:t>Osobní zájmena, jejich základní a předmětné tvary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eriod"/>
            </a:pPr>
            <a:r>
              <a:rPr lang="cs-CZ" dirty="0"/>
              <a:t>Zvratná zájmena a zvratná slovesa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eriod"/>
            </a:pPr>
            <a:r>
              <a:rPr lang="cs-CZ" dirty="0"/>
              <a:t>Rozdíl mezi určitým a neurčitým tvarem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eriod"/>
            </a:pPr>
            <a:r>
              <a:rPr lang="cs-CZ" dirty="0"/>
              <a:t>Přítomný čas</a:t>
            </a:r>
          </a:p>
          <a:p>
            <a:pPr marL="0" indent="0">
              <a:buClr>
                <a:schemeClr val="accent1"/>
              </a:buClr>
              <a:buNone/>
            </a:pP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4002835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E883D-EACB-3E30-072F-EDEAD43C0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3BC61DE-6DDD-0CBF-92A5-FDC98B2B3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Gramatika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DA9C302B-62F8-3D5C-EE0E-E04D8E6814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Clr>
                <a:schemeClr val="accent1"/>
              </a:buClr>
              <a:buFont typeface="+mj-lt"/>
              <a:buAutoNum type="arabicPeriod"/>
            </a:pPr>
            <a:r>
              <a:rPr lang="cs-CZ" dirty="0"/>
              <a:t>Osobní zájmena, jejich základní a předmětné tvary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eriod"/>
            </a:pPr>
            <a:r>
              <a:rPr lang="cs-CZ" dirty="0"/>
              <a:t>Zvratná zájmena a zvratná slovesa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eriod"/>
            </a:pPr>
            <a:r>
              <a:rPr lang="cs-CZ" dirty="0"/>
              <a:t>Rozdíl mezi určitým a neurčitým tvarem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eriod"/>
            </a:pPr>
            <a:r>
              <a:rPr lang="cs-CZ" dirty="0"/>
              <a:t>Přítomný čas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eriod"/>
            </a:pPr>
            <a:r>
              <a:rPr lang="cs-CZ" dirty="0"/>
              <a:t>Modální slovesa</a:t>
            </a:r>
          </a:p>
          <a:p>
            <a:pPr marL="0" indent="0">
              <a:buClr>
                <a:schemeClr val="accent1"/>
              </a:buClr>
              <a:buNone/>
            </a:pP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8133979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B371EF-5C1E-F220-49FE-0D7A6D167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C14461B-0220-A334-D901-D445CAF1A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Gramatika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58CDDF22-1378-6396-C89C-BB5953A3DE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Clr>
                <a:schemeClr val="accent1"/>
              </a:buClr>
              <a:buFont typeface="+mj-lt"/>
              <a:buAutoNum type="arabicPeriod"/>
            </a:pPr>
            <a:r>
              <a:rPr lang="cs-CZ" dirty="0"/>
              <a:t>Osobní zájmena, jejich základní a předmětné tvary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eriod"/>
            </a:pPr>
            <a:r>
              <a:rPr lang="cs-CZ" dirty="0"/>
              <a:t>Zvratná zájmena a zvratná slovesa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eriod"/>
            </a:pPr>
            <a:r>
              <a:rPr lang="cs-CZ" dirty="0"/>
              <a:t>Rozdíl mezi určitým a neurčitým tvarem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eriod"/>
            </a:pPr>
            <a:r>
              <a:rPr lang="cs-CZ" dirty="0"/>
              <a:t>Přítomný čas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eriod"/>
            </a:pPr>
            <a:r>
              <a:rPr lang="cs-CZ" dirty="0"/>
              <a:t>Modální slovesa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eriod"/>
            </a:pPr>
            <a:r>
              <a:rPr lang="cs-CZ" dirty="0"/>
              <a:t>Slovosled v jednoduchých oznamovacích větách a otázkách</a:t>
            </a:r>
          </a:p>
          <a:p>
            <a:pPr marL="0" indent="0">
              <a:buClr>
                <a:schemeClr val="accent1"/>
              </a:buClr>
              <a:buNone/>
            </a:pP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7792458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B43B6C-071C-150F-410C-2873797C8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8A5DFE1-7784-F490-DCC1-653C352F6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Gramatika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F484A05F-DAC5-6230-0327-A956F23C91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Clr>
                <a:schemeClr val="accent1"/>
              </a:buClr>
              <a:buFont typeface="+mj-lt"/>
              <a:buAutoNum type="arabicPeriod"/>
            </a:pPr>
            <a:r>
              <a:rPr lang="cs-CZ" dirty="0"/>
              <a:t>Osobní zájmena, jejich základní a předmětné tvary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eriod"/>
            </a:pPr>
            <a:r>
              <a:rPr lang="cs-CZ" dirty="0"/>
              <a:t>Zvratná zájmena a zvratná slovesa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eriod"/>
            </a:pPr>
            <a:r>
              <a:rPr lang="cs-CZ" dirty="0"/>
              <a:t>Rozdíl mezi určitým a neurčitým tvarem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eriod"/>
            </a:pPr>
            <a:r>
              <a:rPr lang="cs-CZ" dirty="0"/>
              <a:t>Přítomný čas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eriod"/>
            </a:pPr>
            <a:r>
              <a:rPr lang="cs-CZ" dirty="0"/>
              <a:t>Modální slovesa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eriod"/>
            </a:pPr>
            <a:r>
              <a:rPr lang="cs-CZ" dirty="0"/>
              <a:t>Slovosled v jednoduchých oznamovacích větách a otázkách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eriod"/>
            </a:pPr>
            <a:r>
              <a:rPr lang="cs-CZ" dirty="0"/>
              <a:t>Krátké odpovědi</a:t>
            </a:r>
          </a:p>
          <a:p>
            <a:pPr marL="0" indent="0">
              <a:buClr>
                <a:schemeClr val="accent1"/>
              </a:buClr>
              <a:buNone/>
            </a:pP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4211482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DE40A6-590F-72E7-41B2-8A1F96180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BC49ABC-3ACD-4D05-DB39-3CE745086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Gramatika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3876A8E7-EAB0-9EEB-DD1A-DA08EF4CD9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457200" indent="-457200">
              <a:buClr>
                <a:schemeClr val="accent1"/>
              </a:buClr>
              <a:buFont typeface="+mj-lt"/>
              <a:buAutoNum type="arabicPeriod"/>
            </a:pPr>
            <a:r>
              <a:rPr lang="cs-CZ" dirty="0"/>
              <a:t>Osobní zájmena, jejich základní a předmětné tvary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eriod"/>
            </a:pPr>
            <a:r>
              <a:rPr lang="cs-CZ" dirty="0"/>
              <a:t>Zvratná zájmena a zvratná slovesa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eriod"/>
            </a:pPr>
            <a:r>
              <a:rPr lang="cs-CZ" dirty="0"/>
              <a:t>Rozdíl mezi určitým a neurčitým tvarem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eriod"/>
            </a:pPr>
            <a:r>
              <a:rPr lang="cs-CZ" dirty="0"/>
              <a:t>Přítomný čas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eriod"/>
            </a:pPr>
            <a:r>
              <a:rPr lang="cs-CZ" dirty="0"/>
              <a:t>Modální slovesa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eriod"/>
            </a:pPr>
            <a:r>
              <a:rPr lang="cs-CZ" dirty="0"/>
              <a:t>Slovosled v jednoduchých oznamovacích větách a otázkách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eriod"/>
            </a:pPr>
            <a:r>
              <a:rPr lang="cs-CZ" dirty="0"/>
              <a:t>Krátké odpovědi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eriod"/>
            </a:pPr>
            <a:r>
              <a:rPr lang="cs-CZ" dirty="0"/>
              <a:t>Negace</a:t>
            </a:r>
          </a:p>
          <a:p>
            <a:pPr marL="0" indent="0">
              <a:buClr>
                <a:schemeClr val="accent1"/>
              </a:buClr>
              <a:buNone/>
            </a:pP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5197640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BD3630-DBD7-96A5-0E9F-B7C629EBE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FE2AA34-D492-527C-520A-96F8AC95E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Gramatika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47003CC6-1F51-F8F0-DE19-0957D15964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457200" indent="-457200">
              <a:buClr>
                <a:schemeClr val="accent1"/>
              </a:buClr>
              <a:buFont typeface="+mj-lt"/>
              <a:buAutoNum type="arabicPeriod"/>
            </a:pPr>
            <a:r>
              <a:rPr lang="cs-CZ" dirty="0"/>
              <a:t>Osobní zájmena, jejich základní a předmětné tvary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eriod"/>
            </a:pPr>
            <a:r>
              <a:rPr lang="cs-CZ" dirty="0"/>
              <a:t>Zvratná zájmena a zvratná slovesa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eriod"/>
            </a:pPr>
            <a:r>
              <a:rPr lang="cs-CZ" dirty="0"/>
              <a:t>Rozdíl mezi určitým a neurčitým tvarem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eriod"/>
            </a:pPr>
            <a:r>
              <a:rPr lang="cs-CZ" dirty="0"/>
              <a:t>Přítomný čas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eriod"/>
            </a:pPr>
            <a:r>
              <a:rPr lang="cs-CZ" dirty="0"/>
              <a:t>Modální slovesa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eriod"/>
            </a:pPr>
            <a:r>
              <a:rPr lang="cs-CZ" dirty="0"/>
              <a:t>Slovosled v jednoduchých oznamovacích větách a otázkách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eriod"/>
            </a:pPr>
            <a:r>
              <a:rPr lang="cs-CZ" dirty="0"/>
              <a:t>Krátké odpovědi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eriod"/>
            </a:pPr>
            <a:r>
              <a:rPr lang="cs-CZ" dirty="0"/>
              <a:t>Negace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eriod"/>
            </a:pPr>
            <a:r>
              <a:rPr lang="cs-CZ" dirty="0"/>
              <a:t>Rozkazovací způsob</a:t>
            </a:r>
          </a:p>
          <a:p>
            <a:pPr marL="0" indent="0">
              <a:buClr>
                <a:schemeClr val="accent1"/>
              </a:buClr>
              <a:buNone/>
            </a:pP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5366753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FFBF8-F994-BC3B-65B1-7ECCB4949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A98889B-4EFC-7B38-330F-92BA2BA87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Gramatika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FEE6AF37-4BD4-72B1-806A-5FCB1A11DA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Clr>
                <a:schemeClr val="accent1"/>
              </a:buClr>
              <a:buFont typeface="+mj-lt"/>
              <a:buAutoNum type="arabicPeriod" startAt="10"/>
            </a:pPr>
            <a:r>
              <a:rPr lang="cs-CZ" dirty="0"/>
              <a:t>Množné číslo substantiv</a:t>
            </a:r>
          </a:p>
          <a:p>
            <a:pPr marL="0" indent="0">
              <a:buClr>
                <a:schemeClr val="accent1"/>
              </a:buClr>
              <a:buNone/>
            </a:pP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7673600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231F04-5FF0-55F0-86D5-91CFD1A4F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04F4172-A8E9-1722-7886-9C540300E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Cvičení 1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D47DAC77-4B80-74F4-60FC-FA2DC09C41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cs-CZ" dirty="0"/>
              <a:t>Vytvořte plurálové tvary (neurčit</a:t>
            </a:r>
            <a:r>
              <a:rPr lang="sk-SK" dirty="0"/>
              <a:t>ý</a:t>
            </a:r>
            <a:r>
              <a:rPr lang="cs-CZ" dirty="0"/>
              <a:t> i určitý tvar).</a:t>
            </a:r>
          </a:p>
          <a:p>
            <a:pPr marL="0" indent="0">
              <a:buNone/>
            </a:pPr>
            <a:endParaRPr lang="cs-CZ" dirty="0"/>
          </a:p>
          <a:p>
            <a:pPr marL="457200" indent="-457200">
              <a:buClr>
                <a:schemeClr val="accent1"/>
              </a:buClr>
              <a:buFont typeface="+mj-lt"/>
              <a:buAutoNum type="alphaLcParenR"/>
            </a:pPr>
            <a:r>
              <a:rPr lang="nb-NO" dirty="0"/>
              <a:t>en buss</a:t>
            </a:r>
            <a:endParaRPr lang="sk-SK" dirty="0"/>
          </a:p>
          <a:p>
            <a:pPr marL="457200" indent="-457200">
              <a:buClr>
                <a:schemeClr val="accent1"/>
              </a:buClr>
              <a:buFont typeface="+mj-lt"/>
              <a:buAutoNum type="alphaLcParenR"/>
            </a:pPr>
            <a:r>
              <a:rPr lang="nb-NO" dirty="0"/>
              <a:t>en by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lphaLcParenR"/>
            </a:pPr>
            <a:r>
              <a:rPr lang="nb-NO" dirty="0"/>
              <a:t>en kino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lphaLcParenR"/>
            </a:pPr>
            <a:r>
              <a:rPr lang="nb-NO" dirty="0"/>
              <a:t>ei kirke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lphaLcParenR"/>
            </a:pPr>
            <a:r>
              <a:rPr lang="nb-NO" dirty="0"/>
              <a:t>et kurs</a:t>
            </a:r>
          </a:p>
        </p:txBody>
      </p:sp>
    </p:spTree>
    <p:extLst>
      <p:ext uri="{BB962C8B-B14F-4D97-AF65-F5344CB8AC3E}">
        <p14:creationId xmlns:p14="http://schemas.microsoft.com/office/powerpoint/2010/main" val="28307201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13AA91-D3B0-16D9-1837-42F2AD870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A00DD98-3127-BBD8-92B2-4DEAA1C39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Cvičení 1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522AD9F6-DCA8-F61E-2F76-538533469B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cs-CZ" dirty="0"/>
              <a:t>Vytvořte plurálové tvary (neurčit</a:t>
            </a:r>
            <a:r>
              <a:rPr lang="sk-SK" dirty="0"/>
              <a:t>ý</a:t>
            </a:r>
            <a:r>
              <a:rPr lang="cs-CZ" dirty="0"/>
              <a:t> i určitý tvar).</a:t>
            </a:r>
          </a:p>
          <a:p>
            <a:pPr marL="0" indent="0">
              <a:buNone/>
            </a:pPr>
            <a:endParaRPr lang="cs-CZ" dirty="0"/>
          </a:p>
          <a:p>
            <a:pPr marL="457200" indent="-457200">
              <a:buClr>
                <a:schemeClr val="accent1"/>
              </a:buClr>
              <a:buFont typeface="+mj-lt"/>
              <a:buAutoNum type="alphaLcParenR"/>
            </a:pPr>
            <a:r>
              <a:rPr lang="nb-NO" dirty="0"/>
              <a:t>en buss – </a:t>
            </a:r>
            <a:r>
              <a:rPr lang="nb-NO" b="1" dirty="0"/>
              <a:t>buss</a:t>
            </a:r>
            <a:r>
              <a:rPr lang="nb-NO" b="1" dirty="0">
                <a:solidFill>
                  <a:schemeClr val="accent1"/>
                </a:solidFill>
              </a:rPr>
              <a:t>er</a:t>
            </a:r>
            <a:r>
              <a:rPr lang="nb-NO" b="1" dirty="0"/>
              <a:t> </a:t>
            </a:r>
            <a:r>
              <a:rPr lang="nb-NO" dirty="0"/>
              <a:t>– </a:t>
            </a:r>
            <a:r>
              <a:rPr lang="nb-NO" b="1" dirty="0"/>
              <a:t>buss</a:t>
            </a:r>
            <a:r>
              <a:rPr lang="nb-NO" b="1" dirty="0">
                <a:solidFill>
                  <a:schemeClr val="accent1"/>
                </a:solidFill>
              </a:rPr>
              <a:t>ene</a:t>
            </a:r>
            <a:endParaRPr lang="sk-SK" dirty="0">
              <a:solidFill>
                <a:schemeClr val="accent1"/>
              </a:solidFill>
            </a:endParaRPr>
          </a:p>
          <a:p>
            <a:pPr marL="457200" indent="-457200">
              <a:buClr>
                <a:schemeClr val="accent1"/>
              </a:buClr>
              <a:buFont typeface="+mj-lt"/>
              <a:buAutoNum type="alphaLcParenR"/>
            </a:pPr>
            <a:r>
              <a:rPr lang="nb-NO" dirty="0"/>
              <a:t>en by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lphaLcParenR"/>
            </a:pPr>
            <a:r>
              <a:rPr lang="nb-NO" dirty="0"/>
              <a:t>en kino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lphaLcParenR"/>
            </a:pPr>
            <a:r>
              <a:rPr lang="nb-NO" dirty="0"/>
              <a:t>ei kirke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lphaLcParenR"/>
            </a:pPr>
            <a:r>
              <a:rPr lang="nb-NO" dirty="0"/>
              <a:t>et kurs</a:t>
            </a:r>
          </a:p>
        </p:txBody>
      </p:sp>
    </p:spTree>
    <p:extLst>
      <p:ext uri="{BB962C8B-B14F-4D97-AF65-F5344CB8AC3E}">
        <p14:creationId xmlns:p14="http://schemas.microsoft.com/office/powerpoint/2010/main" val="36854925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46B58-543E-13BC-B79D-694C63040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1C92C90-9AA6-4853-9F69-415F12ADC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Cvičení 1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39B28A63-21A9-1B06-0D65-4922C73FDC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cs-CZ" dirty="0"/>
              <a:t>Vytvořte plurálové tvary (neurčit</a:t>
            </a:r>
            <a:r>
              <a:rPr lang="sk-SK" dirty="0"/>
              <a:t>ý</a:t>
            </a:r>
            <a:r>
              <a:rPr lang="cs-CZ" dirty="0"/>
              <a:t> i určitý tvar).</a:t>
            </a:r>
          </a:p>
          <a:p>
            <a:pPr marL="0" indent="0">
              <a:buNone/>
            </a:pPr>
            <a:endParaRPr lang="cs-CZ" dirty="0"/>
          </a:p>
          <a:p>
            <a:pPr marL="457200" indent="-457200">
              <a:buClr>
                <a:schemeClr val="accent1"/>
              </a:buClr>
              <a:buFont typeface="+mj-lt"/>
              <a:buAutoNum type="alphaLcParenR"/>
            </a:pPr>
            <a:r>
              <a:rPr lang="nb-NO" dirty="0"/>
              <a:t>en buss – </a:t>
            </a:r>
            <a:r>
              <a:rPr lang="nb-NO" b="1" dirty="0"/>
              <a:t>buss</a:t>
            </a:r>
            <a:r>
              <a:rPr lang="nb-NO" b="1" dirty="0">
                <a:solidFill>
                  <a:schemeClr val="accent1"/>
                </a:solidFill>
              </a:rPr>
              <a:t>er</a:t>
            </a:r>
            <a:r>
              <a:rPr lang="nb-NO" b="1" dirty="0"/>
              <a:t> </a:t>
            </a:r>
            <a:r>
              <a:rPr lang="nb-NO" dirty="0"/>
              <a:t>– </a:t>
            </a:r>
            <a:r>
              <a:rPr lang="nb-NO" b="1" dirty="0"/>
              <a:t>buss</a:t>
            </a:r>
            <a:r>
              <a:rPr lang="nb-NO" b="1" dirty="0">
                <a:solidFill>
                  <a:schemeClr val="accent1"/>
                </a:solidFill>
              </a:rPr>
              <a:t>ene</a:t>
            </a:r>
            <a:endParaRPr lang="sk-SK" dirty="0">
              <a:solidFill>
                <a:schemeClr val="accent1"/>
              </a:solidFill>
            </a:endParaRPr>
          </a:p>
          <a:p>
            <a:pPr marL="457200" indent="-457200">
              <a:buClr>
                <a:schemeClr val="accent1"/>
              </a:buClr>
              <a:buFont typeface="+mj-lt"/>
              <a:buAutoNum type="alphaLcParenR"/>
            </a:pPr>
            <a:r>
              <a:rPr lang="nb-NO" dirty="0"/>
              <a:t>en by – </a:t>
            </a:r>
            <a:r>
              <a:rPr lang="nb-NO" b="1" dirty="0"/>
              <a:t>by</a:t>
            </a:r>
            <a:r>
              <a:rPr lang="nb-NO" b="1" dirty="0">
                <a:solidFill>
                  <a:schemeClr val="accent1"/>
                </a:solidFill>
              </a:rPr>
              <a:t>er</a:t>
            </a:r>
            <a:r>
              <a:rPr lang="nb-NO" b="1" dirty="0"/>
              <a:t> </a:t>
            </a:r>
            <a:r>
              <a:rPr lang="nb-NO" dirty="0"/>
              <a:t>– </a:t>
            </a:r>
            <a:r>
              <a:rPr lang="nb-NO" b="1" dirty="0"/>
              <a:t>by</a:t>
            </a:r>
            <a:r>
              <a:rPr lang="nb-NO" b="1" dirty="0">
                <a:solidFill>
                  <a:schemeClr val="accent1"/>
                </a:solidFill>
              </a:rPr>
              <a:t>ene</a:t>
            </a:r>
            <a:endParaRPr lang="nb-NO" dirty="0">
              <a:solidFill>
                <a:schemeClr val="accent1"/>
              </a:solidFill>
            </a:endParaRPr>
          </a:p>
          <a:p>
            <a:pPr marL="457200" indent="-457200">
              <a:buClr>
                <a:schemeClr val="accent1"/>
              </a:buClr>
              <a:buFont typeface="+mj-lt"/>
              <a:buAutoNum type="alphaLcParenR"/>
            </a:pPr>
            <a:r>
              <a:rPr lang="nb-NO" dirty="0"/>
              <a:t>en kino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lphaLcParenR"/>
            </a:pPr>
            <a:r>
              <a:rPr lang="nb-NO" dirty="0"/>
              <a:t>ei kirke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lphaLcParenR"/>
            </a:pPr>
            <a:r>
              <a:rPr lang="nb-NO" dirty="0"/>
              <a:t>et kurs</a:t>
            </a:r>
          </a:p>
        </p:txBody>
      </p:sp>
    </p:spTree>
    <p:extLst>
      <p:ext uri="{BB962C8B-B14F-4D97-AF65-F5344CB8AC3E}">
        <p14:creationId xmlns:p14="http://schemas.microsoft.com/office/powerpoint/2010/main" val="20641045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01E981-13B4-C061-FACA-52A664C62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7A3B85F-7953-859E-78D4-4B2CF12E6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Cvičení 1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BA34D803-5F86-D544-73BF-DF785EA80D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cs-CZ" dirty="0"/>
              <a:t>Vytvořte plurálové tvary (neurčit</a:t>
            </a:r>
            <a:r>
              <a:rPr lang="sk-SK" dirty="0"/>
              <a:t>ý</a:t>
            </a:r>
            <a:r>
              <a:rPr lang="cs-CZ" dirty="0"/>
              <a:t> i určitý tvar).</a:t>
            </a:r>
          </a:p>
          <a:p>
            <a:pPr marL="0" indent="0">
              <a:buNone/>
            </a:pPr>
            <a:endParaRPr lang="cs-CZ" dirty="0"/>
          </a:p>
          <a:p>
            <a:pPr marL="457200" indent="-457200">
              <a:buClr>
                <a:schemeClr val="accent1"/>
              </a:buClr>
              <a:buFont typeface="+mj-lt"/>
              <a:buAutoNum type="alphaLcParenR"/>
            </a:pPr>
            <a:r>
              <a:rPr lang="nb-NO" dirty="0"/>
              <a:t>en buss – </a:t>
            </a:r>
            <a:r>
              <a:rPr lang="nb-NO" b="1" dirty="0"/>
              <a:t>buss</a:t>
            </a:r>
            <a:r>
              <a:rPr lang="nb-NO" b="1" dirty="0">
                <a:solidFill>
                  <a:schemeClr val="accent1"/>
                </a:solidFill>
              </a:rPr>
              <a:t>er</a:t>
            </a:r>
            <a:r>
              <a:rPr lang="nb-NO" b="1" dirty="0"/>
              <a:t> </a:t>
            </a:r>
            <a:r>
              <a:rPr lang="nb-NO" dirty="0"/>
              <a:t>– </a:t>
            </a:r>
            <a:r>
              <a:rPr lang="nb-NO" b="1" dirty="0"/>
              <a:t>buss</a:t>
            </a:r>
            <a:r>
              <a:rPr lang="nb-NO" b="1" dirty="0">
                <a:solidFill>
                  <a:schemeClr val="accent1"/>
                </a:solidFill>
              </a:rPr>
              <a:t>ene</a:t>
            </a:r>
            <a:endParaRPr lang="sk-SK" dirty="0">
              <a:solidFill>
                <a:schemeClr val="accent1"/>
              </a:solidFill>
            </a:endParaRPr>
          </a:p>
          <a:p>
            <a:pPr marL="457200" indent="-457200">
              <a:buClr>
                <a:schemeClr val="accent1"/>
              </a:buClr>
              <a:buFont typeface="+mj-lt"/>
              <a:buAutoNum type="alphaLcParenR"/>
            </a:pPr>
            <a:r>
              <a:rPr lang="nb-NO" dirty="0"/>
              <a:t>en by – </a:t>
            </a:r>
            <a:r>
              <a:rPr lang="nb-NO" b="1" dirty="0"/>
              <a:t>by</a:t>
            </a:r>
            <a:r>
              <a:rPr lang="nb-NO" b="1" dirty="0">
                <a:solidFill>
                  <a:schemeClr val="accent1"/>
                </a:solidFill>
              </a:rPr>
              <a:t>er</a:t>
            </a:r>
            <a:r>
              <a:rPr lang="nb-NO" b="1" dirty="0"/>
              <a:t> </a:t>
            </a:r>
            <a:r>
              <a:rPr lang="nb-NO" dirty="0"/>
              <a:t>– </a:t>
            </a:r>
            <a:r>
              <a:rPr lang="nb-NO" b="1" dirty="0"/>
              <a:t>by</a:t>
            </a:r>
            <a:r>
              <a:rPr lang="nb-NO" b="1" dirty="0">
                <a:solidFill>
                  <a:schemeClr val="accent1"/>
                </a:solidFill>
              </a:rPr>
              <a:t>ene</a:t>
            </a:r>
            <a:endParaRPr lang="nb-NO" dirty="0">
              <a:solidFill>
                <a:schemeClr val="accent1"/>
              </a:solidFill>
            </a:endParaRPr>
          </a:p>
          <a:p>
            <a:pPr marL="457200" indent="-457200">
              <a:buClr>
                <a:schemeClr val="accent1"/>
              </a:buClr>
              <a:buFont typeface="+mj-lt"/>
              <a:buAutoNum type="alphaLcParenR"/>
            </a:pPr>
            <a:r>
              <a:rPr lang="nb-NO" dirty="0"/>
              <a:t>en kino – </a:t>
            </a:r>
            <a:r>
              <a:rPr lang="nb-NO" b="1" dirty="0"/>
              <a:t>kino</a:t>
            </a:r>
            <a:r>
              <a:rPr lang="nb-NO" b="1" dirty="0">
                <a:solidFill>
                  <a:schemeClr val="accent1"/>
                </a:solidFill>
              </a:rPr>
              <a:t>er</a:t>
            </a:r>
            <a:r>
              <a:rPr lang="nb-NO" dirty="0"/>
              <a:t> – </a:t>
            </a:r>
            <a:r>
              <a:rPr lang="nb-NO" b="1" dirty="0"/>
              <a:t>kino</a:t>
            </a:r>
            <a:r>
              <a:rPr lang="nb-NO" b="1" dirty="0">
                <a:solidFill>
                  <a:schemeClr val="accent1"/>
                </a:solidFill>
              </a:rPr>
              <a:t>ene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lphaLcParenR"/>
            </a:pPr>
            <a:r>
              <a:rPr lang="nb-NO" dirty="0"/>
              <a:t>ei kirke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lphaLcParenR"/>
            </a:pPr>
            <a:r>
              <a:rPr lang="nb-NO" dirty="0"/>
              <a:t>et kurs</a:t>
            </a:r>
          </a:p>
        </p:txBody>
      </p:sp>
    </p:spTree>
    <p:extLst>
      <p:ext uri="{BB962C8B-B14F-4D97-AF65-F5344CB8AC3E}">
        <p14:creationId xmlns:p14="http://schemas.microsoft.com/office/powerpoint/2010/main" val="26614452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D4727-8119-F8C0-D423-932BC3A13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921CAB0-56AA-30AB-5A42-E4248D882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Cvičení 1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8B529CFA-E1C3-E6F1-C463-0E145440CD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cs-CZ" dirty="0"/>
              <a:t>Vytvořte plurálové tvary (neurčit</a:t>
            </a:r>
            <a:r>
              <a:rPr lang="sk-SK" dirty="0"/>
              <a:t>ý</a:t>
            </a:r>
            <a:r>
              <a:rPr lang="cs-CZ" dirty="0"/>
              <a:t> i určitý tvar).</a:t>
            </a:r>
          </a:p>
          <a:p>
            <a:pPr marL="0" indent="0">
              <a:buNone/>
            </a:pPr>
            <a:endParaRPr lang="cs-CZ" dirty="0"/>
          </a:p>
          <a:p>
            <a:pPr marL="457200" indent="-457200">
              <a:buClr>
                <a:schemeClr val="accent1"/>
              </a:buClr>
              <a:buFont typeface="+mj-lt"/>
              <a:buAutoNum type="alphaLcParenR"/>
            </a:pPr>
            <a:r>
              <a:rPr lang="nb-NO" dirty="0"/>
              <a:t>en buss – </a:t>
            </a:r>
            <a:r>
              <a:rPr lang="nb-NO" b="1" dirty="0"/>
              <a:t>buss</a:t>
            </a:r>
            <a:r>
              <a:rPr lang="nb-NO" b="1" dirty="0">
                <a:solidFill>
                  <a:schemeClr val="accent1"/>
                </a:solidFill>
              </a:rPr>
              <a:t>er</a:t>
            </a:r>
            <a:r>
              <a:rPr lang="nb-NO" b="1" dirty="0"/>
              <a:t> </a:t>
            </a:r>
            <a:r>
              <a:rPr lang="nb-NO" dirty="0"/>
              <a:t>– </a:t>
            </a:r>
            <a:r>
              <a:rPr lang="nb-NO" b="1" dirty="0"/>
              <a:t>buss</a:t>
            </a:r>
            <a:r>
              <a:rPr lang="nb-NO" b="1" dirty="0">
                <a:solidFill>
                  <a:schemeClr val="accent1"/>
                </a:solidFill>
              </a:rPr>
              <a:t>ene</a:t>
            </a:r>
            <a:endParaRPr lang="sk-SK" dirty="0">
              <a:solidFill>
                <a:schemeClr val="accent1"/>
              </a:solidFill>
            </a:endParaRPr>
          </a:p>
          <a:p>
            <a:pPr marL="457200" indent="-457200">
              <a:buClr>
                <a:schemeClr val="accent1"/>
              </a:buClr>
              <a:buFont typeface="+mj-lt"/>
              <a:buAutoNum type="alphaLcParenR"/>
            </a:pPr>
            <a:r>
              <a:rPr lang="nb-NO" dirty="0"/>
              <a:t>en by – </a:t>
            </a:r>
            <a:r>
              <a:rPr lang="nb-NO" b="1" dirty="0"/>
              <a:t>by</a:t>
            </a:r>
            <a:r>
              <a:rPr lang="nb-NO" b="1" dirty="0">
                <a:solidFill>
                  <a:schemeClr val="accent1"/>
                </a:solidFill>
              </a:rPr>
              <a:t>er</a:t>
            </a:r>
            <a:r>
              <a:rPr lang="nb-NO" b="1" dirty="0"/>
              <a:t> </a:t>
            </a:r>
            <a:r>
              <a:rPr lang="nb-NO" dirty="0"/>
              <a:t>– </a:t>
            </a:r>
            <a:r>
              <a:rPr lang="nb-NO" b="1" dirty="0"/>
              <a:t>by</a:t>
            </a:r>
            <a:r>
              <a:rPr lang="nb-NO" b="1" dirty="0">
                <a:solidFill>
                  <a:schemeClr val="accent1"/>
                </a:solidFill>
              </a:rPr>
              <a:t>ene</a:t>
            </a:r>
            <a:endParaRPr lang="nb-NO" dirty="0">
              <a:solidFill>
                <a:schemeClr val="accent1"/>
              </a:solidFill>
            </a:endParaRPr>
          </a:p>
          <a:p>
            <a:pPr marL="457200" indent="-457200">
              <a:buClr>
                <a:schemeClr val="accent1"/>
              </a:buClr>
              <a:buFont typeface="+mj-lt"/>
              <a:buAutoNum type="alphaLcParenR"/>
            </a:pPr>
            <a:r>
              <a:rPr lang="nb-NO" dirty="0"/>
              <a:t>en kino – </a:t>
            </a:r>
            <a:r>
              <a:rPr lang="nb-NO" b="1" dirty="0"/>
              <a:t>kino</a:t>
            </a:r>
            <a:r>
              <a:rPr lang="nb-NO" b="1" dirty="0">
                <a:solidFill>
                  <a:schemeClr val="accent1"/>
                </a:solidFill>
              </a:rPr>
              <a:t>er</a:t>
            </a:r>
            <a:r>
              <a:rPr lang="nb-NO" dirty="0"/>
              <a:t> – </a:t>
            </a:r>
            <a:r>
              <a:rPr lang="nb-NO" b="1" dirty="0"/>
              <a:t>kino</a:t>
            </a:r>
            <a:r>
              <a:rPr lang="nb-NO" b="1" dirty="0">
                <a:solidFill>
                  <a:schemeClr val="accent1"/>
                </a:solidFill>
              </a:rPr>
              <a:t>ene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lphaLcParenR"/>
            </a:pPr>
            <a:r>
              <a:rPr lang="nb-NO" dirty="0"/>
              <a:t>ei kirke – </a:t>
            </a:r>
            <a:r>
              <a:rPr lang="nb-NO" b="1" dirty="0"/>
              <a:t>kirk</a:t>
            </a:r>
            <a:r>
              <a:rPr lang="nb-NO" b="1" dirty="0">
                <a:solidFill>
                  <a:schemeClr val="accent1"/>
                </a:solidFill>
              </a:rPr>
              <a:t>er</a:t>
            </a:r>
            <a:r>
              <a:rPr lang="nb-NO" dirty="0"/>
              <a:t> – </a:t>
            </a:r>
            <a:r>
              <a:rPr lang="nb-NO" b="1" dirty="0"/>
              <a:t>kirk</a:t>
            </a:r>
            <a:r>
              <a:rPr lang="nb-NO" b="1" dirty="0">
                <a:solidFill>
                  <a:schemeClr val="accent1"/>
                </a:solidFill>
              </a:rPr>
              <a:t>ene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lphaLcParenR"/>
            </a:pPr>
            <a:r>
              <a:rPr lang="nb-NO" dirty="0"/>
              <a:t>et kurs</a:t>
            </a:r>
          </a:p>
        </p:txBody>
      </p:sp>
    </p:spTree>
    <p:extLst>
      <p:ext uri="{BB962C8B-B14F-4D97-AF65-F5344CB8AC3E}">
        <p14:creationId xmlns:p14="http://schemas.microsoft.com/office/powerpoint/2010/main" val="25641979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E1245A-D329-95DE-832A-A8A68A55F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24FEE6B-43C7-E1BC-EBF9-6BDE7652F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Cvičení 1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68FB4323-08D7-693A-5981-9E756F5512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cs-CZ" dirty="0"/>
              <a:t>Vytvořte plurálové tvary (neurčit</a:t>
            </a:r>
            <a:r>
              <a:rPr lang="sk-SK" dirty="0"/>
              <a:t>ý</a:t>
            </a:r>
            <a:r>
              <a:rPr lang="cs-CZ" dirty="0"/>
              <a:t> i určitý tvar).</a:t>
            </a:r>
          </a:p>
          <a:p>
            <a:pPr marL="0" indent="0">
              <a:buNone/>
            </a:pPr>
            <a:endParaRPr lang="cs-CZ" dirty="0"/>
          </a:p>
          <a:p>
            <a:pPr marL="457200" indent="-457200">
              <a:buClr>
                <a:schemeClr val="accent1"/>
              </a:buClr>
              <a:buFont typeface="+mj-lt"/>
              <a:buAutoNum type="alphaLcParenR"/>
            </a:pPr>
            <a:r>
              <a:rPr lang="nb-NO" dirty="0"/>
              <a:t>en buss – </a:t>
            </a:r>
            <a:r>
              <a:rPr lang="nb-NO" b="1" dirty="0"/>
              <a:t>buss</a:t>
            </a:r>
            <a:r>
              <a:rPr lang="nb-NO" b="1" dirty="0">
                <a:solidFill>
                  <a:schemeClr val="accent1"/>
                </a:solidFill>
              </a:rPr>
              <a:t>er</a:t>
            </a:r>
            <a:r>
              <a:rPr lang="nb-NO" b="1" dirty="0"/>
              <a:t> </a:t>
            </a:r>
            <a:r>
              <a:rPr lang="nb-NO" dirty="0"/>
              <a:t>– </a:t>
            </a:r>
            <a:r>
              <a:rPr lang="nb-NO" b="1" dirty="0"/>
              <a:t>buss</a:t>
            </a:r>
            <a:r>
              <a:rPr lang="nb-NO" b="1" dirty="0">
                <a:solidFill>
                  <a:schemeClr val="accent1"/>
                </a:solidFill>
              </a:rPr>
              <a:t>ene</a:t>
            </a:r>
            <a:endParaRPr lang="sk-SK" dirty="0">
              <a:solidFill>
                <a:schemeClr val="accent1"/>
              </a:solidFill>
            </a:endParaRPr>
          </a:p>
          <a:p>
            <a:pPr marL="457200" indent="-457200">
              <a:buClr>
                <a:schemeClr val="accent1"/>
              </a:buClr>
              <a:buFont typeface="+mj-lt"/>
              <a:buAutoNum type="alphaLcParenR"/>
            </a:pPr>
            <a:r>
              <a:rPr lang="nb-NO" dirty="0"/>
              <a:t>en by – </a:t>
            </a:r>
            <a:r>
              <a:rPr lang="nb-NO" b="1" dirty="0"/>
              <a:t>by</a:t>
            </a:r>
            <a:r>
              <a:rPr lang="nb-NO" b="1" dirty="0">
                <a:solidFill>
                  <a:schemeClr val="accent1"/>
                </a:solidFill>
              </a:rPr>
              <a:t>er</a:t>
            </a:r>
            <a:r>
              <a:rPr lang="nb-NO" b="1" dirty="0"/>
              <a:t> </a:t>
            </a:r>
            <a:r>
              <a:rPr lang="nb-NO" dirty="0"/>
              <a:t>– </a:t>
            </a:r>
            <a:r>
              <a:rPr lang="nb-NO" b="1" dirty="0"/>
              <a:t>by</a:t>
            </a:r>
            <a:r>
              <a:rPr lang="nb-NO" b="1" dirty="0">
                <a:solidFill>
                  <a:schemeClr val="accent1"/>
                </a:solidFill>
              </a:rPr>
              <a:t>ene</a:t>
            </a:r>
            <a:endParaRPr lang="nb-NO" dirty="0">
              <a:solidFill>
                <a:schemeClr val="accent1"/>
              </a:solidFill>
            </a:endParaRPr>
          </a:p>
          <a:p>
            <a:pPr marL="457200" indent="-457200">
              <a:buClr>
                <a:schemeClr val="accent1"/>
              </a:buClr>
              <a:buFont typeface="+mj-lt"/>
              <a:buAutoNum type="alphaLcParenR"/>
            </a:pPr>
            <a:r>
              <a:rPr lang="nb-NO" dirty="0"/>
              <a:t>en kino – </a:t>
            </a:r>
            <a:r>
              <a:rPr lang="nb-NO" b="1" dirty="0"/>
              <a:t>kino</a:t>
            </a:r>
            <a:r>
              <a:rPr lang="nb-NO" b="1" dirty="0">
                <a:solidFill>
                  <a:schemeClr val="accent1"/>
                </a:solidFill>
              </a:rPr>
              <a:t>er</a:t>
            </a:r>
            <a:r>
              <a:rPr lang="nb-NO" dirty="0"/>
              <a:t> – </a:t>
            </a:r>
            <a:r>
              <a:rPr lang="nb-NO" b="1" dirty="0"/>
              <a:t>kino</a:t>
            </a:r>
            <a:r>
              <a:rPr lang="nb-NO" b="1" dirty="0">
                <a:solidFill>
                  <a:schemeClr val="accent1"/>
                </a:solidFill>
              </a:rPr>
              <a:t>ene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lphaLcParenR"/>
            </a:pPr>
            <a:r>
              <a:rPr lang="nb-NO" dirty="0"/>
              <a:t>ei kirke – </a:t>
            </a:r>
            <a:r>
              <a:rPr lang="nb-NO" b="1" dirty="0"/>
              <a:t>kirk</a:t>
            </a:r>
            <a:r>
              <a:rPr lang="nb-NO" b="1" dirty="0">
                <a:solidFill>
                  <a:schemeClr val="accent1"/>
                </a:solidFill>
              </a:rPr>
              <a:t>er</a:t>
            </a:r>
            <a:r>
              <a:rPr lang="nb-NO" dirty="0"/>
              <a:t> – </a:t>
            </a:r>
            <a:r>
              <a:rPr lang="nb-NO" b="1" dirty="0"/>
              <a:t>kirk</a:t>
            </a:r>
            <a:r>
              <a:rPr lang="nb-NO" b="1" dirty="0">
                <a:solidFill>
                  <a:schemeClr val="accent1"/>
                </a:solidFill>
              </a:rPr>
              <a:t>ene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lphaLcParenR"/>
            </a:pPr>
            <a:r>
              <a:rPr lang="nb-NO" dirty="0"/>
              <a:t>et kurs – </a:t>
            </a:r>
            <a:r>
              <a:rPr lang="nb-NO" b="1" dirty="0">
                <a:solidFill>
                  <a:schemeClr val="accent1"/>
                </a:solidFill>
              </a:rPr>
              <a:t>kurs</a:t>
            </a:r>
            <a:r>
              <a:rPr lang="nb-NO" dirty="0"/>
              <a:t> – </a:t>
            </a:r>
            <a:r>
              <a:rPr lang="nb-NO" b="1" dirty="0"/>
              <a:t>kurs</a:t>
            </a:r>
            <a:r>
              <a:rPr lang="nb-NO" b="1" dirty="0">
                <a:solidFill>
                  <a:schemeClr val="accent1"/>
                </a:solidFill>
              </a:rPr>
              <a:t>ene</a:t>
            </a:r>
            <a:r>
              <a:rPr lang="nb-NO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494177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2D27CF-A50F-B5C8-2F28-E54096CAD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330CB30-48EB-2E81-27AB-B57123525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Cvičení 1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073B452F-3FB7-7877-42A3-D84B5C98B9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cs-CZ" dirty="0"/>
              <a:t>Vytvořte plurálové tvary (neurčit</a:t>
            </a:r>
            <a:r>
              <a:rPr lang="sk-SK" dirty="0"/>
              <a:t>ý</a:t>
            </a:r>
            <a:r>
              <a:rPr lang="cs-CZ" dirty="0"/>
              <a:t> i určitý tvar).</a:t>
            </a:r>
          </a:p>
          <a:p>
            <a:pPr marL="0" indent="0">
              <a:buNone/>
            </a:pPr>
            <a:endParaRPr lang="cs-CZ" dirty="0"/>
          </a:p>
          <a:p>
            <a:pPr marL="457200" indent="-457200">
              <a:buClr>
                <a:schemeClr val="accent1"/>
              </a:buClr>
              <a:buFont typeface="+mj-lt"/>
              <a:buAutoNum type="alphaLcParenR" startAt="6"/>
            </a:pPr>
            <a:r>
              <a:rPr lang="nb-NO" dirty="0"/>
              <a:t>et minutt</a:t>
            </a:r>
            <a:endParaRPr lang="sk-SK" dirty="0"/>
          </a:p>
          <a:p>
            <a:pPr marL="457200" indent="-457200">
              <a:buClr>
                <a:schemeClr val="accent1"/>
              </a:buClr>
              <a:buFont typeface="+mj-lt"/>
              <a:buAutoNum type="alphaLcParenR" startAt="6"/>
            </a:pPr>
            <a:r>
              <a:rPr lang="nb-NO" dirty="0"/>
              <a:t>et tog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lphaLcParenR" startAt="6"/>
            </a:pPr>
            <a:r>
              <a:rPr lang="nb-NO" dirty="0"/>
              <a:t>en trikk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lphaLcParenR" startAt="6"/>
            </a:pPr>
            <a:r>
              <a:rPr lang="nb-NO" dirty="0"/>
              <a:t>et universitet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lphaLcParenR" startAt="6"/>
            </a:pPr>
            <a:r>
              <a:rPr lang="nb-NO" dirty="0"/>
              <a:t>en vei</a:t>
            </a:r>
          </a:p>
        </p:txBody>
      </p:sp>
    </p:spTree>
    <p:extLst>
      <p:ext uri="{BB962C8B-B14F-4D97-AF65-F5344CB8AC3E}">
        <p14:creationId xmlns:p14="http://schemas.microsoft.com/office/powerpoint/2010/main" val="28907233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564494-5A7B-A2A4-A566-9EA8385A3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F1F557E-7528-58C4-5A57-B2CEEA158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Cvičení 1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28BF75F6-BE9A-886A-82DD-1483297E73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cs-CZ" dirty="0"/>
              <a:t>Vytvořte plurálové tvary (neurčit</a:t>
            </a:r>
            <a:r>
              <a:rPr lang="sk-SK" dirty="0"/>
              <a:t>ý</a:t>
            </a:r>
            <a:r>
              <a:rPr lang="cs-CZ" dirty="0"/>
              <a:t> i určitý tvar).</a:t>
            </a:r>
          </a:p>
          <a:p>
            <a:pPr marL="0" indent="0">
              <a:buNone/>
            </a:pPr>
            <a:endParaRPr lang="cs-CZ" dirty="0"/>
          </a:p>
          <a:p>
            <a:pPr marL="457200" indent="-457200">
              <a:buClr>
                <a:schemeClr val="accent1"/>
              </a:buClr>
              <a:buFont typeface="+mj-lt"/>
              <a:buAutoNum type="alphaLcParenR" startAt="6"/>
            </a:pPr>
            <a:r>
              <a:rPr lang="nb-NO" dirty="0"/>
              <a:t>et minutt – </a:t>
            </a:r>
            <a:r>
              <a:rPr lang="nb-NO" b="1" dirty="0"/>
              <a:t>minutt</a:t>
            </a:r>
            <a:r>
              <a:rPr lang="nb-NO" b="1" dirty="0">
                <a:solidFill>
                  <a:schemeClr val="accent1"/>
                </a:solidFill>
              </a:rPr>
              <a:t>er</a:t>
            </a:r>
            <a:r>
              <a:rPr lang="nb-NO" dirty="0"/>
              <a:t> – </a:t>
            </a:r>
            <a:r>
              <a:rPr lang="nb-NO" b="1" dirty="0"/>
              <a:t>minutt</a:t>
            </a:r>
            <a:r>
              <a:rPr lang="nb-NO" b="1" dirty="0">
                <a:solidFill>
                  <a:schemeClr val="accent1"/>
                </a:solidFill>
              </a:rPr>
              <a:t>ene </a:t>
            </a:r>
            <a:endParaRPr lang="sk-SK" b="1" dirty="0">
              <a:solidFill>
                <a:schemeClr val="accent1"/>
              </a:solidFill>
            </a:endParaRPr>
          </a:p>
          <a:p>
            <a:pPr marL="457200" indent="-457200">
              <a:buClr>
                <a:schemeClr val="accent1"/>
              </a:buClr>
              <a:buFont typeface="+mj-lt"/>
              <a:buAutoNum type="alphaLcParenR" startAt="6"/>
            </a:pPr>
            <a:r>
              <a:rPr lang="nb-NO" dirty="0"/>
              <a:t>et tog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lphaLcParenR" startAt="6"/>
            </a:pPr>
            <a:r>
              <a:rPr lang="nb-NO" dirty="0"/>
              <a:t>en trikk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lphaLcParenR" startAt="6"/>
            </a:pPr>
            <a:r>
              <a:rPr lang="nb-NO" dirty="0"/>
              <a:t>et universitet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lphaLcParenR" startAt="6"/>
            </a:pPr>
            <a:r>
              <a:rPr lang="nb-NO" dirty="0"/>
              <a:t>en vei</a:t>
            </a:r>
          </a:p>
        </p:txBody>
      </p:sp>
    </p:spTree>
    <p:extLst>
      <p:ext uri="{BB962C8B-B14F-4D97-AF65-F5344CB8AC3E}">
        <p14:creationId xmlns:p14="http://schemas.microsoft.com/office/powerpoint/2010/main" val="31086084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D91E1-F252-EF3A-C6F7-2BF2FD272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B0763DB-7031-7959-0D6D-5AC8DD27A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Cvičení 1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3B38CBB7-06D1-EEF1-B951-EF70A1E888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cs-CZ" dirty="0"/>
              <a:t>Vytvořte plurálové tvary (neurčit</a:t>
            </a:r>
            <a:r>
              <a:rPr lang="sk-SK" dirty="0"/>
              <a:t>ý</a:t>
            </a:r>
            <a:r>
              <a:rPr lang="cs-CZ" dirty="0"/>
              <a:t> i určitý tvar).</a:t>
            </a:r>
          </a:p>
          <a:p>
            <a:pPr marL="0" indent="0">
              <a:buNone/>
            </a:pPr>
            <a:endParaRPr lang="cs-CZ" dirty="0"/>
          </a:p>
          <a:p>
            <a:pPr marL="457200" indent="-457200">
              <a:buClr>
                <a:schemeClr val="accent1"/>
              </a:buClr>
              <a:buFont typeface="+mj-lt"/>
              <a:buAutoNum type="alphaLcParenR" startAt="6"/>
            </a:pPr>
            <a:r>
              <a:rPr lang="nb-NO" dirty="0"/>
              <a:t>et minutt – </a:t>
            </a:r>
            <a:r>
              <a:rPr lang="nb-NO" b="1" dirty="0"/>
              <a:t>minutt</a:t>
            </a:r>
            <a:r>
              <a:rPr lang="nb-NO" b="1" dirty="0">
                <a:solidFill>
                  <a:schemeClr val="accent1"/>
                </a:solidFill>
              </a:rPr>
              <a:t>er</a:t>
            </a:r>
            <a:r>
              <a:rPr lang="nb-NO" dirty="0"/>
              <a:t> – </a:t>
            </a:r>
            <a:r>
              <a:rPr lang="nb-NO" b="1" dirty="0"/>
              <a:t>minutt</a:t>
            </a:r>
            <a:r>
              <a:rPr lang="nb-NO" b="1" dirty="0">
                <a:solidFill>
                  <a:schemeClr val="accent1"/>
                </a:solidFill>
              </a:rPr>
              <a:t>ene </a:t>
            </a:r>
            <a:endParaRPr lang="sk-SK" b="1" dirty="0">
              <a:solidFill>
                <a:schemeClr val="accent1"/>
              </a:solidFill>
            </a:endParaRPr>
          </a:p>
          <a:p>
            <a:pPr marL="457200" indent="-457200">
              <a:buClr>
                <a:schemeClr val="accent1"/>
              </a:buClr>
              <a:buFont typeface="+mj-lt"/>
              <a:buAutoNum type="alphaLcParenR" startAt="6"/>
            </a:pPr>
            <a:r>
              <a:rPr lang="nb-NO" dirty="0"/>
              <a:t>et tog – </a:t>
            </a:r>
            <a:r>
              <a:rPr lang="nb-NO" b="1" dirty="0">
                <a:solidFill>
                  <a:schemeClr val="accent1"/>
                </a:solidFill>
              </a:rPr>
              <a:t>tog</a:t>
            </a:r>
            <a:r>
              <a:rPr lang="nb-NO" dirty="0"/>
              <a:t> – </a:t>
            </a:r>
            <a:r>
              <a:rPr lang="nb-NO" b="1" dirty="0"/>
              <a:t>tog</a:t>
            </a:r>
            <a:r>
              <a:rPr lang="nb-NO" b="1" dirty="0">
                <a:solidFill>
                  <a:schemeClr val="accent1"/>
                </a:solidFill>
              </a:rPr>
              <a:t>ene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lphaLcParenR" startAt="6"/>
            </a:pPr>
            <a:r>
              <a:rPr lang="nb-NO" dirty="0"/>
              <a:t>en trikk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lphaLcParenR" startAt="6"/>
            </a:pPr>
            <a:r>
              <a:rPr lang="nb-NO" dirty="0"/>
              <a:t>et universitet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lphaLcParenR" startAt="6"/>
            </a:pPr>
            <a:r>
              <a:rPr lang="nb-NO" dirty="0"/>
              <a:t>en vei</a:t>
            </a:r>
          </a:p>
        </p:txBody>
      </p:sp>
    </p:spTree>
    <p:extLst>
      <p:ext uri="{BB962C8B-B14F-4D97-AF65-F5344CB8AC3E}">
        <p14:creationId xmlns:p14="http://schemas.microsoft.com/office/powerpoint/2010/main" val="24900367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096177-BEA7-7D71-B110-B1D541FA2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09FCBA0-F5F9-47F0-15C7-4C88A1CF9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Cvičení 1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9A3D65C5-11AF-0666-8C1D-37B37258F0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cs-CZ" dirty="0"/>
              <a:t>Vytvořte plurálové tvary (neurčit</a:t>
            </a:r>
            <a:r>
              <a:rPr lang="sk-SK" dirty="0"/>
              <a:t>ý</a:t>
            </a:r>
            <a:r>
              <a:rPr lang="cs-CZ" dirty="0"/>
              <a:t> i určitý tvar).</a:t>
            </a:r>
          </a:p>
          <a:p>
            <a:pPr marL="0" indent="0">
              <a:buNone/>
            </a:pPr>
            <a:endParaRPr lang="cs-CZ" dirty="0"/>
          </a:p>
          <a:p>
            <a:pPr marL="457200" indent="-457200">
              <a:buClr>
                <a:schemeClr val="accent1"/>
              </a:buClr>
              <a:buFont typeface="+mj-lt"/>
              <a:buAutoNum type="alphaLcParenR" startAt="6"/>
            </a:pPr>
            <a:r>
              <a:rPr lang="nb-NO" dirty="0"/>
              <a:t>et minutt – </a:t>
            </a:r>
            <a:r>
              <a:rPr lang="nb-NO" b="1" dirty="0"/>
              <a:t>minutt</a:t>
            </a:r>
            <a:r>
              <a:rPr lang="nb-NO" b="1" dirty="0">
                <a:solidFill>
                  <a:schemeClr val="accent1"/>
                </a:solidFill>
              </a:rPr>
              <a:t>er</a:t>
            </a:r>
            <a:r>
              <a:rPr lang="nb-NO" dirty="0"/>
              <a:t> – </a:t>
            </a:r>
            <a:r>
              <a:rPr lang="nb-NO" b="1" dirty="0"/>
              <a:t>minutt</a:t>
            </a:r>
            <a:r>
              <a:rPr lang="nb-NO" b="1" dirty="0">
                <a:solidFill>
                  <a:schemeClr val="accent1"/>
                </a:solidFill>
              </a:rPr>
              <a:t>ene </a:t>
            </a:r>
            <a:endParaRPr lang="sk-SK" b="1" dirty="0">
              <a:solidFill>
                <a:schemeClr val="accent1"/>
              </a:solidFill>
            </a:endParaRPr>
          </a:p>
          <a:p>
            <a:pPr marL="457200" indent="-457200">
              <a:buClr>
                <a:schemeClr val="accent1"/>
              </a:buClr>
              <a:buFont typeface="+mj-lt"/>
              <a:buAutoNum type="alphaLcParenR" startAt="6"/>
            </a:pPr>
            <a:r>
              <a:rPr lang="nb-NO" dirty="0"/>
              <a:t>et tog – </a:t>
            </a:r>
            <a:r>
              <a:rPr lang="nb-NO" b="1" dirty="0">
                <a:solidFill>
                  <a:schemeClr val="accent1"/>
                </a:solidFill>
              </a:rPr>
              <a:t>tog</a:t>
            </a:r>
            <a:r>
              <a:rPr lang="nb-NO" dirty="0"/>
              <a:t> – </a:t>
            </a:r>
            <a:r>
              <a:rPr lang="nb-NO" b="1" dirty="0"/>
              <a:t>tog</a:t>
            </a:r>
            <a:r>
              <a:rPr lang="nb-NO" b="1" dirty="0">
                <a:solidFill>
                  <a:schemeClr val="accent1"/>
                </a:solidFill>
              </a:rPr>
              <a:t>ene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lphaLcParenR" startAt="6"/>
            </a:pPr>
            <a:r>
              <a:rPr lang="nb-NO" dirty="0"/>
              <a:t>en trikk – </a:t>
            </a:r>
            <a:r>
              <a:rPr lang="nb-NO" b="1" dirty="0"/>
              <a:t>trikk</a:t>
            </a:r>
            <a:r>
              <a:rPr lang="nb-NO" b="1" dirty="0">
                <a:solidFill>
                  <a:schemeClr val="accent1"/>
                </a:solidFill>
              </a:rPr>
              <a:t>er</a:t>
            </a:r>
            <a:r>
              <a:rPr lang="nb-NO" dirty="0"/>
              <a:t> – </a:t>
            </a:r>
            <a:r>
              <a:rPr lang="nb-NO" b="1" dirty="0"/>
              <a:t>trikk</a:t>
            </a:r>
            <a:r>
              <a:rPr lang="nb-NO" b="1" dirty="0">
                <a:solidFill>
                  <a:schemeClr val="accent1"/>
                </a:solidFill>
              </a:rPr>
              <a:t>ene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lphaLcParenR" startAt="6"/>
            </a:pPr>
            <a:r>
              <a:rPr lang="nb-NO" dirty="0"/>
              <a:t>et universitet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lphaLcParenR" startAt="6"/>
            </a:pPr>
            <a:r>
              <a:rPr lang="nb-NO" dirty="0"/>
              <a:t>en vei</a:t>
            </a:r>
          </a:p>
        </p:txBody>
      </p:sp>
    </p:spTree>
    <p:extLst>
      <p:ext uri="{BB962C8B-B14F-4D97-AF65-F5344CB8AC3E}">
        <p14:creationId xmlns:p14="http://schemas.microsoft.com/office/powerpoint/2010/main" val="5127256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57222-5BDC-6A9B-05D7-27DC10B07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B396720-09D5-4BB5-A331-890484632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Cvičení 1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D8DD083A-9F78-3EE3-1038-F5B0E5106B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cs-CZ" dirty="0"/>
              <a:t>Vytvořte plurálové tvary (neurčit</a:t>
            </a:r>
            <a:r>
              <a:rPr lang="sk-SK" dirty="0"/>
              <a:t>ý</a:t>
            </a:r>
            <a:r>
              <a:rPr lang="cs-CZ" dirty="0"/>
              <a:t> i určitý tvar).</a:t>
            </a:r>
          </a:p>
          <a:p>
            <a:pPr marL="0" indent="0">
              <a:buNone/>
            </a:pPr>
            <a:endParaRPr lang="cs-CZ" dirty="0"/>
          </a:p>
          <a:p>
            <a:pPr marL="457200" indent="-457200">
              <a:buClr>
                <a:schemeClr val="accent1"/>
              </a:buClr>
              <a:buFont typeface="+mj-lt"/>
              <a:buAutoNum type="alphaLcParenR" startAt="6"/>
            </a:pPr>
            <a:r>
              <a:rPr lang="nb-NO" dirty="0"/>
              <a:t>et minutt – </a:t>
            </a:r>
            <a:r>
              <a:rPr lang="nb-NO" b="1" dirty="0"/>
              <a:t>minutt</a:t>
            </a:r>
            <a:r>
              <a:rPr lang="nb-NO" b="1" dirty="0">
                <a:solidFill>
                  <a:schemeClr val="accent1"/>
                </a:solidFill>
              </a:rPr>
              <a:t>er</a:t>
            </a:r>
            <a:r>
              <a:rPr lang="nb-NO" dirty="0"/>
              <a:t> – </a:t>
            </a:r>
            <a:r>
              <a:rPr lang="nb-NO" b="1" dirty="0"/>
              <a:t>minutt</a:t>
            </a:r>
            <a:r>
              <a:rPr lang="nb-NO" b="1" dirty="0">
                <a:solidFill>
                  <a:schemeClr val="accent1"/>
                </a:solidFill>
              </a:rPr>
              <a:t>ene </a:t>
            </a:r>
            <a:endParaRPr lang="sk-SK" b="1" dirty="0">
              <a:solidFill>
                <a:schemeClr val="accent1"/>
              </a:solidFill>
            </a:endParaRPr>
          </a:p>
          <a:p>
            <a:pPr marL="457200" indent="-457200">
              <a:buClr>
                <a:schemeClr val="accent1"/>
              </a:buClr>
              <a:buFont typeface="+mj-lt"/>
              <a:buAutoNum type="alphaLcParenR" startAt="6"/>
            </a:pPr>
            <a:r>
              <a:rPr lang="nb-NO" dirty="0"/>
              <a:t>et tog – </a:t>
            </a:r>
            <a:r>
              <a:rPr lang="nb-NO" b="1" dirty="0">
                <a:solidFill>
                  <a:schemeClr val="accent1"/>
                </a:solidFill>
              </a:rPr>
              <a:t>tog</a:t>
            </a:r>
            <a:r>
              <a:rPr lang="nb-NO" dirty="0"/>
              <a:t> – </a:t>
            </a:r>
            <a:r>
              <a:rPr lang="nb-NO" b="1" dirty="0"/>
              <a:t>tog</a:t>
            </a:r>
            <a:r>
              <a:rPr lang="nb-NO" b="1" dirty="0">
                <a:solidFill>
                  <a:schemeClr val="accent1"/>
                </a:solidFill>
              </a:rPr>
              <a:t>ene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lphaLcParenR" startAt="6"/>
            </a:pPr>
            <a:r>
              <a:rPr lang="nb-NO" dirty="0"/>
              <a:t>en trikk – </a:t>
            </a:r>
            <a:r>
              <a:rPr lang="nb-NO" b="1" dirty="0"/>
              <a:t>trikk</a:t>
            </a:r>
            <a:r>
              <a:rPr lang="nb-NO" b="1" dirty="0">
                <a:solidFill>
                  <a:schemeClr val="accent1"/>
                </a:solidFill>
              </a:rPr>
              <a:t>er</a:t>
            </a:r>
            <a:r>
              <a:rPr lang="nb-NO" dirty="0"/>
              <a:t> – </a:t>
            </a:r>
            <a:r>
              <a:rPr lang="nb-NO" b="1" dirty="0"/>
              <a:t>trikk</a:t>
            </a:r>
            <a:r>
              <a:rPr lang="nb-NO" b="1" dirty="0">
                <a:solidFill>
                  <a:schemeClr val="accent1"/>
                </a:solidFill>
              </a:rPr>
              <a:t>ene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lphaLcParenR" startAt="6"/>
            </a:pPr>
            <a:r>
              <a:rPr lang="nb-NO" dirty="0"/>
              <a:t>et universitet – </a:t>
            </a:r>
            <a:r>
              <a:rPr lang="nb-NO" b="1" dirty="0"/>
              <a:t>universitet</a:t>
            </a:r>
            <a:r>
              <a:rPr lang="nb-NO" b="1" dirty="0">
                <a:solidFill>
                  <a:schemeClr val="accent1"/>
                </a:solidFill>
              </a:rPr>
              <a:t>er</a:t>
            </a:r>
            <a:r>
              <a:rPr lang="nb-NO" dirty="0"/>
              <a:t> – </a:t>
            </a:r>
            <a:r>
              <a:rPr lang="nb-NO" b="1" dirty="0"/>
              <a:t>universitet</a:t>
            </a:r>
            <a:r>
              <a:rPr lang="nb-NO" b="1" dirty="0">
                <a:solidFill>
                  <a:schemeClr val="accent1"/>
                </a:solidFill>
              </a:rPr>
              <a:t>ene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lphaLcParenR" startAt="6"/>
            </a:pPr>
            <a:r>
              <a:rPr lang="nb-NO" dirty="0"/>
              <a:t>en vei</a:t>
            </a:r>
          </a:p>
        </p:txBody>
      </p:sp>
    </p:spTree>
    <p:extLst>
      <p:ext uri="{BB962C8B-B14F-4D97-AF65-F5344CB8AC3E}">
        <p14:creationId xmlns:p14="http://schemas.microsoft.com/office/powerpoint/2010/main" val="14413291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7B6FE5-C2A2-EEAB-F7E6-5DD90DB6D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4DF9F44-72BE-7285-912E-C297248B5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Cvičení 1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8C49F752-FC0D-6809-59DB-E66D90FDCB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cs-CZ" dirty="0"/>
              <a:t>Vytvořte plurálové tvary (neurčit</a:t>
            </a:r>
            <a:r>
              <a:rPr lang="sk-SK" dirty="0"/>
              <a:t>ý</a:t>
            </a:r>
            <a:r>
              <a:rPr lang="cs-CZ" dirty="0"/>
              <a:t> i určitý tvar).</a:t>
            </a:r>
          </a:p>
          <a:p>
            <a:pPr marL="0" indent="0">
              <a:buNone/>
            </a:pPr>
            <a:endParaRPr lang="cs-CZ" dirty="0"/>
          </a:p>
          <a:p>
            <a:pPr marL="457200" indent="-457200">
              <a:buClr>
                <a:schemeClr val="accent1"/>
              </a:buClr>
              <a:buFont typeface="+mj-lt"/>
              <a:buAutoNum type="alphaLcParenR" startAt="6"/>
            </a:pPr>
            <a:r>
              <a:rPr lang="nb-NO" dirty="0"/>
              <a:t>et minutt – </a:t>
            </a:r>
            <a:r>
              <a:rPr lang="nb-NO" b="1" dirty="0"/>
              <a:t>minutt</a:t>
            </a:r>
            <a:r>
              <a:rPr lang="nb-NO" b="1" dirty="0">
                <a:solidFill>
                  <a:schemeClr val="accent1"/>
                </a:solidFill>
              </a:rPr>
              <a:t>er</a:t>
            </a:r>
            <a:r>
              <a:rPr lang="nb-NO" dirty="0"/>
              <a:t> – </a:t>
            </a:r>
            <a:r>
              <a:rPr lang="nb-NO" b="1" dirty="0"/>
              <a:t>minutt</a:t>
            </a:r>
            <a:r>
              <a:rPr lang="nb-NO" b="1" dirty="0">
                <a:solidFill>
                  <a:schemeClr val="accent1"/>
                </a:solidFill>
              </a:rPr>
              <a:t>ene </a:t>
            </a:r>
            <a:endParaRPr lang="sk-SK" b="1" dirty="0">
              <a:solidFill>
                <a:schemeClr val="accent1"/>
              </a:solidFill>
            </a:endParaRPr>
          </a:p>
          <a:p>
            <a:pPr marL="457200" indent="-457200">
              <a:buClr>
                <a:schemeClr val="accent1"/>
              </a:buClr>
              <a:buFont typeface="+mj-lt"/>
              <a:buAutoNum type="alphaLcParenR" startAt="6"/>
            </a:pPr>
            <a:r>
              <a:rPr lang="nb-NO" dirty="0"/>
              <a:t>et tog – </a:t>
            </a:r>
            <a:r>
              <a:rPr lang="nb-NO" b="1" dirty="0">
                <a:solidFill>
                  <a:schemeClr val="accent1"/>
                </a:solidFill>
              </a:rPr>
              <a:t>tog</a:t>
            </a:r>
            <a:r>
              <a:rPr lang="nb-NO" dirty="0"/>
              <a:t> – </a:t>
            </a:r>
            <a:r>
              <a:rPr lang="nb-NO" b="1" dirty="0"/>
              <a:t>tog</a:t>
            </a:r>
            <a:r>
              <a:rPr lang="nb-NO" b="1" dirty="0">
                <a:solidFill>
                  <a:schemeClr val="accent1"/>
                </a:solidFill>
              </a:rPr>
              <a:t>ene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lphaLcParenR" startAt="6"/>
            </a:pPr>
            <a:r>
              <a:rPr lang="nb-NO" dirty="0"/>
              <a:t>en trikk – </a:t>
            </a:r>
            <a:r>
              <a:rPr lang="nb-NO" b="1" dirty="0"/>
              <a:t>trikk</a:t>
            </a:r>
            <a:r>
              <a:rPr lang="nb-NO" b="1" dirty="0">
                <a:solidFill>
                  <a:schemeClr val="accent1"/>
                </a:solidFill>
              </a:rPr>
              <a:t>er</a:t>
            </a:r>
            <a:r>
              <a:rPr lang="nb-NO" dirty="0"/>
              <a:t> – </a:t>
            </a:r>
            <a:r>
              <a:rPr lang="nb-NO" b="1" dirty="0"/>
              <a:t>trikk</a:t>
            </a:r>
            <a:r>
              <a:rPr lang="nb-NO" b="1" dirty="0">
                <a:solidFill>
                  <a:schemeClr val="accent1"/>
                </a:solidFill>
              </a:rPr>
              <a:t>ene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lphaLcParenR" startAt="6"/>
            </a:pPr>
            <a:r>
              <a:rPr lang="nb-NO" dirty="0"/>
              <a:t>et universitet – </a:t>
            </a:r>
            <a:r>
              <a:rPr lang="nb-NO" b="1" dirty="0"/>
              <a:t>universitet</a:t>
            </a:r>
            <a:r>
              <a:rPr lang="nb-NO" b="1" dirty="0">
                <a:solidFill>
                  <a:schemeClr val="accent1"/>
                </a:solidFill>
              </a:rPr>
              <a:t>er</a:t>
            </a:r>
            <a:r>
              <a:rPr lang="nb-NO" dirty="0"/>
              <a:t> – </a:t>
            </a:r>
            <a:r>
              <a:rPr lang="nb-NO" b="1" dirty="0"/>
              <a:t>universitet</a:t>
            </a:r>
            <a:r>
              <a:rPr lang="nb-NO" b="1" dirty="0">
                <a:solidFill>
                  <a:schemeClr val="accent1"/>
                </a:solidFill>
              </a:rPr>
              <a:t>ene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lphaLcParenR" startAt="6"/>
            </a:pPr>
            <a:r>
              <a:rPr lang="nb-NO" dirty="0"/>
              <a:t>en vei – </a:t>
            </a:r>
            <a:r>
              <a:rPr lang="nb-NO" b="1" dirty="0"/>
              <a:t>vei</a:t>
            </a:r>
            <a:r>
              <a:rPr lang="nb-NO" b="1" dirty="0">
                <a:solidFill>
                  <a:schemeClr val="accent1"/>
                </a:solidFill>
              </a:rPr>
              <a:t>er</a:t>
            </a:r>
            <a:r>
              <a:rPr lang="nb-NO" dirty="0"/>
              <a:t> – </a:t>
            </a:r>
            <a:r>
              <a:rPr lang="nb-NO" b="1" dirty="0"/>
              <a:t>vei</a:t>
            </a:r>
            <a:r>
              <a:rPr lang="nb-NO" b="1" dirty="0">
                <a:solidFill>
                  <a:schemeClr val="accent1"/>
                </a:solidFill>
              </a:rPr>
              <a:t>ene</a:t>
            </a:r>
          </a:p>
        </p:txBody>
      </p:sp>
    </p:spTree>
    <p:extLst>
      <p:ext uri="{BB962C8B-B14F-4D97-AF65-F5344CB8AC3E}">
        <p14:creationId xmlns:p14="http://schemas.microsoft.com/office/powerpoint/2010/main" val="15318375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58EDA22-629C-EFFE-623C-0325F0B50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Lekce 4 – </a:t>
            </a:r>
            <a:r>
              <a:rPr lang="nb-NO" dirty="0"/>
              <a:t>På kafé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2EF5B449-BC5F-0790-2634-4BAFDC5D20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sk-SK" dirty="0"/>
          </a:p>
          <a:p>
            <a:pPr marL="0" indent="0">
              <a:buNone/>
            </a:pPr>
            <a:r>
              <a:rPr lang="cs-CZ" sz="3000" dirty="0"/>
              <a:t>Kolik šálků kávy vypije Nor v průměru za den?</a:t>
            </a:r>
          </a:p>
        </p:txBody>
      </p:sp>
    </p:spTree>
    <p:extLst>
      <p:ext uri="{BB962C8B-B14F-4D97-AF65-F5344CB8AC3E}">
        <p14:creationId xmlns:p14="http://schemas.microsoft.com/office/powerpoint/2010/main" val="38308491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5FBDC-A33A-1816-3F12-9C195F3E1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F3A9A43-594A-177D-AF43-9D64B2F64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Lekce 4 – </a:t>
            </a:r>
            <a:r>
              <a:rPr lang="nb-NO" dirty="0"/>
              <a:t>På kafé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244E9D7C-5A7E-2375-A1DE-E6849989FC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sk-SK" dirty="0"/>
          </a:p>
          <a:p>
            <a:pPr marL="0" indent="0">
              <a:buNone/>
            </a:pPr>
            <a:r>
              <a:rPr lang="cs-CZ" sz="3000" dirty="0"/>
              <a:t>Kolik šálků kávy vypije Nor v průměru za den?</a:t>
            </a:r>
          </a:p>
          <a:p>
            <a:pPr marL="0" indent="0">
              <a:buNone/>
            </a:pPr>
            <a:endParaRPr lang="cs-CZ" sz="3000" b="1" dirty="0"/>
          </a:p>
          <a:p>
            <a:pPr marL="0" indent="0" algn="ctr">
              <a:buNone/>
            </a:pPr>
            <a:r>
              <a:rPr lang="cs-CZ" sz="3000" b="1" dirty="0"/>
              <a:t>3,6 šálku</a:t>
            </a:r>
          </a:p>
        </p:txBody>
      </p:sp>
    </p:spTree>
    <p:extLst>
      <p:ext uri="{BB962C8B-B14F-4D97-AF65-F5344CB8AC3E}">
        <p14:creationId xmlns:p14="http://schemas.microsoft.com/office/powerpoint/2010/main" val="23468158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75B9F1-5387-C959-75C4-A78CED61C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829618A-B780-4421-AC86-35B451AF5D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97BDFA2A-3FAC-4D91-C60D-A3C5E3D08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0" y="349624"/>
            <a:ext cx="5329518" cy="1809376"/>
          </a:xfrm>
        </p:spPr>
        <p:txBody>
          <a:bodyPr>
            <a:normAutofit/>
          </a:bodyPr>
          <a:lstStyle/>
          <a:p>
            <a:r>
              <a:rPr lang="cs-CZ" dirty="0"/>
              <a:t>Lekce 4 – </a:t>
            </a:r>
            <a:r>
              <a:rPr lang="nb-NO" dirty="0"/>
              <a:t>På kafé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D1FBD629-81B7-7DC0-86FF-BE7115A4B7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0" y="2286000"/>
            <a:ext cx="5935980" cy="389096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sk-SK" dirty="0"/>
          </a:p>
          <a:p>
            <a:pPr marL="0" indent="0" algn="just">
              <a:buNone/>
            </a:pPr>
            <a:r>
              <a:rPr lang="cs-CZ" b="1" dirty="0"/>
              <a:t>Norové patří k největším konzumentům kávy na světě. </a:t>
            </a:r>
            <a:r>
              <a:rPr lang="cs-CZ" dirty="0"/>
              <a:t>S ohledem na dlouhé zimy, kdy slunce svítí jen 3 hodiny denně, popř. vůbec, se není čemu divit.</a:t>
            </a:r>
          </a:p>
        </p:txBody>
      </p:sp>
      <p:pic>
        <p:nvPicPr>
          <p:cNvPr id="5" name="Obrázok 4" descr="Obrázok, na ktorom je text, snímka obrazovky, písmo&#10;&#10;Automaticky generovaný popis">
            <a:extLst>
              <a:ext uri="{FF2B5EF4-FFF2-40B4-BE49-F238E27FC236}">
                <a16:creationId xmlns:a16="http://schemas.microsoft.com/office/drawing/2014/main" id="{D01CCDB9-45BC-DED9-F279-CA2714B8B0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3680" y="2402861"/>
            <a:ext cx="5247639" cy="2650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3395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65089F-CD35-9FA7-2826-701B02A7F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F9DD346-8FEF-05C7-298D-ED1C45460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Lekce 4 – </a:t>
            </a:r>
            <a:r>
              <a:rPr lang="nb-NO" dirty="0"/>
              <a:t>På kafé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FFCB6997-DF30-4576-D22D-C9FD262F45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5" y="1984248"/>
            <a:ext cx="9136460" cy="4197096"/>
          </a:xfrm>
        </p:spPr>
        <p:txBody>
          <a:bodyPr/>
          <a:lstStyle/>
          <a:p>
            <a:pPr marL="0" indent="0">
              <a:buNone/>
            </a:pPr>
            <a:endParaRPr lang="sk-SK" dirty="0"/>
          </a:p>
          <a:p>
            <a:pPr marL="0" indent="0" algn="just">
              <a:buNone/>
            </a:pPr>
            <a:r>
              <a:rPr lang="cs-CZ" sz="3000" dirty="0"/>
              <a:t>Norské kavárny a domácnosti se zaměřují na </a:t>
            </a:r>
            <a:r>
              <a:rPr lang="cs-CZ" sz="3000" b="1" dirty="0"/>
              <a:t>světlé pražení a filtraci kávy</a:t>
            </a:r>
            <a:r>
              <a:rPr lang="cs-CZ" sz="3000" dirty="0"/>
              <a:t>, přičemž káva je běžnou součástí společenských setkání a přestávek v práci.</a:t>
            </a:r>
          </a:p>
        </p:txBody>
      </p:sp>
    </p:spTree>
    <p:extLst>
      <p:ext uri="{BB962C8B-B14F-4D97-AF65-F5344CB8AC3E}">
        <p14:creationId xmlns:p14="http://schemas.microsoft.com/office/powerpoint/2010/main" val="21307426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E0C871-7948-2D19-8E4D-2A786F9D1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A6BE77B-E505-F969-B271-633C7AD00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 err="1"/>
              <a:t>Akevitt</a:t>
            </a:r>
            <a:endParaRPr lang="nb-NO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BF8DD12C-1C2E-27EE-5F11-7902617597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5" y="1984248"/>
            <a:ext cx="9152501" cy="4197096"/>
          </a:xfrm>
        </p:spPr>
        <p:txBody>
          <a:bodyPr/>
          <a:lstStyle/>
          <a:p>
            <a:pPr marL="0" indent="0">
              <a:buNone/>
            </a:pPr>
            <a:endParaRPr lang="sk-SK" dirty="0"/>
          </a:p>
          <a:p>
            <a:pPr marL="0" indent="0" algn="just">
              <a:buNone/>
            </a:pPr>
            <a:r>
              <a:rPr lang="cs-CZ" sz="3000" dirty="0"/>
              <a:t>Jde o druh alkoholického nápoje, který se v Norsku (i v ostatních skandinávských zemích) těší velké oblibě. Destiluje se z brambor nebo obilí. Při druhé destilaci se přidávají bylinky a koření jako koriandr, fenykl, skořice, kopr nebo hřebíček.</a:t>
            </a:r>
          </a:p>
        </p:txBody>
      </p:sp>
    </p:spTree>
    <p:extLst>
      <p:ext uri="{BB962C8B-B14F-4D97-AF65-F5344CB8AC3E}">
        <p14:creationId xmlns:p14="http://schemas.microsoft.com/office/powerpoint/2010/main" val="185583870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32608C-989D-EEFB-49F5-B6E53EBBE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0918BEA-75C1-4EDE-D47F-A8484AE76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 err="1"/>
              <a:t>Akevitt</a:t>
            </a:r>
            <a:endParaRPr lang="nb-NO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0DDFB8FC-3AE2-CB78-6960-5FA9F26F4E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5" y="1984248"/>
            <a:ext cx="9248754" cy="4197096"/>
          </a:xfrm>
        </p:spPr>
        <p:txBody>
          <a:bodyPr/>
          <a:lstStyle/>
          <a:p>
            <a:pPr marL="0" indent="0">
              <a:buNone/>
            </a:pPr>
            <a:endParaRPr lang="sk-SK" dirty="0"/>
          </a:p>
          <a:p>
            <a:pPr marL="0" indent="0" algn="just">
              <a:buNone/>
            </a:pPr>
            <a:r>
              <a:rPr lang="cs-CZ" sz="3000" dirty="0"/>
              <a:t>Norský </a:t>
            </a:r>
            <a:r>
              <a:rPr lang="cs-CZ" sz="3000" b="1" dirty="0" err="1"/>
              <a:t>akevitt</a:t>
            </a:r>
            <a:r>
              <a:rPr lang="cs-CZ" sz="3000" b="1" dirty="0"/>
              <a:t> </a:t>
            </a:r>
            <a:r>
              <a:rPr lang="cs-CZ" sz="3000" dirty="0"/>
              <a:t>je speciální tím, že zraje v sudech na palubách lodí cestujících z Norska do Austrálie (popř. i jiných míst, podmínkou je, aby loď přeplula rovník) a zpět. Houpání lodě údajně pozitivně ovlivňuje chuť tohoto nápoje.</a:t>
            </a:r>
          </a:p>
        </p:txBody>
      </p:sp>
    </p:spTree>
    <p:extLst>
      <p:ext uri="{BB962C8B-B14F-4D97-AF65-F5344CB8AC3E}">
        <p14:creationId xmlns:p14="http://schemas.microsoft.com/office/powerpoint/2010/main" val="56233370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ACE7AE-11D6-338E-FC00-39CFD68CF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8">
            <a:extLst>
              <a:ext uri="{FF2B5EF4-FFF2-40B4-BE49-F238E27FC236}">
                <a16:creationId xmlns:a16="http://schemas.microsoft.com/office/drawing/2014/main" id="{2829618A-B780-4421-AC86-35B451AF5D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4B8380A2-54C0-CBFA-F21B-0A328964D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0" y="349624"/>
            <a:ext cx="5329518" cy="1809376"/>
          </a:xfrm>
        </p:spPr>
        <p:txBody>
          <a:bodyPr>
            <a:normAutofit/>
          </a:bodyPr>
          <a:lstStyle/>
          <a:p>
            <a:r>
              <a:rPr lang="cs-CZ" dirty="0" err="1"/>
              <a:t>Vícesměrka</a:t>
            </a:r>
            <a:endParaRPr lang="cs-CZ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E4D83030-615D-B675-0252-0483C2FE59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0" y="2286000"/>
            <a:ext cx="5575300" cy="389096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sk-SK" dirty="0"/>
          </a:p>
          <a:p>
            <a:pPr marL="0" indent="0">
              <a:buNone/>
            </a:pPr>
            <a:r>
              <a:rPr lang="cs-CZ" dirty="0"/>
              <a:t>Výrazy se vyškrtávají:</a:t>
            </a:r>
          </a:p>
          <a:p>
            <a:pPr>
              <a:buClr>
                <a:schemeClr val="accent1"/>
              </a:buClr>
            </a:pPr>
            <a:r>
              <a:rPr lang="cs-CZ" dirty="0"/>
              <a:t>vodorovně zleva doprava</a:t>
            </a:r>
          </a:p>
          <a:p>
            <a:pPr>
              <a:buClr>
                <a:schemeClr val="accent1"/>
              </a:buClr>
            </a:pPr>
            <a:r>
              <a:rPr lang="cs-CZ" dirty="0"/>
              <a:t>svisle shora dolů</a:t>
            </a:r>
          </a:p>
          <a:p>
            <a:pPr>
              <a:buClr>
                <a:schemeClr val="accent1"/>
              </a:buClr>
            </a:pPr>
            <a:endParaRPr lang="cs-CZ" dirty="0"/>
          </a:p>
          <a:p>
            <a:pPr marL="0" indent="0">
              <a:buClr>
                <a:schemeClr val="accent1"/>
              </a:buClr>
              <a:buNone/>
            </a:pPr>
            <a:r>
              <a:rPr lang="cs-CZ" b="1" dirty="0"/>
              <a:t>Tajenka: _ _ _ _ _ _ _ _ _ !</a:t>
            </a:r>
          </a:p>
        </p:txBody>
      </p:sp>
      <p:graphicFrame>
        <p:nvGraphicFramePr>
          <p:cNvPr id="4" name="Tabuľka 3">
            <a:extLst>
              <a:ext uri="{FF2B5EF4-FFF2-40B4-BE49-F238E27FC236}">
                <a16:creationId xmlns:a16="http://schemas.microsoft.com/office/drawing/2014/main" id="{BEC78219-E22C-CFC3-B0F0-EC7A8D2A39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7284629"/>
              </p:ext>
            </p:extLst>
          </p:nvPr>
        </p:nvGraphicFramePr>
        <p:xfrm>
          <a:off x="6583680" y="904902"/>
          <a:ext cx="5247642" cy="4799036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522877">
                  <a:extLst>
                    <a:ext uri="{9D8B030D-6E8A-4147-A177-3AD203B41FA5}">
                      <a16:colId xmlns:a16="http://schemas.microsoft.com/office/drawing/2014/main" val="1232209020"/>
                    </a:ext>
                  </a:extLst>
                </a:gridCol>
                <a:gridCol w="522877">
                  <a:extLst>
                    <a:ext uri="{9D8B030D-6E8A-4147-A177-3AD203B41FA5}">
                      <a16:colId xmlns:a16="http://schemas.microsoft.com/office/drawing/2014/main" val="2304819162"/>
                    </a:ext>
                  </a:extLst>
                </a:gridCol>
                <a:gridCol w="522877">
                  <a:extLst>
                    <a:ext uri="{9D8B030D-6E8A-4147-A177-3AD203B41FA5}">
                      <a16:colId xmlns:a16="http://schemas.microsoft.com/office/drawing/2014/main" val="2155837268"/>
                    </a:ext>
                  </a:extLst>
                </a:gridCol>
                <a:gridCol w="522877">
                  <a:extLst>
                    <a:ext uri="{9D8B030D-6E8A-4147-A177-3AD203B41FA5}">
                      <a16:colId xmlns:a16="http://schemas.microsoft.com/office/drawing/2014/main" val="3654069925"/>
                    </a:ext>
                  </a:extLst>
                </a:gridCol>
                <a:gridCol w="522877">
                  <a:extLst>
                    <a:ext uri="{9D8B030D-6E8A-4147-A177-3AD203B41FA5}">
                      <a16:colId xmlns:a16="http://schemas.microsoft.com/office/drawing/2014/main" val="2217593686"/>
                    </a:ext>
                  </a:extLst>
                </a:gridCol>
                <a:gridCol w="522877">
                  <a:extLst>
                    <a:ext uri="{9D8B030D-6E8A-4147-A177-3AD203B41FA5}">
                      <a16:colId xmlns:a16="http://schemas.microsoft.com/office/drawing/2014/main" val="849358722"/>
                    </a:ext>
                  </a:extLst>
                </a:gridCol>
                <a:gridCol w="522877">
                  <a:extLst>
                    <a:ext uri="{9D8B030D-6E8A-4147-A177-3AD203B41FA5}">
                      <a16:colId xmlns:a16="http://schemas.microsoft.com/office/drawing/2014/main" val="3065337419"/>
                    </a:ext>
                  </a:extLst>
                </a:gridCol>
                <a:gridCol w="522877">
                  <a:extLst>
                    <a:ext uri="{9D8B030D-6E8A-4147-A177-3AD203B41FA5}">
                      <a16:colId xmlns:a16="http://schemas.microsoft.com/office/drawing/2014/main" val="3090487239"/>
                    </a:ext>
                  </a:extLst>
                </a:gridCol>
                <a:gridCol w="522877">
                  <a:extLst>
                    <a:ext uri="{9D8B030D-6E8A-4147-A177-3AD203B41FA5}">
                      <a16:colId xmlns:a16="http://schemas.microsoft.com/office/drawing/2014/main" val="1350438022"/>
                    </a:ext>
                  </a:extLst>
                </a:gridCol>
                <a:gridCol w="541749">
                  <a:extLst>
                    <a:ext uri="{9D8B030D-6E8A-4147-A177-3AD203B41FA5}">
                      <a16:colId xmlns:a16="http://schemas.microsoft.com/office/drawing/2014/main" val="3928557405"/>
                    </a:ext>
                  </a:extLst>
                </a:gridCol>
              </a:tblGrid>
              <a:tr h="31649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nb-NO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B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124659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E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124659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S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124659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Ø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124659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K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124659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E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124659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S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124659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K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124659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I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124659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P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124659" marB="124659" anchor="b"/>
                </a:tc>
                <a:extLst>
                  <a:ext uri="{0D108BD9-81ED-4DB2-BD59-A6C34878D82A}">
                    <a16:rowId xmlns:a16="http://schemas.microsoft.com/office/drawing/2014/main" val="255860931"/>
                  </a:ext>
                </a:extLst>
              </a:tr>
              <a:tr h="42990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F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E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M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H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J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E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M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M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E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F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extLst>
                  <a:ext uri="{0D108BD9-81ED-4DB2-BD59-A6C34878D82A}">
                    <a16:rowId xmlns:a16="http://schemas.microsoft.com/office/drawing/2014/main" val="3874375977"/>
                  </a:ext>
                </a:extLst>
              </a:tr>
              <a:tr h="42990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N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H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Ø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Y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R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E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B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S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O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O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extLst>
                  <a:ext uri="{0D108BD9-81ED-4DB2-BD59-A6C34878D82A}">
                    <a16:rowId xmlns:a16="http://schemas.microsoft.com/office/drawing/2014/main" val="2710181647"/>
                  </a:ext>
                </a:extLst>
              </a:tr>
              <a:tr h="42990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R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K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U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N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N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E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U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Y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H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R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extLst>
                  <a:ext uri="{0D108BD9-81ED-4DB2-BD59-A6C34878D82A}">
                    <a16:rowId xmlns:a16="http://schemas.microsoft.com/office/drawing/2014/main" val="2031692121"/>
                  </a:ext>
                </a:extLst>
              </a:tr>
              <a:tr h="42990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P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L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E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I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E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S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S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K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Y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M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extLst>
                  <a:ext uri="{0D108BD9-81ED-4DB2-BD59-A6C34878D82A}">
                    <a16:rowId xmlns:a16="http://schemas.microsoft.com/office/drawing/2014/main" val="2506712574"/>
                  </a:ext>
                </a:extLst>
              </a:tr>
              <a:tr h="42990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K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N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O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R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S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K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S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K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G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I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extLst>
                  <a:ext uri="{0D108BD9-81ED-4DB2-BD59-A6C34878D82A}">
                    <a16:rowId xmlns:a16="http://schemas.microsoft.com/office/drawing/2014/main" val="3953244191"/>
                  </a:ext>
                </a:extLst>
              </a:tr>
              <a:tr h="42990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M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Å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S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P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Ø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R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R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E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G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D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extLst>
                  <a:ext uri="{0D108BD9-81ED-4DB2-BD59-A6C34878D82A}">
                    <a16:rowId xmlns:a16="http://schemas.microsoft.com/office/drawing/2014/main" val="3810446502"/>
                  </a:ext>
                </a:extLst>
              </a:tr>
              <a:tr h="42990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T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E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A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T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E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R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K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L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E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D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extLst>
                  <a:ext uri="{0D108BD9-81ED-4DB2-BD59-A6C34878D82A}">
                    <a16:rowId xmlns:a16="http://schemas.microsoft.com/office/drawing/2014/main" val="3496565708"/>
                  </a:ext>
                </a:extLst>
              </a:tr>
              <a:tr h="42990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V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E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N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S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T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R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E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U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L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A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extLst>
                  <a:ext uri="{0D108BD9-81ED-4DB2-BD59-A6C34878D82A}">
                    <a16:rowId xmlns:a16="http://schemas.microsoft.com/office/drawing/2014/main" val="3154000893"/>
                  </a:ext>
                </a:extLst>
              </a:tr>
              <a:tr h="42990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R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S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M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E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R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K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E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L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I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G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extLst>
                  <a:ext uri="{0D108BD9-81ED-4DB2-BD59-A6C34878D82A}">
                    <a16:rowId xmlns:a16="http://schemas.microsoft.com/office/drawing/2014/main" val="3395669342"/>
                  </a:ext>
                </a:extLst>
              </a:tr>
              <a:tr h="42990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G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A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T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E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B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O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R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T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G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!</a:t>
                      </a:r>
                    </a:p>
                  </a:txBody>
                  <a:tcPr marL="87262" marR="62330" marT="0" marB="124659" anchor="b"/>
                </a:tc>
                <a:extLst>
                  <a:ext uri="{0D108BD9-81ED-4DB2-BD59-A6C34878D82A}">
                    <a16:rowId xmlns:a16="http://schemas.microsoft.com/office/drawing/2014/main" val="29167882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374811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7D6188-A012-EF02-1855-68A4D6F2B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8">
            <a:extLst>
              <a:ext uri="{FF2B5EF4-FFF2-40B4-BE49-F238E27FC236}">
                <a16:creationId xmlns:a16="http://schemas.microsoft.com/office/drawing/2014/main" id="{13A0C4B0-5756-A735-D07E-09549018BE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85B3EFC8-3480-E080-9DDE-4BB78D47A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0" y="349624"/>
            <a:ext cx="5329518" cy="1809376"/>
          </a:xfrm>
        </p:spPr>
        <p:txBody>
          <a:bodyPr>
            <a:normAutofit/>
          </a:bodyPr>
          <a:lstStyle/>
          <a:p>
            <a:r>
              <a:rPr lang="cs-CZ" dirty="0" err="1"/>
              <a:t>Vícesměrka</a:t>
            </a:r>
            <a:endParaRPr lang="cs-CZ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FBA07DA2-6E6D-C2A4-3308-E8E4AEBBAA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0" y="2286000"/>
            <a:ext cx="5575300" cy="389096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sk-SK" dirty="0"/>
          </a:p>
          <a:p>
            <a:pPr marL="0" indent="0">
              <a:buNone/>
            </a:pPr>
            <a:r>
              <a:rPr lang="cs-CZ" dirty="0"/>
              <a:t>Výrazy se vyškrtávají:</a:t>
            </a:r>
          </a:p>
          <a:p>
            <a:pPr>
              <a:buClr>
                <a:schemeClr val="accent1"/>
              </a:buClr>
            </a:pPr>
            <a:r>
              <a:rPr lang="cs-CZ" dirty="0"/>
              <a:t>vodorovně zleva doprava</a:t>
            </a:r>
          </a:p>
          <a:p>
            <a:pPr>
              <a:buClr>
                <a:schemeClr val="accent1"/>
              </a:buClr>
            </a:pPr>
            <a:r>
              <a:rPr lang="cs-CZ" dirty="0"/>
              <a:t>svisle shora dolů</a:t>
            </a:r>
          </a:p>
          <a:p>
            <a:pPr>
              <a:buClr>
                <a:schemeClr val="accent1"/>
              </a:buClr>
            </a:pPr>
            <a:endParaRPr lang="cs-CZ" dirty="0"/>
          </a:p>
          <a:p>
            <a:pPr marL="0" indent="0">
              <a:buClr>
                <a:schemeClr val="accent1"/>
              </a:buClr>
              <a:buNone/>
            </a:pPr>
            <a:r>
              <a:rPr lang="cs-CZ" b="1" dirty="0"/>
              <a:t>Tajenka: N O R S K </a:t>
            </a:r>
            <a:r>
              <a:rPr lang="cs-CZ" b="1" dirty="0" err="1"/>
              <a:t>K</a:t>
            </a:r>
            <a:r>
              <a:rPr lang="cs-CZ" b="1" dirty="0"/>
              <a:t> U R S !</a:t>
            </a:r>
          </a:p>
        </p:txBody>
      </p:sp>
      <p:graphicFrame>
        <p:nvGraphicFramePr>
          <p:cNvPr id="4" name="Tabuľka 3">
            <a:extLst>
              <a:ext uri="{FF2B5EF4-FFF2-40B4-BE49-F238E27FC236}">
                <a16:creationId xmlns:a16="http://schemas.microsoft.com/office/drawing/2014/main" id="{CF153FEF-5118-0AE9-C478-B4684B1B6F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3787546"/>
              </p:ext>
            </p:extLst>
          </p:nvPr>
        </p:nvGraphicFramePr>
        <p:xfrm>
          <a:off x="6583680" y="904902"/>
          <a:ext cx="5247642" cy="4799036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522877">
                  <a:extLst>
                    <a:ext uri="{9D8B030D-6E8A-4147-A177-3AD203B41FA5}">
                      <a16:colId xmlns:a16="http://schemas.microsoft.com/office/drawing/2014/main" val="1232209020"/>
                    </a:ext>
                  </a:extLst>
                </a:gridCol>
                <a:gridCol w="522877">
                  <a:extLst>
                    <a:ext uri="{9D8B030D-6E8A-4147-A177-3AD203B41FA5}">
                      <a16:colId xmlns:a16="http://schemas.microsoft.com/office/drawing/2014/main" val="2304819162"/>
                    </a:ext>
                  </a:extLst>
                </a:gridCol>
                <a:gridCol w="522877">
                  <a:extLst>
                    <a:ext uri="{9D8B030D-6E8A-4147-A177-3AD203B41FA5}">
                      <a16:colId xmlns:a16="http://schemas.microsoft.com/office/drawing/2014/main" val="2155837268"/>
                    </a:ext>
                  </a:extLst>
                </a:gridCol>
                <a:gridCol w="522877">
                  <a:extLst>
                    <a:ext uri="{9D8B030D-6E8A-4147-A177-3AD203B41FA5}">
                      <a16:colId xmlns:a16="http://schemas.microsoft.com/office/drawing/2014/main" val="3654069925"/>
                    </a:ext>
                  </a:extLst>
                </a:gridCol>
                <a:gridCol w="522877">
                  <a:extLst>
                    <a:ext uri="{9D8B030D-6E8A-4147-A177-3AD203B41FA5}">
                      <a16:colId xmlns:a16="http://schemas.microsoft.com/office/drawing/2014/main" val="2217593686"/>
                    </a:ext>
                  </a:extLst>
                </a:gridCol>
                <a:gridCol w="522877">
                  <a:extLst>
                    <a:ext uri="{9D8B030D-6E8A-4147-A177-3AD203B41FA5}">
                      <a16:colId xmlns:a16="http://schemas.microsoft.com/office/drawing/2014/main" val="849358722"/>
                    </a:ext>
                  </a:extLst>
                </a:gridCol>
                <a:gridCol w="522877">
                  <a:extLst>
                    <a:ext uri="{9D8B030D-6E8A-4147-A177-3AD203B41FA5}">
                      <a16:colId xmlns:a16="http://schemas.microsoft.com/office/drawing/2014/main" val="3065337419"/>
                    </a:ext>
                  </a:extLst>
                </a:gridCol>
                <a:gridCol w="522877">
                  <a:extLst>
                    <a:ext uri="{9D8B030D-6E8A-4147-A177-3AD203B41FA5}">
                      <a16:colId xmlns:a16="http://schemas.microsoft.com/office/drawing/2014/main" val="3090487239"/>
                    </a:ext>
                  </a:extLst>
                </a:gridCol>
                <a:gridCol w="522877">
                  <a:extLst>
                    <a:ext uri="{9D8B030D-6E8A-4147-A177-3AD203B41FA5}">
                      <a16:colId xmlns:a16="http://schemas.microsoft.com/office/drawing/2014/main" val="1350438022"/>
                    </a:ext>
                  </a:extLst>
                </a:gridCol>
                <a:gridCol w="541749">
                  <a:extLst>
                    <a:ext uri="{9D8B030D-6E8A-4147-A177-3AD203B41FA5}">
                      <a16:colId xmlns:a16="http://schemas.microsoft.com/office/drawing/2014/main" val="3928557405"/>
                    </a:ext>
                  </a:extLst>
                </a:gridCol>
              </a:tblGrid>
              <a:tr h="3863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nb-NO" sz="1600" b="0" strike="noStrike" kern="100" cap="none" spc="0">
                          <a:solidFill>
                            <a:schemeClr val="tx1"/>
                          </a:solidFill>
                          <a:effectLst/>
                        </a:rPr>
                        <a:t>B</a:t>
                      </a:r>
                      <a:endParaRPr lang="sk-SK" sz="1600" b="0" strike="noStrike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124659" marB="124659" anchor="b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strike="noStrike" kern="100" cap="none" spc="0">
                          <a:solidFill>
                            <a:schemeClr val="tx1"/>
                          </a:solidFill>
                          <a:effectLst/>
                        </a:rPr>
                        <a:t>E</a:t>
                      </a:r>
                      <a:endParaRPr lang="sk-SK" sz="1600" b="0" strike="noStrike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124659" marB="124659" anchor="b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strike="noStrike" kern="100" cap="none" spc="0">
                          <a:solidFill>
                            <a:schemeClr val="tx1"/>
                          </a:solidFill>
                          <a:effectLst/>
                        </a:rPr>
                        <a:t>S</a:t>
                      </a:r>
                      <a:endParaRPr lang="sk-SK" sz="1600" b="0" strike="noStrike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124659" marB="124659" anchor="b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strike="noStrike" kern="100" cap="none" spc="0">
                          <a:solidFill>
                            <a:schemeClr val="tx1"/>
                          </a:solidFill>
                          <a:effectLst/>
                        </a:rPr>
                        <a:t>Ø</a:t>
                      </a:r>
                      <a:endParaRPr lang="sk-SK" sz="1600" b="0" strike="noStrike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124659" marB="124659" anchor="b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strike="noStrike" kern="100" cap="none" spc="0">
                          <a:solidFill>
                            <a:schemeClr val="tx1"/>
                          </a:solidFill>
                          <a:effectLst/>
                        </a:rPr>
                        <a:t>K</a:t>
                      </a:r>
                      <a:endParaRPr lang="sk-SK" sz="1600" b="0" strike="noStrike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124659" marB="124659" anchor="b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strike="noStrike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E</a:t>
                      </a:r>
                      <a:endParaRPr lang="sk-SK" sz="1600" b="0" strike="noStrike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124659" marB="124659" anchor="b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S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124659" marB="124659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K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124659" marB="124659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I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124659" marB="124659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P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124659" marB="124659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860931"/>
                  </a:ext>
                </a:extLst>
              </a:tr>
              <a:tr h="42990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F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E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M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H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J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E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M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M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E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F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4375977"/>
                  </a:ext>
                </a:extLst>
              </a:tr>
              <a:tr h="42990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1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N</a:t>
                      </a:r>
                      <a:endParaRPr lang="sk-SK" sz="1600" b="1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H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Ø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Y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R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E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B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S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1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O</a:t>
                      </a:r>
                      <a:endParaRPr lang="sk-SK" sz="1600" b="1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O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0181647"/>
                  </a:ext>
                </a:extLst>
              </a:tr>
              <a:tr h="42990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1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R</a:t>
                      </a:r>
                      <a:endParaRPr lang="sk-SK" sz="1600" b="1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K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U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N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N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E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U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Y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H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R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1692121"/>
                  </a:ext>
                </a:extLst>
              </a:tr>
              <a:tr h="42990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P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L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E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I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E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1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S</a:t>
                      </a:r>
                      <a:endParaRPr lang="sk-SK" sz="1600" b="1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S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K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Y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M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6712574"/>
                  </a:ext>
                </a:extLst>
              </a:tr>
              <a:tr h="42990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1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K</a:t>
                      </a:r>
                      <a:endParaRPr lang="sk-SK" sz="1600" b="1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N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O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R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S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K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S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K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G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I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3244191"/>
                  </a:ext>
                </a:extLst>
              </a:tr>
              <a:tr h="42990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M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Å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S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P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Ø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R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R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E*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G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D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0446502"/>
                  </a:ext>
                </a:extLst>
              </a:tr>
              <a:tr h="42990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T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E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A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T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E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R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1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K</a:t>
                      </a:r>
                      <a:endParaRPr lang="sk-SK" sz="1600" b="1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L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E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D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6565708"/>
                  </a:ext>
                </a:extLst>
              </a:tr>
              <a:tr h="42990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V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E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N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S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T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R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E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1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U</a:t>
                      </a:r>
                      <a:endParaRPr lang="sk-SK" sz="1600" b="1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L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A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4000893"/>
                  </a:ext>
                </a:extLst>
              </a:tr>
              <a:tr h="42990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1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R</a:t>
                      </a:r>
                      <a:endParaRPr lang="sk-SK" sz="1600" b="1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1" kern="100" cap="none" spc="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</a:t>
                      </a: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M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E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R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K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E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L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I*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G*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5669342"/>
                  </a:ext>
                </a:extLst>
              </a:tr>
              <a:tr h="42990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bg1"/>
                          </a:solidFill>
                          <a:effectLst/>
                        </a:rPr>
                        <a:t>G</a:t>
                      </a:r>
                      <a:endParaRPr lang="sk-SK" sz="1600" b="0" kern="100" cap="none" spc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bg1"/>
                          </a:solidFill>
                          <a:effectLst/>
                        </a:rPr>
                        <a:t>A</a:t>
                      </a:r>
                      <a:endParaRPr lang="sk-SK" sz="1600" b="0" kern="100" cap="none" spc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bg1"/>
                          </a:solidFill>
                          <a:effectLst/>
                        </a:rPr>
                        <a:t>T</a:t>
                      </a:r>
                      <a:endParaRPr lang="sk-SK" sz="1600" b="0" kern="100" cap="none" spc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bg1"/>
                          </a:solidFill>
                          <a:effectLst/>
                        </a:rPr>
                        <a:t>E</a:t>
                      </a:r>
                      <a:endParaRPr lang="sk-SK" sz="1600" b="0" kern="100" cap="none" spc="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B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O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R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T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G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1" kern="100" cap="none" spc="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!</a:t>
                      </a:r>
                    </a:p>
                  </a:txBody>
                  <a:tcPr marL="87262" marR="62330" marT="0" marB="124659" anchor="b"/>
                </a:tc>
                <a:extLst>
                  <a:ext uri="{0D108BD9-81ED-4DB2-BD59-A6C34878D82A}">
                    <a16:rowId xmlns:a16="http://schemas.microsoft.com/office/drawing/2014/main" val="29167882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650259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9">
            <a:extLst>
              <a:ext uri="{FF2B5EF4-FFF2-40B4-BE49-F238E27FC236}">
                <a16:creationId xmlns:a16="http://schemas.microsoft.com/office/drawing/2014/main" id="{617232C0-0F15-4526-A8A3-C30C8FFB6B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Zástupný objekt pre obsah 4" descr="Obrázok, na ktorom je kresba, detské kresby, umenie, ilustrácia&#10;&#10;Automaticky generovaný popis">
            <a:extLst>
              <a:ext uri="{FF2B5EF4-FFF2-40B4-BE49-F238E27FC236}">
                <a16:creationId xmlns:a16="http://schemas.microsoft.com/office/drawing/2014/main" id="{F579CD46-8709-1EBD-54B7-521180D40F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379"/>
          <a:stretch/>
        </p:blipFill>
        <p:spPr>
          <a:xfrm>
            <a:off x="590844" y="590843"/>
            <a:ext cx="11010312" cy="5676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407172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09415BA9-599B-52B8-CC4B-AC98F625BF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sk-SK" dirty="0">
                <a:hlinkClick r:id="rId2"/>
              </a:rPr>
              <a:t>https://issuu.com/fagbokforlaget/docs/hverdagsnorsk_utdrag_s1-22</a:t>
            </a:r>
            <a:r>
              <a:rPr lang="sk-SK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8021200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FA105F-B6B9-3FB3-9A8D-C499CA466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15EB9D5-17FA-9A9C-5CE8-BC17570A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Zdvořilá žádost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0923D179-DC21-2CE0-D09F-E8897016CE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sk-SK" dirty="0"/>
          </a:p>
          <a:p>
            <a:pPr marL="0" indent="0">
              <a:buNone/>
            </a:pPr>
            <a:r>
              <a:rPr lang="cs-CZ" sz="3000" dirty="0"/>
              <a:t>Univerzální výraz doprovázející zdvořilé žádosti odpovídající českému </a:t>
            </a:r>
            <a:r>
              <a:rPr lang="cs-CZ" sz="3000" b="1" dirty="0"/>
              <a:t>prosím </a:t>
            </a:r>
            <a:r>
              <a:rPr lang="cs-CZ" sz="3000" dirty="0"/>
              <a:t>v norštině neexistuje.</a:t>
            </a:r>
            <a:endParaRPr lang="nb-NO" sz="3000" dirty="0"/>
          </a:p>
          <a:p>
            <a:pPr marL="0" indent="0">
              <a:buNone/>
            </a:pPr>
            <a:endParaRPr lang="cs-CZ" sz="3000" dirty="0"/>
          </a:p>
        </p:txBody>
      </p:sp>
    </p:spTree>
    <p:extLst>
      <p:ext uri="{BB962C8B-B14F-4D97-AF65-F5344CB8AC3E}">
        <p14:creationId xmlns:p14="http://schemas.microsoft.com/office/powerpoint/2010/main" val="329651293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51676-22CE-D2ED-BC52-F08A15311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A29D2DE-48F2-26FB-DE25-8DAA06EDA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Zdvořilá žádost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C7ADDAEF-B7BE-2F65-B9CE-523E5CAE64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3" y="1984248"/>
            <a:ext cx="11093597" cy="4197096"/>
          </a:xfrm>
        </p:spPr>
        <p:txBody>
          <a:bodyPr/>
          <a:lstStyle/>
          <a:p>
            <a:pPr marL="0" indent="0">
              <a:buNone/>
            </a:pPr>
            <a:endParaRPr lang="sk-SK" dirty="0"/>
          </a:p>
          <a:p>
            <a:pPr marL="0" indent="0">
              <a:buNone/>
            </a:pPr>
            <a:r>
              <a:rPr lang="cs-CZ" sz="3000" dirty="0"/>
              <a:t>Univerzální výraz doprovázející zdvořilé žádosti odpovídající českému </a:t>
            </a:r>
            <a:r>
              <a:rPr lang="cs-CZ" sz="3000" b="1" dirty="0"/>
              <a:t>prosím </a:t>
            </a:r>
            <a:r>
              <a:rPr lang="cs-CZ" sz="3000" dirty="0"/>
              <a:t>v norštině neexistuje.</a:t>
            </a:r>
            <a:endParaRPr lang="nb-NO" sz="3000" dirty="0"/>
          </a:p>
          <a:p>
            <a:pPr marL="0" indent="0">
              <a:buNone/>
            </a:pPr>
            <a:endParaRPr lang="cs-CZ" sz="3000" dirty="0"/>
          </a:p>
          <a:p>
            <a:r>
              <a:rPr lang="nb-NO" sz="3000" b="1" dirty="0"/>
              <a:t>vær så god</a:t>
            </a:r>
            <a:r>
              <a:rPr lang="nb-NO" sz="3000" dirty="0"/>
              <a:t>: Ta et smørbrød, vær så god. </a:t>
            </a:r>
            <a:r>
              <a:rPr lang="sk-SK" sz="2500" dirty="0">
                <a:solidFill>
                  <a:schemeClr val="accent1"/>
                </a:solidFill>
              </a:rPr>
              <a:t>(</a:t>
            </a:r>
            <a:r>
              <a:rPr lang="cs-CZ" sz="2500" dirty="0">
                <a:solidFill>
                  <a:schemeClr val="accent1"/>
                </a:solidFill>
              </a:rPr>
              <a:t>při dávání</a:t>
            </a:r>
            <a:r>
              <a:rPr lang="sk-SK" sz="2500" dirty="0">
                <a:solidFill>
                  <a:schemeClr val="accent1"/>
                </a:solidFill>
              </a:rPr>
              <a:t>)</a:t>
            </a:r>
            <a:endParaRPr lang="nb-NO" sz="2500" b="1" dirty="0">
              <a:solidFill>
                <a:schemeClr val="accent1"/>
              </a:solidFill>
            </a:endParaRPr>
          </a:p>
          <a:p>
            <a:r>
              <a:rPr lang="nb-NO" sz="3000" b="1" dirty="0"/>
              <a:t>vær så snill</a:t>
            </a:r>
            <a:r>
              <a:rPr lang="nb-NO" sz="3000" dirty="0"/>
              <a:t>: Ikke gjør det, vær så snill.</a:t>
            </a:r>
            <a:r>
              <a:rPr lang="sk-SK" sz="3000" dirty="0"/>
              <a:t> </a:t>
            </a:r>
            <a:r>
              <a:rPr lang="sk-SK" sz="2500" dirty="0">
                <a:solidFill>
                  <a:schemeClr val="accent1"/>
                </a:solidFill>
              </a:rPr>
              <a:t>(</a:t>
            </a:r>
            <a:r>
              <a:rPr lang="cs-CZ" sz="2500" dirty="0">
                <a:solidFill>
                  <a:schemeClr val="accent1"/>
                </a:solidFill>
              </a:rPr>
              <a:t>pokud o něco žádáme</a:t>
            </a:r>
            <a:r>
              <a:rPr lang="sk-SK" sz="2500" dirty="0">
                <a:solidFill>
                  <a:schemeClr val="accent1"/>
                </a:solidFill>
              </a:rPr>
              <a:t>)</a:t>
            </a:r>
            <a:endParaRPr lang="cs-CZ" sz="25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824642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4D2275-B1A3-C6E5-7273-AA977CEF6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B9D3A66-FA04-A1C0-C0AD-95F15D17A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Zdvořilá žádost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F4943DD1-3F56-3F9C-151A-19BC8A4777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3" y="1984248"/>
            <a:ext cx="11093597" cy="4197096"/>
          </a:xfrm>
        </p:spPr>
        <p:txBody>
          <a:bodyPr/>
          <a:lstStyle/>
          <a:p>
            <a:pPr marL="0" indent="0">
              <a:buNone/>
            </a:pPr>
            <a:endParaRPr lang="sk-SK" dirty="0"/>
          </a:p>
          <a:p>
            <a:pPr marL="0" indent="0">
              <a:buNone/>
            </a:pPr>
            <a:r>
              <a:rPr lang="cs-CZ" sz="3000" dirty="0"/>
              <a:t>Zdvořilost se v žádostech vyjadřuje i slovem </a:t>
            </a:r>
            <a:r>
              <a:rPr lang="nb-NO" sz="3000" b="1" dirty="0"/>
              <a:t>takk</a:t>
            </a:r>
            <a:r>
              <a:rPr lang="nb-NO" sz="3000" dirty="0"/>
              <a:t>.</a:t>
            </a:r>
          </a:p>
          <a:p>
            <a:pPr marL="0" indent="0">
              <a:buNone/>
            </a:pPr>
            <a:endParaRPr lang="cs-CZ" sz="3000" dirty="0"/>
          </a:p>
          <a:p>
            <a:r>
              <a:rPr lang="nb-NO" sz="3000" b="1" dirty="0"/>
              <a:t>takk</a:t>
            </a:r>
            <a:r>
              <a:rPr lang="nb-NO" sz="3000" dirty="0"/>
              <a:t>: Noe å drikke? En kopp kaffe, </a:t>
            </a:r>
            <a:r>
              <a:rPr lang="nb-NO" sz="3000" dirty="0">
                <a:solidFill>
                  <a:schemeClr val="accent1"/>
                </a:solidFill>
              </a:rPr>
              <a:t>takk</a:t>
            </a:r>
            <a:r>
              <a:rPr lang="sk-SK" sz="3000" dirty="0"/>
              <a:t>.</a:t>
            </a:r>
            <a:endParaRPr lang="nb-NO" sz="25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798282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6987FF-E690-5DF7-CC0E-CFB9BEE55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2E2FFE4-525F-AB9E-A257-A1BF5C265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Poděkování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C81736B1-B102-37E7-D58E-50FFF64C8B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984248"/>
            <a:ext cx="9585639" cy="4197096"/>
          </a:xfrm>
        </p:spPr>
        <p:txBody>
          <a:bodyPr/>
          <a:lstStyle/>
          <a:p>
            <a:pPr marL="0" indent="0">
              <a:buNone/>
            </a:pPr>
            <a:endParaRPr lang="sk-SK" dirty="0"/>
          </a:p>
          <a:p>
            <a:pPr marL="0" indent="0" algn="just">
              <a:buNone/>
            </a:pPr>
            <a:r>
              <a:rPr lang="cs-CZ" sz="3000" dirty="0"/>
              <a:t>V předešlých lekcích jsme se naučili několik formulací, kterými vyjadřujeme vděk. Nejběžnějším poděkováním je </a:t>
            </a:r>
            <a:r>
              <a:rPr lang="cs-CZ" sz="3000" b="1" dirty="0" err="1"/>
              <a:t>takk</a:t>
            </a:r>
            <a:r>
              <a:rPr lang="cs-CZ" sz="3000" dirty="0"/>
              <a:t>. Pokud se nám nezdá dostatečně výstižné, volíme frázi </a:t>
            </a:r>
            <a:r>
              <a:rPr lang="cs-CZ" sz="3000" b="1" dirty="0" err="1"/>
              <a:t>Tusen</a:t>
            </a:r>
            <a:r>
              <a:rPr lang="cs-CZ" sz="3000" b="1" dirty="0"/>
              <a:t> </a:t>
            </a:r>
            <a:r>
              <a:rPr lang="cs-CZ" sz="3000" b="1" dirty="0" err="1"/>
              <a:t>takk</a:t>
            </a:r>
            <a:r>
              <a:rPr lang="cs-CZ" sz="3000" b="1" dirty="0"/>
              <a:t>! </a:t>
            </a:r>
            <a:r>
              <a:rPr lang="cs-CZ" sz="3000" dirty="0"/>
              <a:t>Podobně nás už nezaskočí ani </a:t>
            </a:r>
            <a:r>
              <a:rPr lang="cs-CZ" sz="3000" b="1" dirty="0" err="1"/>
              <a:t>Takk</a:t>
            </a:r>
            <a:r>
              <a:rPr lang="cs-CZ" sz="3000" b="1" dirty="0"/>
              <a:t> </a:t>
            </a:r>
            <a:r>
              <a:rPr lang="cs-CZ" sz="3000" b="1" dirty="0" err="1"/>
              <a:t>for</a:t>
            </a:r>
            <a:r>
              <a:rPr lang="cs-CZ" sz="3000" b="1" dirty="0"/>
              <a:t> </a:t>
            </a:r>
            <a:r>
              <a:rPr lang="cs-CZ" sz="3000" b="1" dirty="0" err="1"/>
              <a:t>sist</a:t>
            </a:r>
            <a:r>
              <a:rPr lang="cs-CZ" sz="3000" b="1" dirty="0"/>
              <a:t>! </a:t>
            </a:r>
            <a:r>
              <a:rPr lang="cs-CZ" sz="3000" dirty="0"/>
              <a:t>Existují však i další výrazy.</a:t>
            </a:r>
          </a:p>
        </p:txBody>
      </p:sp>
    </p:spTree>
    <p:extLst>
      <p:ext uri="{BB962C8B-B14F-4D97-AF65-F5344CB8AC3E}">
        <p14:creationId xmlns:p14="http://schemas.microsoft.com/office/powerpoint/2010/main" val="199644423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866196-6B05-39FE-21CA-BA6744D66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72AD233-569E-FE95-2EB7-EED07AFDB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Poděkování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CAF58A1C-DCA0-DF6F-60E4-718ADEC102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984248"/>
            <a:ext cx="8013513" cy="4197096"/>
          </a:xfrm>
        </p:spPr>
        <p:txBody>
          <a:bodyPr/>
          <a:lstStyle/>
          <a:p>
            <a:pPr marL="0" indent="0">
              <a:buNone/>
            </a:pPr>
            <a:endParaRPr lang="sk-SK" dirty="0"/>
          </a:p>
          <a:p>
            <a:pPr marL="0" indent="0" algn="just">
              <a:buNone/>
            </a:pPr>
            <a:r>
              <a:rPr lang="cs-CZ" sz="3000" b="1" dirty="0" err="1"/>
              <a:t>Takk</a:t>
            </a:r>
            <a:r>
              <a:rPr lang="cs-CZ" sz="3000" b="1" dirty="0"/>
              <a:t> </a:t>
            </a:r>
            <a:r>
              <a:rPr lang="cs-CZ" sz="3000" b="1" dirty="0" err="1"/>
              <a:t>for</a:t>
            </a:r>
            <a:r>
              <a:rPr lang="cs-CZ" sz="3000" b="1" dirty="0"/>
              <a:t> </a:t>
            </a:r>
            <a:r>
              <a:rPr lang="cs-CZ" sz="3000" b="1" dirty="0" err="1"/>
              <a:t>meg</a:t>
            </a:r>
            <a:r>
              <a:rPr lang="cs-CZ" sz="3000" b="1" dirty="0"/>
              <a:t>!</a:t>
            </a:r>
          </a:p>
          <a:p>
            <a:pPr marL="0" indent="0" algn="just">
              <a:buNone/>
            </a:pPr>
            <a:r>
              <a:rPr lang="cs-CZ" sz="3000" b="1" dirty="0" err="1"/>
              <a:t>Takk</a:t>
            </a:r>
            <a:r>
              <a:rPr lang="cs-CZ" sz="3000" b="1" dirty="0"/>
              <a:t> </a:t>
            </a:r>
            <a:r>
              <a:rPr lang="cs-CZ" sz="3000" b="1" dirty="0" err="1"/>
              <a:t>for</a:t>
            </a:r>
            <a:r>
              <a:rPr lang="cs-CZ" sz="3000" b="1" dirty="0"/>
              <a:t> i dag!</a:t>
            </a:r>
          </a:p>
          <a:p>
            <a:pPr marL="0" indent="0" algn="just">
              <a:buNone/>
            </a:pPr>
            <a:endParaRPr lang="cs-CZ" sz="3000" b="1" dirty="0"/>
          </a:p>
          <a:p>
            <a:pPr marL="0" indent="0" algn="just">
              <a:buNone/>
            </a:pPr>
            <a:r>
              <a:rPr lang="cs-CZ" sz="3000" dirty="0"/>
              <a:t>Poděkování, které používá např. host při svém odchodu po návštěvě, večírku apod.</a:t>
            </a:r>
          </a:p>
        </p:txBody>
      </p:sp>
    </p:spTree>
    <p:extLst>
      <p:ext uri="{BB962C8B-B14F-4D97-AF65-F5344CB8AC3E}">
        <p14:creationId xmlns:p14="http://schemas.microsoft.com/office/powerpoint/2010/main" val="91885236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1F09CE-B1E0-2C1B-C063-46CA95084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E168647-F577-1AAF-0B68-229B576B1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Poděkování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4D7C3169-958D-5572-9EC4-A251324BB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984248"/>
            <a:ext cx="8013513" cy="4197096"/>
          </a:xfrm>
        </p:spPr>
        <p:txBody>
          <a:bodyPr/>
          <a:lstStyle/>
          <a:p>
            <a:pPr marL="0" indent="0">
              <a:buNone/>
            </a:pPr>
            <a:endParaRPr lang="sk-SK" dirty="0"/>
          </a:p>
          <a:p>
            <a:pPr marL="0" indent="0" algn="just">
              <a:buNone/>
            </a:pPr>
            <a:r>
              <a:rPr lang="cs-CZ" sz="3000" b="1" dirty="0" err="1"/>
              <a:t>Takk</a:t>
            </a:r>
            <a:r>
              <a:rPr lang="cs-CZ" sz="3000" b="1" dirty="0"/>
              <a:t> </a:t>
            </a:r>
            <a:r>
              <a:rPr lang="cs-CZ" sz="3000" b="1" dirty="0" err="1"/>
              <a:t>for</a:t>
            </a:r>
            <a:r>
              <a:rPr lang="cs-CZ" sz="3000" b="1" dirty="0"/>
              <a:t> maten!</a:t>
            </a:r>
          </a:p>
          <a:p>
            <a:pPr marL="0" indent="0" algn="just">
              <a:buNone/>
            </a:pPr>
            <a:endParaRPr lang="cs-CZ" sz="3000" b="1" dirty="0"/>
          </a:p>
          <a:p>
            <a:pPr marL="0" indent="0" algn="just">
              <a:buNone/>
            </a:pPr>
            <a:r>
              <a:rPr lang="cs-CZ" sz="3000" dirty="0"/>
              <a:t>Touto frází poděkujeme člověku, který nám připravil jídlo.</a:t>
            </a:r>
          </a:p>
        </p:txBody>
      </p:sp>
    </p:spTree>
    <p:extLst>
      <p:ext uri="{BB962C8B-B14F-4D97-AF65-F5344CB8AC3E}">
        <p14:creationId xmlns:p14="http://schemas.microsoft.com/office/powerpoint/2010/main" val="109704768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6B30F-B4DC-8E7F-95FA-91277872D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77EBEB3-A761-0AA7-EB6C-6E90E80F0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Poděkování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FB7C3C75-C64F-ADA4-2354-C334E6B768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984248"/>
            <a:ext cx="9730018" cy="4197096"/>
          </a:xfrm>
        </p:spPr>
        <p:txBody>
          <a:bodyPr/>
          <a:lstStyle/>
          <a:p>
            <a:pPr marL="0" indent="0">
              <a:buNone/>
            </a:pPr>
            <a:endParaRPr lang="sk-SK" dirty="0"/>
          </a:p>
          <a:p>
            <a:pPr marL="0" indent="0" algn="just">
              <a:buNone/>
            </a:pPr>
            <a:r>
              <a:rPr lang="cs-CZ" sz="3000" b="1" dirty="0" err="1"/>
              <a:t>Takk</a:t>
            </a:r>
            <a:r>
              <a:rPr lang="cs-CZ" sz="3000" b="1" dirty="0"/>
              <a:t> </a:t>
            </a:r>
            <a:r>
              <a:rPr lang="cs-CZ" sz="3000" b="1" dirty="0" err="1"/>
              <a:t>for</a:t>
            </a:r>
            <a:r>
              <a:rPr lang="cs-CZ" sz="3000" b="1" dirty="0"/>
              <a:t> alt!</a:t>
            </a:r>
          </a:p>
          <a:p>
            <a:pPr marL="0" indent="0" algn="just">
              <a:buNone/>
            </a:pPr>
            <a:endParaRPr lang="cs-CZ" sz="3000" b="1" dirty="0"/>
          </a:p>
          <a:p>
            <a:pPr marL="0" indent="0" algn="just">
              <a:buNone/>
            </a:pPr>
            <a:r>
              <a:rPr lang="cs-CZ" sz="3000" dirty="0"/>
              <a:t>Doslova </a:t>
            </a:r>
            <a:r>
              <a:rPr lang="cs-CZ" sz="3000" i="1" dirty="0"/>
              <a:t>Děkuji za všechno! </a:t>
            </a:r>
            <a:r>
              <a:rPr lang="cs-CZ" sz="3000" dirty="0"/>
              <a:t>Fráze, která v češtině zní všedně. V norštině bychom se však před ní měli mít na pozoru. Používá se totiž v jiném kontextu – na pohřbech.</a:t>
            </a:r>
          </a:p>
        </p:txBody>
      </p:sp>
    </p:spTree>
    <p:extLst>
      <p:ext uri="{BB962C8B-B14F-4D97-AF65-F5344CB8AC3E}">
        <p14:creationId xmlns:p14="http://schemas.microsoft.com/office/powerpoint/2010/main" val="342576480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C3CF527-F7BD-DA38-35E7-59D30D0A9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noProof="0" dirty="0"/>
              <a:t>Slovní fotbal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DADC69FD-6EE9-3A78-E358-D5615F427F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cs-CZ" sz="3000" noProof="0" dirty="0"/>
          </a:p>
          <a:p>
            <a:pPr marL="0" indent="0">
              <a:buNone/>
            </a:pPr>
            <a:r>
              <a:rPr lang="cs-CZ" sz="3000" noProof="0" dirty="0"/>
              <a:t>První hráč řekne libovolné </a:t>
            </a:r>
            <a:r>
              <a:rPr lang="cs-CZ" sz="3000" b="1" noProof="0" dirty="0"/>
              <a:t>norské slovo</a:t>
            </a:r>
            <a:r>
              <a:rPr lang="cs-CZ" sz="3000" noProof="0" dirty="0"/>
              <a:t>. Další hráč musí říct slovo začínající na poslední písmeno předchozího slova.</a:t>
            </a:r>
          </a:p>
        </p:txBody>
      </p:sp>
    </p:spTree>
    <p:extLst>
      <p:ext uri="{BB962C8B-B14F-4D97-AF65-F5344CB8AC3E}">
        <p14:creationId xmlns:p14="http://schemas.microsoft.com/office/powerpoint/2010/main" val="127409198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FE3AB67-FD29-D1D1-D81F-1BADC6361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Které slovo slyšíte?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9D6CFC57-3EB0-C1FF-542C-872F35C1B7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sk-SK" dirty="0"/>
          </a:p>
          <a:p>
            <a:pPr marL="0" indent="0">
              <a:buNone/>
            </a:pPr>
            <a:endParaRPr lang="sk-SK" dirty="0"/>
          </a:p>
          <a:p>
            <a:pPr marL="0" indent="0" algn="ctr">
              <a:buNone/>
            </a:pPr>
            <a:r>
              <a:rPr lang="nb-NO" sz="4000" dirty="0"/>
              <a:t>bar : bær</a:t>
            </a:r>
            <a:endParaRPr lang="sk-SK" sz="4000" dirty="0"/>
          </a:p>
        </p:txBody>
      </p:sp>
    </p:spTree>
    <p:extLst>
      <p:ext uri="{BB962C8B-B14F-4D97-AF65-F5344CB8AC3E}">
        <p14:creationId xmlns:p14="http://schemas.microsoft.com/office/powerpoint/2010/main" val="110434620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F69FCE-EC19-8FE9-6760-CA4E46399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5C831F2-4CC2-5064-004F-7A4691850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Které slovo slyšíte?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03384BB3-9F58-3B84-7A8E-79836A1AE7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sk-SK" dirty="0"/>
          </a:p>
          <a:p>
            <a:pPr marL="0" indent="0">
              <a:buNone/>
            </a:pPr>
            <a:endParaRPr lang="sk-SK" dirty="0"/>
          </a:p>
          <a:p>
            <a:pPr marL="0" indent="0" algn="ctr">
              <a:buNone/>
            </a:pPr>
            <a:r>
              <a:rPr lang="nb-NO" sz="4000" dirty="0"/>
              <a:t>bar : </a:t>
            </a:r>
            <a:r>
              <a:rPr lang="nb-NO" sz="4000" b="1" dirty="0"/>
              <a:t>bær</a:t>
            </a:r>
            <a:endParaRPr lang="sk-SK" sz="4000" b="1" dirty="0"/>
          </a:p>
        </p:txBody>
      </p:sp>
    </p:spTree>
    <p:extLst>
      <p:ext uri="{BB962C8B-B14F-4D97-AF65-F5344CB8AC3E}">
        <p14:creationId xmlns:p14="http://schemas.microsoft.com/office/powerpoint/2010/main" val="321955652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04A145-3A8D-613D-3AE2-8E020FF61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8F39709-E7ED-AA4D-98BD-613C124D0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Které slovo slyšíte?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D074BDB8-D427-BB9D-DBE6-36F5C29487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sk-SK" dirty="0"/>
          </a:p>
          <a:p>
            <a:pPr marL="0" indent="0">
              <a:buNone/>
            </a:pPr>
            <a:endParaRPr lang="sk-SK" dirty="0"/>
          </a:p>
          <a:p>
            <a:pPr marL="0" indent="0" algn="ctr">
              <a:buNone/>
            </a:pPr>
            <a:r>
              <a:rPr lang="nb-NO" sz="4000" dirty="0"/>
              <a:t>lar : lær</a:t>
            </a:r>
            <a:endParaRPr lang="sk-SK" sz="4000" dirty="0"/>
          </a:p>
        </p:txBody>
      </p:sp>
    </p:spTree>
    <p:extLst>
      <p:ext uri="{BB962C8B-B14F-4D97-AF65-F5344CB8AC3E}">
        <p14:creationId xmlns:p14="http://schemas.microsoft.com/office/powerpoint/2010/main" val="209487962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DFCE7-9505-5BE0-65BB-C5A9A91F1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289AC3C-4D7E-1628-49EE-83BCED5BC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Které slovo slyšíte?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F65BB288-F7DC-5CE2-6D50-D8993A9C8E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sk-SK" dirty="0"/>
          </a:p>
          <a:p>
            <a:pPr marL="0" indent="0">
              <a:buNone/>
            </a:pPr>
            <a:endParaRPr lang="sk-SK" dirty="0"/>
          </a:p>
          <a:p>
            <a:pPr marL="0" indent="0" algn="ctr">
              <a:buNone/>
            </a:pPr>
            <a:r>
              <a:rPr lang="nb-NO" sz="4000" b="1" dirty="0"/>
              <a:t>lar</a:t>
            </a:r>
            <a:r>
              <a:rPr lang="nb-NO" sz="4000" dirty="0"/>
              <a:t> : lær</a:t>
            </a:r>
            <a:endParaRPr lang="sk-SK" sz="4000" dirty="0"/>
          </a:p>
        </p:txBody>
      </p:sp>
    </p:spTree>
    <p:extLst>
      <p:ext uri="{BB962C8B-B14F-4D97-AF65-F5344CB8AC3E}">
        <p14:creationId xmlns:p14="http://schemas.microsoft.com/office/powerpoint/2010/main" val="228191185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628BCC-4D98-DF46-6B64-4728DDF0B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17F1E72-A1AB-8283-D5A8-34F2A7A47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Které slovo slyšíte?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A383BA2-FFB0-0698-48E2-23C2503429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sk-SK" dirty="0"/>
          </a:p>
          <a:p>
            <a:pPr marL="0" indent="0">
              <a:buNone/>
            </a:pPr>
            <a:endParaRPr lang="sk-SK" dirty="0"/>
          </a:p>
          <a:p>
            <a:pPr marL="0" indent="0" algn="ctr">
              <a:buNone/>
            </a:pPr>
            <a:r>
              <a:rPr lang="nb-NO" sz="4000" dirty="0"/>
              <a:t>fele : føle</a:t>
            </a:r>
            <a:endParaRPr lang="sk-SK" sz="4000" dirty="0"/>
          </a:p>
        </p:txBody>
      </p:sp>
    </p:spTree>
    <p:extLst>
      <p:ext uri="{BB962C8B-B14F-4D97-AF65-F5344CB8AC3E}">
        <p14:creationId xmlns:p14="http://schemas.microsoft.com/office/powerpoint/2010/main" val="100612564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D5837E-7BD3-1463-0AF1-82AD57478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182A7E0-DF50-E375-8AE1-DD09C37E9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Které slovo slyšíte?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E7FCD61-2D40-16A0-F219-F5536DD393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sk-SK" dirty="0"/>
          </a:p>
          <a:p>
            <a:pPr marL="0" indent="0">
              <a:buNone/>
            </a:pPr>
            <a:endParaRPr lang="sk-SK" dirty="0"/>
          </a:p>
          <a:p>
            <a:pPr marL="0" indent="0" algn="ctr">
              <a:buNone/>
            </a:pPr>
            <a:r>
              <a:rPr lang="nb-NO" sz="4000" b="1" dirty="0"/>
              <a:t>fele</a:t>
            </a:r>
            <a:r>
              <a:rPr lang="nb-NO" sz="4000" dirty="0"/>
              <a:t> : føle</a:t>
            </a:r>
            <a:endParaRPr lang="sk-SK" sz="4000" dirty="0"/>
          </a:p>
        </p:txBody>
      </p:sp>
    </p:spTree>
    <p:extLst>
      <p:ext uri="{BB962C8B-B14F-4D97-AF65-F5344CB8AC3E}">
        <p14:creationId xmlns:p14="http://schemas.microsoft.com/office/powerpoint/2010/main" val="142434832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919C8-1A52-428D-5A18-9250EDA52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3DA63EC-8493-6D75-281E-DF08A09B3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Které slovo slyšíte?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8C109053-A04D-1624-FE49-629356036A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sk-SK" dirty="0"/>
          </a:p>
          <a:p>
            <a:pPr marL="0" indent="0">
              <a:buNone/>
            </a:pPr>
            <a:endParaRPr lang="sk-SK" dirty="0"/>
          </a:p>
          <a:p>
            <a:pPr marL="0" indent="0" algn="ctr">
              <a:buNone/>
            </a:pPr>
            <a:r>
              <a:rPr lang="nb-NO" sz="4000" dirty="0"/>
              <a:t>sik : syk</a:t>
            </a:r>
            <a:endParaRPr lang="sk-SK" sz="4000" dirty="0"/>
          </a:p>
        </p:txBody>
      </p:sp>
    </p:spTree>
    <p:extLst>
      <p:ext uri="{BB962C8B-B14F-4D97-AF65-F5344CB8AC3E}">
        <p14:creationId xmlns:p14="http://schemas.microsoft.com/office/powerpoint/2010/main" val="342344796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859783-8E1F-39B1-F6E2-2B7BA6D77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A68FBE8-B212-5C5C-F85E-B05CDDA4A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Které slovo slyšíte?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B08957C3-CDC7-D66A-0C00-417BD05B7B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sk-SK" dirty="0"/>
          </a:p>
          <a:p>
            <a:pPr marL="0" indent="0">
              <a:buNone/>
            </a:pPr>
            <a:endParaRPr lang="sk-SK" dirty="0"/>
          </a:p>
          <a:p>
            <a:pPr marL="0" indent="0" algn="ctr">
              <a:buNone/>
            </a:pPr>
            <a:r>
              <a:rPr lang="nb-NO" sz="4000" b="1" dirty="0"/>
              <a:t>sik</a:t>
            </a:r>
            <a:r>
              <a:rPr lang="nb-NO" sz="4000" dirty="0"/>
              <a:t> : syk</a:t>
            </a:r>
            <a:endParaRPr lang="sk-SK" sz="4000" dirty="0"/>
          </a:p>
        </p:txBody>
      </p:sp>
    </p:spTree>
    <p:extLst>
      <p:ext uri="{BB962C8B-B14F-4D97-AF65-F5344CB8AC3E}">
        <p14:creationId xmlns:p14="http://schemas.microsoft.com/office/powerpoint/2010/main" val="187065634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2F2B6-C92A-3C98-1670-EC916FBDB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517F139-03AF-BB19-6C68-F8BEFED82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Které slovo slyšíte?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0F6F8066-487D-7EDD-807D-906CE90288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sk-SK" dirty="0"/>
          </a:p>
          <a:p>
            <a:pPr marL="0" indent="0">
              <a:buNone/>
            </a:pPr>
            <a:endParaRPr lang="sk-SK" dirty="0"/>
          </a:p>
          <a:p>
            <a:pPr marL="0" indent="0" algn="ctr">
              <a:buNone/>
            </a:pPr>
            <a:r>
              <a:rPr lang="nb-NO" sz="4000" dirty="0"/>
              <a:t>pøse : pose</a:t>
            </a:r>
            <a:endParaRPr lang="sk-SK" sz="4000" dirty="0"/>
          </a:p>
        </p:txBody>
      </p:sp>
    </p:spTree>
    <p:extLst>
      <p:ext uri="{BB962C8B-B14F-4D97-AF65-F5344CB8AC3E}">
        <p14:creationId xmlns:p14="http://schemas.microsoft.com/office/powerpoint/2010/main" val="347798835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E07850-99DF-CBEC-70E7-29DC3F9EF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194FDC1-EB7F-CB98-5652-1ADF6FE1D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Které slovo slyšíte?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B6DD91D2-BDC7-0B7B-0FE8-3607A49430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sk-SK" dirty="0"/>
          </a:p>
          <a:p>
            <a:pPr marL="0" indent="0">
              <a:buNone/>
            </a:pPr>
            <a:endParaRPr lang="sk-SK" dirty="0"/>
          </a:p>
          <a:p>
            <a:pPr marL="0" indent="0" algn="ctr">
              <a:buNone/>
            </a:pPr>
            <a:r>
              <a:rPr lang="nb-NO" sz="4000" b="1" dirty="0"/>
              <a:t>pøse</a:t>
            </a:r>
            <a:r>
              <a:rPr lang="nb-NO" sz="4000" dirty="0"/>
              <a:t> : pose</a:t>
            </a:r>
            <a:endParaRPr lang="sk-SK" sz="4000" dirty="0"/>
          </a:p>
        </p:txBody>
      </p:sp>
    </p:spTree>
    <p:extLst>
      <p:ext uri="{BB962C8B-B14F-4D97-AF65-F5344CB8AC3E}">
        <p14:creationId xmlns:p14="http://schemas.microsoft.com/office/powerpoint/2010/main" val="301174359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ED66C7-7287-F880-1437-4B4A427FA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988669A-BAB6-AC72-55E6-A3498B819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Které slovo slyšíte?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FCCB96B0-0082-470E-FC7B-67639E8158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sk-SK" dirty="0"/>
          </a:p>
          <a:p>
            <a:pPr marL="0" indent="0">
              <a:buNone/>
            </a:pPr>
            <a:endParaRPr lang="sk-SK" dirty="0"/>
          </a:p>
          <a:p>
            <a:pPr marL="0" indent="0" algn="ctr">
              <a:buNone/>
            </a:pPr>
            <a:r>
              <a:rPr lang="nb-NO" sz="4000" dirty="0"/>
              <a:t>tur : Tor</a:t>
            </a:r>
            <a:endParaRPr lang="sk-SK" sz="4000" dirty="0"/>
          </a:p>
        </p:txBody>
      </p:sp>
    </p:spTree>
    <p:extLst>
      <p:ext uri="{BB962C8B-B14F-4D97-AF65-F5344CB8AC3E}">
        <p14:creationId xmlns:p14="http://schemas.microsoft.com/office/powerpoint/2010/main" val="361391202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2A7976-73C7-F1C2-B23D-02DCF9531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3F16724-8A53-9C0D-3E16-D99004589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Které slovo slyšíte?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C54A1005-E71A-9642-DD0D-F1CC281EC1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sk-SK" dirty="0"/>
          </a:p>
          <a:p>
            <a:pPr marL="0" indent="0">
              <a:buNone/>
            </a:pPr>
            <a:endParaRPr lang="sk-SK" dirty="0"/>
          </a:p>
          <a:p>
            <a:pPr marL="0" indent="0" algn="ctr">
              <a:buNone/>
            </a:pPr>
            <a:r>
              <a:rPr lang="nb-NO" sz="4000" dirty="0"/>
              <a:t>tur : </a:t>
            </a:r>
            <a:r>
              <a:rPr lang="nb-NO" sz="4000" b="1" dirty="0"/>
              <a:t>Tor</a:t>
            </a:r>
            <a:endParaRPr lang="sk-SK" sz="4000" b="1" dirty="0"/>
          </a:p>
        </p:txBody>
      </p:sp>
    </p:spTree>
    <p:extLst>
      <p:ext uri="{BB962C8B-B14F-4D97-AF65-F5344CB8AC3E}">
        <p14:creationId xmlns:p14="http://schemas.microsoft.com/office/powerpoint/2010/main" val="418344206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15024A-A389-F1F0-2078-61CCEA05A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06BC8C5-7E98-217E-AB8C-26155D922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Které slovo slyšíte?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FADCDD86-F5EF-567B-BC57-A50A2907EC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sk-SK" dirty="0"/>
          </a:p>
          <a:p>
            <a:pPr marL="0" indent="0">
              <a:buNone/>
            </a:pPr>
            <a:endParaRPr lang="sk-SK" dirty="0"/>
          </a:p>
          <a:p>
            <a:pPr marL="0" indent="0" algn="ctr">
              <a:buNone/>
            </a:pPr>
            <a:r>
              <a:rPr lang="nb-NO" sz="4000" dirty="0"/>
              <a:t>mur : myr</a:t>
            </a:r>
            <a:endParaRPr lang="sk-SK" sz="4000" dirty="0"/>
          </a:p>
        </p:txBody>
      </p:sp>
    </p:spTree>
    <p:extLst>
      <p:ext uri="{BB962C8B-B14F-4D97-AF65-F5344CB8AC3E}">
        <p14:creationId xmlns:p14="http://schemas.microsoft.com/office/powerpoint/2010/main" val="380694106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7F7DF1-BD59-5A08-0F3B-468EB522A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C21F44F-97C9-E2B5-323A-8208B99B5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Které slovo slyšíte?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BEA2B5A6-D947-6FEE-7A27-4FC5128321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sk-SK" dirty="0"/>
          </a:p>
          <a:p>
            <a:pPr marL="0" indent="0">
              <a:buNone/>
            </a:pPr>
            <a:endParaRPr lang="sk-SK" dirty="0"/>
          </a:p>
          <a:p>
            <a:pPr marL="0" indent="0" algn="ctr">
              <a:buNone/>
            </a:pPr>
            <a:r>
              <a:rPr lang="nb-NO" sz="4000" dirty="0"/>
              <a:t>mur : </a:t>
            </a:r>
            <a:r>
              <a:rPr lang="nb-NO" sz="4000" b="1" dirty="0"/>
              <a:t>myr</a:t>
            </a:r>
            <a:endParaRPr lang="sk-SK" sz="4000" b="1" dirty="0"/>
          </a:p>
        </p:txBody>
      </p:sp>
    </p:spTree>
    <p:extLst>
      <p:ext uri="{BB962C8B-B14F-4D97-AF65-F5344CB8AC3E}">
        <p14:creationId xmlns:p14="http://schemas.microsoft.com/office/powerpoint/2010/main" val="3485594958"/>
      </p:ext>
    </p:extLst>
  </p:cSld>
  <p:clrMapOvr>
    <a:masterClrMapping/>
  </p:clrMapOvr>
</p:sld>
</file>

<file path=ppt/theme/theme1.xml><?xml version="1.0" encoding="utf-8"?>
<a:theme xmlns:a="http://schemas.openxmlformats.org/drawingml/2006/main" name="ColorBlockVTI">
  <a:themeElements>
    <a:clrScheme name="ColorBlock Color Scheme">
      <a:dk1>
        <a:sysClr val="windowText" lastClr="000000"/>
      </a:dk1>
      <a:lt1>
        <a:sysClr val="window" lastClr="FFFFFF"/>
      </a:lt1>
      <a:dk2>
        <a:srgbClr val="002044"/>
      </a:dk2>
      <a:lt2>
        <a:srgbClr val="F5F0F3"/>
      </a:lt2>
      <a:accent1>
        <a:srgbClr val="4A41C5"/>
      </a:accent1>
      <a:accent2>
        <a:srgbClr val="37997B"/>
      </a:accent2>
      <a:accent3>
        <a:srgbClr val="17B4DF"/>
      </a:accent3>
      <a:accent4>
        <a:srgbClr val="E69500"/>
      </a:accent4>
      <a:accent5>
        <a:srgbClr val="276D77"/>
      </a:accent5>
      <a:accent6>
        <a:srgbClr val="386ECE"/>
      </a:accent6>
      <a:hlink>
        <a:srgbClr val="AF1DAF"/>
      </a:hlink>
      <a:folHlink>
        <a:srgbClr val="FE5C68"/>
      </a:folHlink>
    </a:clrScheme>
    <a:fontScheme name="Custom 1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lorBlockVTI" id="{733CB85B-8F47-42FB-9326-9FF507018D27}" vid="{069BD9C2-DF61-4F2B-A577-A59C7FC2FF6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Farebný blok</Template>
  <TotalTime>100</TotalTime>
  <Words>1423</Words>
  <Application>Microsoft Office PowerPoint</Application>
  <PresentationFormat>Širokouhlá</PresentationFormat>
  <Paragraphs>501</Paragraphs>
  <Slides>55</Slides>
  <Notes>0</Notes>
  <HiddenSlides>0</HiddenSlides>
  <MMClips>0</MMClips>
  <ScaleCrop>false</ScaleCrop>
  <HeadingPairs>
    <vt:vector size="6" baseType="variant">
      <vt:variant>
        <vt:lpstr>Použité písma</vt:lpstr>
      </vt:variant>
      <vt:variant>
        <vt:i4>3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55</vt:i4>
      </vt:variant>
    </vt:vector>
  </HeadingPairs>
  <TitlesOfParts>
    <vt:vector size="59" baseType="lpstr">
      <vt:lpstr>Aptos</vt:lpstr>
      <vt:lpstr>Arial</vt:lpstr>
      <vt:lpstr>Avenir Next LT Pro</vt:lpstr>
      <vt:lpstr>ColorBlockVTI</vt:lpstr>
      <vt:lpstr>Norština pro začátečníky</vt:lpstr>
      <vt:lpstr>Gramatika</vt:lpstr>
      <vt:lpstr>Gramatika</vt:lpstr>
      <vt:lpstr>Gramatika</vt:lpstr>
      <vt:lpstr>Gramatika</vt:lpstr>
      <vt:lpstr>Gramatika</vt:lpstr>
      <vt:lpstr>Gramatika</vt:lpstr>
      <vt:lpstr>Gramatika</vt:lpstr>
      <vt:lpstr>Gramatika</vt:lpstr>
      <vt:lpstr>Gramatika</vt:lpstr>
      <vt:lpstr>Gramatika</vt:lpstr>
      <vt:lpstr>Cvičení 1</vt:lpstr>
      <vt:lpstr>Cvičení 1</vt:lpstr>
      <vt:lpstr>Cvičení 1</vt:lpstr>
      <vt:lpstr>Cvičení 1</vt:lpstr>
      <vt:lpstr>Cvičení 1</vt:lpstr>
      <vt:lpstr>Cvičení 1</vt:lpstr>
      <vt:lpstr>Cvičení 1</vt:lpstr>
      <vt:lpstr>Cvičení 1</vt:lpstr>
      <vt:lpstr>Cvičení 1</vt:lpstr>
      <vt:lpstr>Cvičení 1</vt:lpstr>
      <vt:lpstr>Cvičení 1</vt:lpstr>
      <vt:lpstr>Cvičení 1</vt:lpstr>
      <vt:lpstr>Lekce 4 – På kafé</vt:lpstr>
      <vt:lpstr>Lekce 4 – På kafé</vt:lpstr>
      <vt:lpstr>Lekce 4 – På kafé</vt:lpstr>
      <vt:lpstr>Lekce 4 – På kafé</vt:lpstr>
      <vt:lpstr>Akevitt</vt:lpstr>
      <vt:lpstr>Akevitt</vt:lpstr>
      <vt:lpstr>Vícesměrka</vt:lpstr>
      <vt:lpstr>Vícesměrka</vt:lpstr>
      <vt:lpstr>Prezentácia programu PowerPoint</vt:lpstr>
      <vt:lpstr>Prezentácia programu PowerPoint</vt:lpstr>
      <vt:lpstr>Zdvořilá žádost</vt:lpstr>
      <vt:lpstr>Zdvořilá žádost</vt:lpstr>
      <vt:lpstr>Zdvořilá žádost</vt:lpstr>
      <vt:lpstr>Poděkování</vt:lpstr>
      <vt:lpstr>Poděkování</vt:lpstr>
      <vt:lpstr>Poděkování</vt:lpstr>
      <vt:lpstr>Poděkování</vt:lpstr>
      <vt:lpstr>Slovní fotbal</vt:lpstr>
      <vt:lpstr>Které slovo slyšíte?</vt:lpstr>
      <vt:lpstr>Které slovo slyšíte?</vt:lpstr>
      <vt:lpstr>Které slovo slyšíte?</vt:lpstr>
      <vt:lpstr>Které slovo slyšíte?</vt:lpstr>
      <vt:lpstr>Které slovo slyšíte?</vt:lpstr>
      <vt:lpstr>Které slovo slyšíte?</vt:lpstr>
      <vt:lpstr>Které slovo slyšíte?</vt:lpstr>
      <vt:lpstr>Které slovo slyšíte?</vt:lpstr>
      <vt:lpstr>Které slovo slyšíte?</vt:lpstr>
      <vt:lpstr>Které slovo slyšíte?</vt:lpstr>
      <vt:lpstr>Které slovo slyšíte?</vt:lpstr>
      <vt:lpstr>Které slovo slyšíte?</vt:lpstr>
      <vt:lpstr>Které slovo slyšíte?</vt:lpstr>
      <vt:lpstr>Které slovo slyšíte?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Tomáš Bratina</dc:creator>
  <cp:lastModifiedBy>Tomáš Bratina</cp:lastModifiedBy>
  <cp:revision>1</cp:revision>
  <dcterms:created xsi:type="dcterms:W3CDTF">2024-11-12T17:54:18Z</dcterms:created>
  <dcterms:modified xsi:type="dcterms:W3CDTF">2025-11-13T14:58:30Z</dcterms:modified>
</cp:coreProperties>
</file>