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2" r:id="rId7"/>
    <p:sldId id="263" r:id="rId8"/>
    <p:sldId id="264" r:id="rId9"/>
    <p:sldId id="265" r:id="rId10"/>
    <p:sldId id="307" r:id="rId11"/>
    <p:sldId id="266" r:id="rId12"/>
    <p:sldId id="308" r:id="rId13"/>
    <p:sldId id="267" r:id="rId14"/>
    <p:sldId id="309" r:id="rId15"/>
    <p:sldId id="270" r:id="rId16"/>
    <p:sldId id="271" r:id="rId17"/>
    <p:sldId id="272" r:id="rId18"/>
    <p:sldId id="273" r:id="rId19"/>
    <p:sldId id="268" r:id="rId20"/>
    <p:sldId id="269" r:id="rId21"/>
    <p:sldId id="274" r:id="rId22"/>
    <p:sldId id="275" r:id="rId23"/>
    <p:sldId id="277" r:id="rId24"/>
    <p:sldId id="276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17" r:id="rId45"/>
    <p:sldId id="297" r:id="rId46"/>
    <p:sldId id="298" r:id="rId47"/>
    <p:sldId id="299" r:id="rId48"/>
    <p:sldId id="312" r:id="rId49"/>
    <p:sldId id="313" r:id="rId50"/>
    <p:sldId id="314" r:id="rId51"/>
    <p:sldId id="315" r:id="rId52"/>
    <p:sldId id="316" r:id="rId53"/>
    <p:sldId id="311" r:id="rId54"/>
    <p:sldId id="300" r:id="rId55"/>
    <p:sldId id="301" r:id="rId56"/>
    <p:sldId id="302" r:id="rId57"/>
    <p:sldId id="303" r:id="rId58"/>
    <p:sldId id="305" r:id="rId59"/>
    <p:sldId id="306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F4D24-688D-4A37-9ED9-449EB4ABAA9F}" v="3" dt="2024-11-27T10:06:01.820"/>
    <p1510:client id="{EC1D534B-6CFF-45D4-8784-84418F5BD20E}" v="8" dt="2024-11-26T18:27:45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959F4D24-688D-4A37-9ED9-449EB4ABAA9F}"/>
    <pc:docChg chg="custSel addSld modSld sldOrd">
      <pc:chgData name="Tomáš Bratina" userId="2033f5136aa55253" providerId="LiveId" clId="{959F4D24-688D-4A37-9ED9-449EB4ABAA9F}" dt="2024-11-27T10:06:18.626" v="162" actId="20577"/>
      <pc:docMkLst>
        <pc:docMk/>
      </pc:docMkLst>
      <pc:sldChg chg="modSp mod">
        <pc:chgData name="Tomáš Bratina" userId="2033f5136aa55253" providerId="LiveId" clId="{959F4D24-688D-4A37-9ED9-449EB4ABAA9F}" dt="2024-11-27T07:51:44.276" v="0" actId="790"/>
        <pc:sldMkLst>
          <pc:docMk/>
          <pc:sldMk cId="62015108" sldId="257"/>
        </pc:sldMkLst>
        <pc:spChg chg="mod">
          <ac:chgData name="Tomáš Bratina" userId="2033f5136aa55253" providerId="LiveId" clId="{959F4D24-688D-4A37-9ED9-449EB4ABAA9F}" dt="2024-11-27T07:51:44.276" v="0" actId="790"/>
          <ac:spMkLst>
            <pc:docMk/>
            <pc:sldMk cId="62015108" sldId="257"/>
            <ac:spMk id="2" creationId="{B45EF1FD-69C8-F79F-DCBA-75C97E179B9F}"/>
          </ac:spMkLst>
        </pc:spChg>
      </pc:sldChg>
      <pc:sldChg chg="modSp mod">
        <pc:chgData name="Tomáš Bratina" userId="2033f5136aa55253" providerId="LiveId" clId="{959F4D24-688D-4A37-9ED9-449EB4ABAA9F}" dt="2024-11-27T08:00:40.996" v="3" actId="113"/>
        <pc:sldMkLst>
          <pc:docMk/>
          <pc:sldMk cId="2629309102" sldId="259"/>
        </pc:sldMkLst>
        <pc:spChg chg="mod">
          <ac:chgData name="Tomáš Bratina" userId="2033f5136aa55253" providerId="LiveId" clId="{959F4D24-688D-4A37-9ED9-449EB4ABAA9F}" dt="2024-11-27T07:59:54.421" v="1"/>
          <ac:spMkLst>
            <pc:docMk/>
            <pc:sldMk cId="2629309102" sldId="259"/>
            <ac:spMk id="2" creationId="{36BCCF9F-2920-7782-CFE3-FEB9BEC7C823}"/>
          </ac:spMkLst>
        </pc:spChg>
        <pc:graphicFrameChg chg="modGraphic">
          <ac:chgData name="Tomáš Bratina" userId="2033f5136aa55253" providerId="LiveId" clId="{959F4D24-688D-4A37-9ED9-449EB4ABAA9F}" dt="2024-11-27T08:00:40.996" v="3" actId="113"/>
          <ac:graphicFrameMkLst>
            <pc:docMk/>
            <pc:sldMk cId="2629309102" sldId="259"/>
            <ac:graphicFrameMk id="4" creationId="{420375AD-A60D-85B1-DB5F-AFAA34CE6EDA}"/>
          </ac:graphicFrameMkLst>
        </pc:graphicFrameChg>
      </pc:sldChg>
      <pc:sldChg chg="modSp mod">
        <pc:chgData name="Tomáš Bratina" userId="2033f5136aa55253" providerId="LiveId" clId="{959F4D24-688D-4A37-9ED9-449EB4ABAA9F}" dt="2024-11-27T08:01:01.990" v="4" actId="255"/>
        <pc:sldMkLst>
          <pc:docMk/>
          <pc:sldMk cId="1554039749" sldId="261"/>
        </pc:sldMkLst>
        <pc:graphicFrameChg chg="modGraphic">
          <ac:chgData name="Tomáš Bratina" userId="2033f5136aa55253" providerId="LiveId" clId="{959F4D24-688D-4A37-9ED9-449EB4ABAA9F}" dt="2024-11-27T08:01:01.990" v="4" actId="255"/>
          <ac:graphicFrameMkLst>
            <pc:docMk/>
            <pc:sldMk cId="1554039749" sldId="261"/>
            <ac:graphicFrameMk id="4" creationId="{793C876F-0A63-6B24-70BF-C4C25F37CEF3}"/>
          </ac:graphicFrameMkLst>
        </pc:graphicFrameChg>
      </pc:sldChg>
      <pc:sldChg chg="modSp mod">
        <pc:chgData name="Tomáš Bratina" userId="2033f5136aa55253" providerId="LiveId" clId="{959F4D24-688D-4A37-9ED9-449EB4ABAA9F}" dt="2024-11-27T08:03:07.384" v="10"/>
        <pc:sldMkLst>
          <pc:docMk/>
          <pc:sldMk cId="2217656136" sldId="268"/>
        </pc:sldMkLst>
        <pc:spChg chg="mod">
          <ac:chgData name="Tomáš Bratina" userId="2033f5136aa55253" providerId="LiveId" clId="{959F4D24-688D-4A37-9ED9-449EB4ABAA9F}" dt="2024-11-27T08:03:07.384" v="10"/>
          <ac:spMkLst>
            <pc:docMk/>
            <pc:sldMk cId="2217656136" sldId="268"/>
            <ac:spMk id="2" creationId="{BA1A2841-AF4F-9705-47C0-BB48A4FB4F42}"/>
          </ac:spMkLst>
        </pc:spChg>
      </pc:sldChg>
      <pc:sldChg chg="modSp mod">
        <pc:chgData name="Tomáš Bratina" userId="2033f5136aa55253" providerId="LiveId" clId="{959F4D24-688D-4A37-9ED9-449EB4ABAA9F}" dt="2024-11-27T08:03:10.184" v="11"/>
        <pc:sldMkLst>
          <pc:docMk/>
          <pc:sldMk cId="3375953505" sldId="269"/>
        </pc:sldMkLst>
        <pc:spChg chg="mod">
          <ac:chgData name="Tomáš Bratina" userId="2033f5136aa55253" providerId="LiveId" clId="{959F4D24-688D-4A37-9ED9-449EB4ABAA9F}" dt="2024-11-27T08:03:10.184" v="11"/>
          <ac:spMkLst>
            <pc:docMk/>
            <pc:sldMk cId="3375953505" sldId="269"/>
            <ac:spMk id="2" creationId="{901B24AF-6E4C-06D4-3B4A-DE1521581D6A}"/>
          </ac:spMkLst>
        </pc:spChg>
      </pc:sldChg>
      <pc:sldChg chg="modSp mod">
        <pc:chgData name="Tomáš Bratina" userId="2033f5136aa55253" providerId="LiveId" clId="{959F4D24-688D-4A37-9ED9-449EB4ABAA9F}" dt="2024-11-27T08:02:45.166" v="6" actId="20577"/>
        <pc:sldMkLst>
          <pc:docMk/>
          <pc:sldMk cId="569988590" sldId="270"/>
        </pc:sldMkLst>
        <pc:spChg chg="mod">
          <ac:chgData name="Tomáš Bratina" userId="2033f5136aa55253" providerId="LiveId" clId="{959F4D24-688D-4A37-9ED9-449EB4ABAA9F}" dt="2024-11-27T08:02:45.166" v="6" actId="20577"/>
          <ac:spMkLst>
            <pc:docMk/>
            <pc:sldMk cId="569988590" sldId="270"/>
            <ac:spMk id="2" creationId="{4D74A908-9522-6185-950D-8AF299CE0544}"/>
          </ac:spMkLst>
        </pc:spChg>
      </pc:sldChg>
      <pc:sldChg chg="modSp mod">
        <pc:chgData name="Tomáš Bratina" userId="2033f5136aa55253" providerId="LiveId" clId="{959F4D24-688D-4A37-9ED9-449EB4ABAA9F}" dt="2024-11-27T08:02:53.685" v="7"/>
        <pc:sldMkLst>
          <pc:docMk/>
          <pc:sldMk cId="3632139811" sldId="271"/>
        </pc:sldMkLst>
        <pc:spChg chg="mod">
          <ac:chgData name="Tomáš Bratina" userId="2033f5136aa55253" providerId="LiveId" clId="{959F4D24-688D-4A37-9ED9-449EB4ABAA9F}" dt="2024-11-27T08:02:53.685" v="7"/>
          <ac:spMkLst>
            <pc:docMk/>
            <pc:sldMk cId="3632139811" sldId="271"/>
            <ac:spMk id="2" creationId="{3F5B3416-048A-88DF-E7BA-7DD6574138E9}"/>
          </ac:spMkLst>
        </pc:spChg>
      </pc:sldChg>
      <pc:sldChg chg="modSp mod">
        <pc:chgData name="Tomáš Bratina" userId="2033f5136aa55253" providerId="LiveId" clId="{959F4D24-688D-4A37-9ED9-449EB4ABAA9F}" dt="2024-11-27T08:03:00.368" v="8"/>
        <pc:sldMkLst>
          <pc:docMk/>
          <pc:sldMk cId="2722719931" sldId="272"/>
        </pc:sldMkLst>
        <pc:spChg chg="mod">
          <ac:chgData name="Tomáš Bratina" userId="2033f5136aa55253" providerId="LiveId" clId="{959F4D24-688D-4A37-9ED9-449EB4ABAA9F}" dt="2024-11-27T08:03:00.368" v="8"/>
          <ac:spMkLst>
            <pc:docMk/>
            <pc:sldMk cId="2722719931" sldId="272"/>
            <ac:spMk id="2" creationId="{E9D8C3F1-3622-D281-4B16-0202008DE482}"/>
          </ac:spMkLst>
        </pc:spChg>
      </pc:sldChg>
      <pc:sldChg chg="modSp mod">
        <pc:chgData name="Tomáš Bratina" userId="2033f5136aa55253" providerId="LiveId" clId="{959F4D24-688D-4A37-9ED9-449EB4ABAA9F}" dt="2024-11-27T08:03:04.438" v="9"/>
        <pc:sldMkLst>
          <pc:docMk/>
          <pc:sldMk cId="1556813882" sldId="273"/>
        </pc:sldMkLst>
        <pc:spChg chg="mod">
          <ac:chgData name="Tomáš Bratina" userId="2033f5136aa55253" providerId="LiveId" clId="{959F4D24-688D-4A37-9ED9-449EB4ABAA9F}" dt="2024-11-27T08:03:04.438" v="9"/>
          <ac:spMkLst>
            <pc:docMk/>
            <pc:sldMk cId="1556813882" sldId="273"/>
            <ac:spMk id="2" creationId="{7225FB03-FFE2-5F17-0074-132D2286AE94}"/>
          </ac:spMkLst>
        </pc:spChg>
      </pc:sldChg>
      <pc:sldChg chg="modSp mod">
        <pc:chgData name="Tomáš Bratina" userId="2033f5136aa55253" providerId="LiveId" clId="{959F4D24-688D-4A37-9ED9-449EB4ABAA9F}" dt="2024-11-27T08:03:12.505" v="12"/>
        <pc:sldMkLst>
          <pc:docMk/>
          <pc:sldMk cId="4289947240" sldId="274"/>
        </pc:sldMkLst>
        <pc:spChg chg="mod">
          <ac:chgData name="Tomáš Bratina" userId="2033f5136aa55253" providerId="LiveId" clId="{959F4D24-688D-4A37-9ED9-449EB4ABAA9F}" dt="2024-11-27T08:03:12.505" v="12"/>
          <ac:spMkLst>
            <pc:docMk/>
            <pc:sldMk cId="4289947240" sldId="274"/>
            <ac:spMk id="2" creationId="{5B52A5AB-1799-A250-4748-787F7A1D3A94}"/>
          </ac:spMkLst>
        </pc:spChg>
      </pc:sldChg>
      <pc:sldChg chg="modSp mod">
        <pc:chgData name="Tomáš Bratina" userId="2033f5136aa55253" providerId="LiveId" clId="{959F4D24-688D-4A37-9ED9-449EB4ABAA9F}" dt="2024-11-27T08:03:14.828" v="13"/>
        <pc:sldMkLst>
          <pc:docMk/>
          <pc:sldMk cId="1217515394" sldId="275"/>
        </pc:sldMkLst>
        <pc:spChg chg="mod">
          <ac:chgData name="Tomáš Bratina" userId="2033f5136aa55253" providerId="LiveId" clId="{959F4D24-688D-4A37-9ED9-449EB4ABAA9F}" dt="2024-11-27T08:03:14.828" v="13"/>
          <ac:spMkLst>
            <pc:docMk/>
            <pc:sldMk cId="1217515394" sldId="275"/>
            <ac:spMk id="2" creationId="{7F6C3F4E-1419-6998-2CE9-011C7B6DAD15}"/>
          </ac:spMkLst>
        </pc:spChg>
      </pc:sldChg>
      <pc:sldChg chg="modSp mod">
        <pc:chgData name="Tomáš Bratina" userId="2033f5136aa55253" providerId="LiveId" clId="{959F4D24-688D-4A37-9ED9-449EB4ABAA9F}" dt="2024-11-27T08:03:18.761" v="15"/>
        <pc:sldMkLst>
          <pc:docMk/>
          <pc:sldMk cId="3100350970" sldId="276"/>
        </pc:sldMkLst>
        <pc:spChg chg="mod">
          <ac:chgData name="Tomáš Bratina" userId="2033f5136aa55253" providerId="LiveId" clId="{959F4D24-688D-4A37-9ED9-449EB4ABAA9F}" dt="2024-11-27T08:03:18.761" v="15"/>
          <ac:spMkLst>
            <pc:docMk/>
            <pc:sldMk cId="3100350970" sldId="276"/>
            <ac:spMk id="2" creationId="{E5346AA5-6B81-5ACC-3774-1B76FE5EBF4D}"/>
          </ac:spMkLst>
        </pc:spChg>
      </pc:sldChg>
      <pc:sldChg chg="modSp mod">
        <pc:chgData name="Tomáš Bratina" userId="2033f5136aa55253" providerId="LiveId" clId="{959F4D24-688D-4A37-9ED9-449EB4ABAA9F}" dt="2024-11-27T08:03:16.888" v="14"/>
        <pc:sldMkLst>
          <pc:docMk/>
          <pc:sldMk cId="1620107012" sldId="277"/>
        </pc:sldMkLst>
        <pc:spChg chg="mod">
          <ac:chgData name="Tomáš Bratina" userId="2033f5136aa55253" providerId="LiveId" clId="{959F4D24-688D-4A37-9ED9-449EB4ABAA9F}" dt="2024-11-27T08:03:16.888" v="14"/>
          <ac:spMkLst>
            <pc:docMk/>
            <pc:sldMk cId="1620107012" sldId="277"/>
            <ac:spMk id="2" creationId="{4C6E25CC-6603-FD1F-C66D-DA0B53DE00FE}"/>
          </ac:spMkLst>
        </pc:spChg>
      </pc:sldChg>
      <pc:sldChg chg="modSp mod">
        <pc:chgData name="Tomáš Bratina" userId="2033f5136aa55253" providerId="LiveId" clId="{959F4D24-688D-4A37-9ED9-449EB4ABAA9F}" dt="2024-11-27T08:03:22.035" v="16"/>
        <pc:sldMkLst>
          <pc:docMk/>
          <pc:sldMk cId="197378286" sldId="278"/>
        </pc:sldMkLst>
        <pc:spChg chg="mod">
          <ac:chgData name="Tomáš Bratina" userId="2033f5136aa55253" providerId="LiveId" clId="{959F4D24-688D-4A37-9ED9-449EB4ABAA9F}" dt="2024-11-27T08:03:22.035" v="16"/>
          <ac:spMkLst>
            <pc:docMk/>
            <pc:sldMk cId="197378286" sldId="278"/>
            <ac:spMk id="2" creationId="{EB51336D-D01A-1D4D-043D-CE4B98A84BBB}"/>
          </ac:spMkLst>
        </pc:spChg>
      </pc:sldChg>
      <pc:sldChg chg="modSp mod">
        <pc:chgData name="Tomáš Bratina" userId="2033f5136aa55253" providerId="LiveId" clId="{959F4D24-688D-4A37-9ED9-449EB4ABAA9F}" dt="2024-11-27T08:04:38.921" v="17" actId="20577"/>
        <pc:sldMkLst>
          <pc:docMk/>
          <pc:sldMk cId="1650744803" sldId="279"/>
        </pc:sldMkLst>
        <pc:spChg chg="mod">
          <ac:chgData name="Tomáš Bratina" userId="2033f5136aa55253" providerId="LiveId" clId="{959F4D24-688D-4A37-9ED9-449EB4ABAA9F}" dt="2024-11-27T08:04:38.921" v="17" actId="20577"/>
          <ac:spMkLst>
            <pc:docMk/>
            <pc:sldMk cId="1650744803" sldId="279"/>
            <ac:spMk id="2" creationId="{A764CA3A-7F59-454F-1BF6-D25E821D00DD}"/>
          </ac:spMkLst>
        </pc:spChg>
      </pc:sldChg>
      <pc:sldChg chg="modSp mod">
        <pc:chgData name="Tomáš Bratina" userId="2033f5136aa55253" providerId="LiveId" clId="{959F4D24-688D-4A37-9ED9-449EB4ABAA9F}" dt="2024-11-27T08:05:28.559" v="18"/>
        <pc:sldMkLst>
          <pc:docMk/>
          <pc:sldMk cId="884979872" sldId="280"/>
        </pc:sldMkLst>
        <pc:spChg chg="mod">
          <ac:chgData name="Tomáš Bratina" userId="2033f5136aa55253" providerId="LiveId" clId="{959F4D24-688D-4A37-9ED9-449EB4ABAA9F}" dt="2024-11-27T08:05:28.559" v="18"/>
          <ac:spMkLst>
            <pc:docMk/>
            <pc:sldMk cId="884979872" sldId="280"/>
            <ac:spMk id="2" creationId="{FE71233F-CBF3-558E-33EC-033B45FAB6E5}"/>
          </ac:spMkLst>
        </pc:spChg>
      </pc:sldChg>
      <pc:sldChg chg="modSp mod">
        <pc:chgData name="Tomáš Bratina" userId="2033f5136aa55253" providerId="LiveId" clId="{959F4D24-688D-4A37-9ED9-449EB4ABAA9F}" dt="2024-11-27T08:05:32.051" v="19"/>
        <pc:sldMkLst>
          <pc:docMk/>
          <pc:sldMk cId="2561180600" sldId="281"/>
        </pc:sldMkLst>
        <pc:spChg chg="mod">
          <ac:chgData name="Tomáš Bratina" userId="2033f5136aa55253" providerId="LiveId" clId="{959F4D24-688D-4A37-9ED9-449EB4ABAA9F}" dt="2024-11-27T08:05:32.051" v="19"/>
          <ac:spMkLst>
            <pc:docMk/>
            <pc:sldMk cId="2561180600" sldId="281"/>
            <ac:spMk id="2" creationId="{835C6317-7075-58DD-9ABF-5C8477272E3C}"/>
          </ac:spMkLst>
        </pc:spChg>
      </pc:sldChg>
      <pc:sldChg chg="modSp mod">
        <pc:chgData name="Tomáš Bratina" userId="2033f5136aa55253" providerId="LiveId" clId="{959F4D24-688D-4A37-9ED9-449EB4ABAA9F}" dt="2024-11-27T08:05:36.385" v="20"/>
        <pc:sldMkLst>
          <pc:docMk/>
          <pc:sldMk cId="2522673811" sldId="282"/>
        </pc:sldMkLst>
        <pc:spChg chg="mod">
          <ac:chgData name="Tomáš Bratina" userId="2033f5136aa55253" providerId="LiveId" clId="{959F4D24-688D-4A37-9ED9-449EB4ABAA9F}" dt="2024-11-27T08:05:36.385" v="20"/>
          <ac:spMkLst>
            <pc:docMk/>
            <pc:sldMk cId="2522673811" sldId="282"/>
            <ac:spMk id="2" creationId="{5F960668-398F-35C4-DE8B-D923E377F546}"/>
          </ac:spMkLst>
        </pc:spChg>
      </pc:sldChg>
      <pc:sldChg chg="modSp mod">
        <pc:chgData name="Tomáš Bratina" userId="2033f5136aa55253" providerId="LiveId" clId="{959F4D24-688D-4A37-9ED9-449EB4ABAA9F}" dt="2024-11-27T08:05:40.357" v="21"/>
        <pc:sldMkLst>
          <pc:docMk/>
          <pc:sldMk cId="787625466" sldId="283"/>
        </pc:sldMkLst>
        <pc:spChg chg="mod">
          <ac:chgData name="Tomáš Bratina" userId="2033f5136aa55253" providerId="LiveId" clId="{959F4D24-688D-4A37-9ED9-449EB4ABAA9F}" dt="2024-11-27T08:05:40.357" v="21"/>
          <ac:spMkLst>
            <pc:docMk/>
            <pc:sldMk cId="787625466" sldId="283"/>
            <ac:spMk id="2" creationId="{3EA87FF4-1AC1-AF75-B48B-48AE33595124}"/>
          </ac:spMkLst>
        </pc:spChg>
      </pc:sldChg>
      <pc:sldChg chg="modSp mod">
        <pc:chgData name="Tomáš Bratina" userId="2033f5136aa55253" providerId="LiveId" clId="{959F4D24-688D-4A37-9ED9-449EB4ABAA9F}" dt="2024-11-27T08:05:43.867" v="22"/>
        <pc:sldMkLst>
          <pc:docMk/>
          <pc:sldMk cId="1740919366" sldId="284"/>
        </pc:sldMkLst>
        <pc:spChg chg="mod">
          <ac:chgData name="Tomáš Bratina" userId="2033f5136aa55253" providerId="LiveId" clId="{959F4D24-688D-4A37-9ED9-449EB4ABAA9F}" dt="2024-11-27T08:05:43.867" v="22"/>
          <ac:spMkLst>
            <pc:docMk/>
            <pc:sldMk cId="1740919366" sldId="284"/>
            <ac:spMk id="2" creationId="{9243E8E4-1FC9-BB5B-546B-7A43B8656342}"/>
          </ac:spMkLst>
        </pc:spChg>
      </pc:sldChg>
      <pc:sldChg chg="modSp mod">
        <pc:chgData name="Tomáš Bratina" userId="2033f5136aa55253" providerId="LiveId" clId="{959F4D24-688D-4A37-9ED9-449EB4ABAA9F}" dt="2024-11-27T08:05:47.306" v="23"/>
        <pc:sldMkLst>
          <pc:docMk/>
          <pc:sldMk cId="4106678152" sldId="285"/>
        </pc:sldMkLst>
        <pc:spChg chg="mod">
          <ac:chgData name="Tomáš Bratina" userId="2033f5136aa55253" providerId="LiveId" clId="{959F4D24-688D-4A37-9ED9-449EB4ABAA9F}" dt="2024-11-27T08:05:47.306" v="23"/>
          <ac:spMkLst>
            <pc:docMk/>
            <pc:sldMk cId="4106678152" sldId="285"/>
            <ac:spMk id="2" creationId="{5983BBFD-418B-8C36-C0D4-6E575D914547}"/>
          </ac:spMkLst>
        </pc:spChg>
      </pc:sldChg>
      <pc:sldChg chg="modSp mod">
        <pc:chgData name="Tomáš Bratina" userId="2033f5136aa55253" providerId="LiveId" clId="{959F4D24-688D-4A37-9ED9-449EB4ABAA9F}" dt="2024-11-27T08:05:49.829" v="24"/>
        <pc:sldMkLst>
          <pc:docMk/>
          <pc:sldMk cId="807279567" sldId="286"/>
        </pc:sldMkLst>
        <pc:spChg chg="mod">
          <ac:chgData name="Tomáš Bratina" userId="2033f5136aa55253" providerId="LiveId" clId="{959F4D24-688D-4A37-9ED9-449EB4ABAA9F}" dt="2024-11-27T08:05:49.829" v="24"/>
          <ac:spMkLst>
            <pc:docMk/>
            <pc:sldMk cId="807279567" sldId="286"/>
            <ac:spMk id="2" creationId="{68F66C51-8B29-754F-88A9-255252DB296A}"/>
          </ac:spMkLst>
        </pc:spChg>
      </pc:sldChg>
      <pc:sldChg chg="modSp mod">
        <pc:chgData name="Tomáš Bratina" userId="2033f5136aa55253" providerId="LiveId" clId="{959F4D24-688D-4A37-9ED9-449EB4ABAA9F}" dt="2024-11-27T08:06:07.143" v="25" actId="20577"/>
        <pc:sldMkLst>
          <pc:docMk/>
          <pc:sldMk cId="136104910" sldId="287"/>
        </pc:sldMkLst>
        <pc:spChg chg="mod">
          <ac:chgData name="Tomáš Bratina" userId="2033f5136aa55253" providerId="LiveId" clId="{959F4D24-688D-4A37-9ED9-449EB4ABAA9F}" dt="2024-11-27T08:06:07.143" v="25" actId="20577"/>
          <ac:spMkLst>
            <pc:docMk/>
            <pc:sldMk cId="136104910" sldId="287"/>
            <ac:spMk id="2" creationId="{6E1A2D3A-2905-30AF-74A5-85AF9CAAEBDB}"/>
          </ac:spMkLst>
        </pc:spChg>
      </pc:sldChg>
      <pc:sldChg chg="modSp mod">
        <pc:chgData name="Tomáš Bratina" userId="2033f5136aa55253" providerId="LiveId" clId="{959F4D24-688D-4A37-9ED9-449EB4ABAA9F}" dt="2024-11-27T08:06:11.331" v="26"/>
        <pc:sldMkLst>
          <pc:docMk/>
          <pc:sldMk cId="2358242144" sldId="288"/>
        </pc:sldMkLst>
        <pc:spChg chg="mod">
          <ac:chgData name="Tomáš Bratina" userId="2033f5136aa55253" providerId="LiveId" clId="{959F4D24-688D-4A37-9ED9-449EB4ABAA9F}" dt="2024-11-27T08:06:11.331" v="26"/>
          <ac:spMkLst>
            <pc:docMk/>
            <pc:sldMk cId="2358242144" sldId="288"/>
            <ac:spMk id="2" creationId="{80CDA9D9-D058-0703-0C91-49D0A8177554}"/>
          </ac:spMkLst>
        </pc:spChg>
      </pc:sldChg>
      <pc:sldChg chg="modSp mod">
        <pc:chgData name="Tomáš Bratina" userId="2033f5136aa55253" providerId="LiveId" clId="{959F4D24-688D-4A37-9ED9-449EB4ABAA9F}" dt="2024-11-27T08:06:47.658" v="27"/>
        <pc:sldMkLst>
          <pc:docMk/>
          <pc:sldMk cId="4031641775" sldId="289"/>
        </pc:sldMkLst>
        <pc:spChg chg="mod">
          <ac:chgData name="Tomáš Bratina" userId="2033f5136aa55253" providerId="LiveId" clId="{959F4D24-688D-4A37-9ED9-449EB4ABAA9F}" dt="2024-11-27T08:06:47.658" v="27"/>
          <ac:spMkLst>
            <pc:docMk/>
            <pc:sldMk cId="4031641775" sldId="289"/>
            <ac:spMk id="2" creationId="{A4282FDF-F63F-55F3-83BF-F7997F5F04C0}"/>
          </ac:spMkLst>
        </pc:spChg>
      </pc:sldChg>
      <pc:sldChg chg="modSp mod">
        <pc:chgData name="Tomáš Bratina" userId="2033f5136aa55253" providerId="LiveId" clId="{959F4D24-688D-4A37-9ED9-449EB4ABAA9F}" dt="2024-11-27T08:06:50.125" v="28"/>
        <pc:sldMkLst>
          <pc:docMk/>
          <pc:sldMk cId="2702720305" sldId="290"/>
        </pc:sldMkLst>
        <pc:spChg chg="mod">
          <ac:chgData name="Tomáš Bratina" userId="2033f5136aa55253" providerId="LiveId" clId="{959F4D24-688D-4A37-9ED9-449EB4ABAA9F}" dt="2024-11-27T08:06:50.125" v="28"/>
          <ac:spMkLst>
            <pc:docMk/>
            <pc:sldMk cId="2702720305" sldId="290"/>
            <ac:spMk id="2" creationId="{806AF825-F1BA-6B82-034F-73EFB491DAAC}"/>
          </ac:spMkLst>
        </pc:spChg>
      </pc:sldChg>
      <pc:sldChg chg="modSp mod">
        <pc:chgData name="Tomáš Bratina" userId="2033f5136aa55253" providerId="LiveId" clId="{959F4D24-688D-4A37-9ED9-449EB4ABAA9F}" dt="2024-11-27T08:06:53.099" v="29"/>
        <pc:sldMkLst>
          <pc:docMk/>
          <pc:sldMk cId="1834862105" sldId="291"/>
        </pc:sldMkLst>
        <pc:spChg chg="mod">
          <ac:chgData name="Tomáš Bratina" userId="2033f5136aa55253" providerId="LiveId" clId="{959F4D24-688D-4A37-9ED9-449EB4ABAA9F}" dt="2024-11-27T08:06:53.099" v="29"/>
          <ac:spMkLst>
            <pc:docMk/>
            <pc:sldMk cId="1834862105" sldId="291"/>
            <ac:spMk id="2" creationId="{AB9EC77D-47B9-8874-2F6C-62700675A0AC}"/>
          </ac:spMkLst>
        </pc:spChg>
      </pc:sldChg>
      <pc:sldChg chg="modSp mod">
        <pc:chgData name="Tomáš Bratina" userId="2033f5136aa55253" providerId="LiveId" clId="{959F4D24-688D-4A37-9ED9-449EB4ABAA9F}" dt="2024-11-27T08:06:55.725" v="30"/>
        <pc:sldMkLst>
          <pc:docMk/>
          <pc:sldMk cId="2189751763" sldId="292"/>
        </pc:sldMkLst>
        <pc:spChg chg="mod">
          <ac:chgData name="Tomáš Bratina" userId="2033f5136aa55253" providerId="LiveId" clId="{959F4D24-688D-4A37-9ED9-449EB4ABAA9F}" dt="2024-11-27T08:06:55.725" v="30"/>
          <ac:spMkLst>
            <pc:docMk/>
            <pc:sldMk cId="2189751763" sldId="292"/>
            <ac:spMk id="2" creationId="{3262D0BF-445B-510B-6ACE-D97AEE7347A9}"/>
          </ac:spMkLst>
        </pc:spChg>
      </pc:sldChg>
      <pc:sldChg chg="modSp mod">
        <pc:chgData name="Tomáš Bratina" userId="2033f5136aa55253" providerId="LiveId" clId="{959F4D24-688D-4A37-9ED9-449EB4ABAA9F}" dt="2024-11-27T08:06:58.268" v="31"/>
        <pc:sldMkLst>
          <pc:docMk/>
          <pc:sldMk cId="3268097110" sldId="293"/>
        </pc:sldMkLst>
        <pc:spChg chg="mod">
          <ac:chgData name="Tomáš Bratina" userId="2033f5136aa55253" providerId="LiveId" clId="{959F4D24-688D-4A37-9ED9-449EB4ABAA9F}" dt="2024-11-27T08:06:58.268" v="31"/>
          <ac:spMkLst>
            <pc:docMk/>
            <pc:sldMk cId="3268097110" sldId="293"/>
            <ac:spMk id="2" creationId="{FEAB4845-EE8A-1D20-A459-49261565BAC5}"/>
          </ac:spMkLst>
        </pc:spChg>
      </pc:sldChg>
      <pc:sldChg chg="modSp mod">
        <pc:chgData name="Tomáš Bratina" userId="2033f5136aa55253" providerId="LiveId" clId="{959F4D24-688D-4A37-9ED9-449EB4ABAA9F}" dt="2024-11-27T08:07:01.820" v="32"/>
        <pc:sldMkLst>
          <pc:docMk/>
          <pc:sldMk cId="1162886901" sldId="294"/>
        </pc:sldMkLst>
        <pc:spChg chg="mod">
          <ac:chgData name="Tomáš Bratina" userId="2033f5136aa55253" providerId="LiveId" clId="{959F4D24-688D-4A37-9ED9-449EB4ABAA9F}" dt="2024-11-27T08:07:01.820" v="32"/>
          <ac:spMkLst>
            <pc:docMk/>
            <pc:sldMk cId="1162886901" sldId="294"/>
            <ac:spMk id="2" creationId="{8C15D0F5-5198-0993-CC18-449E539E63CA}"/>
          </ac:spMkLst>
        </pc:spChg>
      </pc:sldChg>
      <pc:sldChg chg="modSp mod">
        <pc:chgData name="Tomáš Bratina" userId="2033f5136aa55253" providerId="LiveId" clId="{959F4D24-688D-4A37-9ED9-449EB4ABAA9F}" dt="2024-11-27T08:11:23.485" v="64" actId="20577"/>
        <pc:sldMkLst>
          <pc:docMk/>
          <pc:sldMk cId="2406679722" sldId="295"/>
        </pc:sldMkLst>
        <pc:spChg chg="mod">
          <ac:chgData name="Tomáš Bratina" userId="2033f5136aa55253" providerId="LiveId" clId="{959F4D24-688D-4A37-9ED9-449EB4ABAA9F}" dt="2024-11-27T08:11:23.485" v="64" actId="20577"/>
          <ac:spMkLst>
            <pc:docMk/>
            <pc:sldMk cId="2406679722" sldId="295"/>
            <ac:spMk id="2" creationId="{FC668D84-F511-18D2-557F-2C66041550BA}"/>
          </ac:spMkLst>
        </pc:spChg>
      </pc:sldChg>
      <pc:sldChg chg="modSp mod">
        <pc:chgData name="Tomáš Bratina" userId="2033f5136aa55253" providerId="LiveId" clId="{959F4D24-688D-4A37-9ED9-449EB4ABAA9F}" dt="2024-11-27T08:14:30.944" v="126" actId="20577"/>
        <pc:sldMkLst>
          <pc:docMk/>
          <pc:sldMk cId="2854463241" sldId="296"/>
        </pc:sldMkLst>
        <pc:spChg chg="mod">
          <ac:chgData name="Tomáš Bratina" userId="2033f5136aa55253" providerId="LiveId" clId="{959F4D24-688D-4A37-9ED9-449EB4ABAA9F}" dt="2024-11-27T08:13:33.824" v="118" actId="20577"/>
          <ac:spMkLst>
            <pc:docMk/>
            <pc:sldMk cId="2854463241" sldId="296"/>
            <ac:spMk id="2" creationId="{A00C1E7A-E4AC-3A27-DA72-E95B7889D335}"/>
          </ac:spMkLst>
        </pc:spChg>
        <pc:spChg chg="mod">
          <ac:chgData name="Tomáš Bratina" userId="2033f5136aa55253" providerId="LiveId" clId="{959F4D24-688D-4A37-9ED9-449EB4ABAA9F}" dt="2024-11-27T08:14:30.944" v="126" actId="20577"/>
          <ac:spMkLst>
            <pc:docMk/>
            <pc:sldMk cId="2854463241" sldId="296"/>
            <ac:spMk id="3" creationId="{7BFF8212-64BC-5DAC-8570-B08781560BC8}"/>
          </ac:spMkLst>
        </pc:spChg>
      </pc:sldChg>
      <pc:sldChg chg="modSp mod">
        <pc:chgData name="Tomáš Bratina" userId="2033f5136aa55253" providerId="LiveId" clId="{959F4D24-688D-4A37-9ED9-449EB4ABAA9F}" dt="2024-11-27T08:15:44.211" v="129" actId="20577"/>
        <pc:sldMkLst>
          <pc:docMk/>
          <pc:sldMk cId="4079901915" sldId="300"/>
        </pc:sldMkLst>
        <pc:spChg chg="mod">
          <ac:chgData name="Tomáš Bratina" userId="2033f5136aa55253" providerId="LiveId" clId="{959F4D24-688D-4A37-9ED9-449EB4ABAA9F}" dt="2024-11-27T08:15:44.211" v="129" actId="20577"/>
          <ac:spMkLst>
            <pc:docMk/>
            <pc:sldMk cId="4079901915" sldId="300"/>
            <ac:spMk id="2" creationId="{5CCC9429-6B67-6489-8CBD-DC7F30DECA74}"/>
          </ac:spMkLst>
        </pc:spChg>
      </pc:sldChg>
      <pc:sldChg chg="modSp mod">
        <pc:chgData name="Tomáš Bratina" userId="2033f5136aa55253" providerId="LiveId" clId="{959F4D24-688D-4A37-9ED9-449EB4ABAA9F}" dt="2024-11-27T08:15:50.265" v="130" actId="20577"/>
        <pc:sldMkLst>
          <pc:docMk/>
          <pc:sldMk cId="171731189" sldId="301"/>
        </pc:sldMkLst>
        <pc:spChg chg="mod">
          <ac:chgData name="Tomáš Bratina" userId="2033f5136aa55253" providerId="LiveId" clId="{959F4D24-688D-4A37-9ED9-449EB4ABAA9F}" dt="2024-11-27T08:15:50.265" v="130" actId="20577"/>
          <ac:spMkLst>
            <pc:docMk/>
            <pc:sldMk cId="171731189" sldId="301"/>
            <ac:spMk id="2" creationId="{F05423EB-B453-3F31-C41A-8671F94D78F0}"/>
          </ac:spMkLst>
        </pc:spChg>
      </pc:sldChg>
      <pc:sldChg chg="modSp mod">
        <pc:chgData name="Tomáš Bratina" userId="2033f5136aa55253" providerId="LiveId" clId="{959F4D24-688D-4A37-9ED9-449EB4ABAA9F}" dt="2024-11-27T08:15:54.542" v="131" actId="20577"/>
        <pc:sldMkLst>
          <pc:docMk/>
          <pc:sldMk cId="159973441" sldId="302"/>
        </pc:sldMkLst>
        <pc:spChg chg="mod">
          <ac:chgData name="Tomáš Bratina" userId="2033f5136aa55253" providerId="LiveId" clId="{959F4D24-688D-4A37-9ED9-449EB4ABAA9F}" dt="2024-11-27T08:15:54.542" v="131" actId="20577"/>
          <ac:spMkLst>
            <pc:docMk/>
            <pc:sldMk cId="159973441" sldId="302"/>
            <ac:spMk id="2" creationId="{5761E066-34E0-47B1-8D69-FF612D474B0F}"/>
          </ac:spMkLst>
        </pc:spChg>
      </pc:sldChg>
      <pc:sldChg chg="modSp mod">
        <pc:chgData name="Tomáš Bratina" userId="2033f5136aa55253" providerId="LiveId" clId="{959F4D24-688D-4A37-9ED9-449EB4ABAA9F}" dt="2024-11-27T08:15:59.569" v="132" actId="20577"/>
        <pc:sldMkLst>
          <pc:docMk/>
          <pc:sldMk cId="4280588751" sldId="303"/>
        </pc:sldMkLst>
        <pc:spChg chg="mod">
          <ac:chgData name="Tomáš Bratina" userId="2033f5136aa55253" providerId="LiveId" clId="{959F4D24-688D-4A37-9ED9-449EB4ABAA9F}" dt="2024-11-27T08:15:59.569" v="132" actId="20577"/>
          <ac:spMkLst>
            <pc:docMk/>
            <pc:sldMk cId="4280588751" sldId="303"/>
            <ac:spMk id="2" creationId="{CCF2AB74-6394-3B19-7BB9-11CEB623D9E3}"/>
          </ac:spMkLst>
        </pc:spChg>
      </pc:sldChg>
      <pc:sldChg chg="modSp mod">
        <pc:chgData name="Tomáš Bratina" userId="2033f5136aa55253" providerId="LiveId" clId="{959F4D24-688D-4A37-9ED9-449EB4ABAA9F}" dt="2024-11-27T08:16:03.446" v="133" actId="20577"/>
        <pc:sldMkLst>
          <pc:docMk/>
          <pc:sldMk cId="2763878139" sldId="305"/>
        </pc:sldMkLst>
        <pc:spChg chg="mod">
          <ac:chgData name="Tomáš Bratina" userId="2033f5136aa55253" providerId="LiveId" clId="{959F4D24-688D-4A37-9ED9-449EB4ABAA9F}" dt="2024-11-27T08:16:03.446" v="133" actId="20577"/>
          <ac:spMkLst>
            <pc:docMk/>
            <pc:sldMk cId="2763878139" sldId="305"/>
            <ac:spMk id="2" creationId="{A7C56698-5C49-F43B-6B93-766B5A2FD2E8}"/>
          </ac:spMkLst>
        </pc:spChg>
      </pc:sldChg>
      <pc:sldChg chg="modSp mod">
        <pc:chgData name="Tomáš Bratina" userId="2033f5136aa55253" providerId="LiveId" clId="{959F4D24-688D-4A37-9ED9-449EB4ABAA9F}" dt="2024-11-27T08:16:07.702" v="134" actId="20577"/>
        <pc:sldMkLst>
          <pc:docMk/>
          <pc:sldMk cId="2489144692" sldId="306"/>
        </pc:sldMkLst>
        <pc:spChg chg="mod">
          <ac:chgData name="Tomáš Bratina" userId="2033f5136aa55253" providerId="LiveId" clId="{959F4D24-688D-4A37-9ED9-449EB4ABAA9F}" dt="2024-11-27T08:16:07.702" v="134" actId="20577"/>
          <ac:spMkLst>
            <pc:docMk/>
            <pc:sldMk cId="2489144692" sldId="306"/>
            <ac:spMk id="2" creationId="{9A476DA7-E50F-8B0E-44E5-57F2C5A531D3}"/>
          </ac:spMkLst>
        </pc:spChg>
      </pc:sldChg>
      <pc:sldChg chg="ord">
        <pc:chgData name="Tomáš Bratina" userId="2033f5136aa55253" providerId="LiveId" clId="{959F4D24-688D-4A37-9ED9-449EB4ABAA9F}" dt="2024-11-27T08:15:16.642" v="128"/>
        <pc:sldMkLst>
          <pc:docMk/>
          <pc:sldMk cId="780753000" sldId="311"/>
        </pc:sldMkLst>
      </pc:sldChg>
      <pc:sldChg chg="addSp delSp modSp new mod">
        <pc:chgData name="Tomáš Bratina" userId="2033f5136aa55253" providerId="LiveId" clId="{959F4D24-688D-4A37-9ED9-449EB4ABAA9F}" dt="2024-11-27T10:06:18.626" v="162" actId="20577"/>
        <pc:sldMkLst>
          <pc:docMk/>
          <pc:sldMk cId="2201295664" sldId="317"/>
        </pc:sldMkLst>
        <pc:spChg chg="mod">
          <ac:chgData name="Tomáš Bratina" userId="2033f5136aa55253" providerId="LiveId" clId="{959F4D24-688D-4A37-9ED9-449EB4ABAA9F}" dt="2024-11-27T10:06:18.626" v="162" actId="20577"/>
          <ac:spMkLst>
            <pc:docMk/>
            <pc:sldMk cId="2201295664" sldId="317"/>
            <ac:spMk id="2" creationId="{DCF90EF5-129D-7EB6-2AC0-147EFF83ADA9}"/>
          </ac:spMkLst>
        </pc:spChg>
        <pc:spChg chg="del">
          <ac:chgData name="Tomáš Bratina" userId="2033f5136aa55253" providerId="LiveId" clId="{959F4D24-688D-4A37-9ED9-449EB4ABAA9F}" dt="2024-11-27T10:06:01.820" v="136" actId="931"/>
          <ac:spMkLst>
            <pc:docMk/>
            <pc:sldMk cId="2201295664" sldId="317"/>
            <ac:spMk id="3" creationId="{18C7782A-8213-2F1A-62CC-9D3114368394}"/>
          </ac:spMkLst>
        </pc:spChg>
        <pc:picChg chg="add mod">
          <ac:chgData name="Tomáš Bratina" userId="2033f5136aa55253" providerId="LiveId" clId="{959F4D24-688D-4A37-9ED9-449EB4ABAA9F}" dt="2024-11-27T10:06:03.516" v="138" actId="962"/>
          <ac:picMkLst>
            <pc:docMk/>
            <pc:sldMk cId="2201295664" sldId="317"/>
            <ac:picMk id="5" creationId="{AB845056-C207-E151-C95F-56EB3828E0A1}"/>
          </ac:picMkLst>
        </pc:picChg>
      </pc:sldChg>
    </pc:docChg>
  </pc:docChgLst>
  <pc:docChgLst>
    <pc:chgData name="Tomáš Bratina" userId="2033f5136aa55253" providerId="LiveId" clId="{EC1D534B-6CFF-45D4-8784-84418F5BD20E}"/>
    <pc:docChg chg="undo custSel addSld delSld modSld">
      <pc:chgData name="Tomáš Bratina" userId="2033f5136aa55253" providerId="LiveId" clId="{EC1D534B-6CFF-45D4-8784-84418F5BD20E}" dt="2024-11-26T18:27:46.724" v="94" actId="962"/>
      <pc:docMkLst>
        <pc:docMk/>
      </pc:docMkLst>
      <pc:sldChg chg="del">
        <pc:chgData name="Tomáš Bratina" userId="2033f5136aa55253" providerId="LiveId" clId="{EC1D534B-6CFF-45D4-8784-84418F5BD20E}" dt="2024-11-26T18:22:23.368" v="4" actId="47"/>
        <pc:sldMkLst>
          <pc:docMk/>
          <pc:sldMk cId="214465584" sldId="310"/>
        </pc:sldMkLst>
      </pc:sldChg>
      <pc:sldChg chg="addSp delSp modSp new mod">
        <pc:chgData name="Tomáš Bratina" userId="2033f5136aa55253" providerId="LiveId" clId="{EC1D534B-6CFF-45D4-8784-84418F5BD20E}" dt="2024-11-26T18:22:51.654" v="56" actId="1076"/>
        <pc:sldMkLst>
          <pc:docMk/>
          <pc:sldMk cId="780753000" sldId="311"/>
        </pc:sldMkLst>
        <pc:spChg chg="del">
          <ac:chgData name="Tomáš Bratina" userId="2033f5136aa55253" providerId="LiveId" clId="{EC1D534B-6CFF-45D4-8784-84418F5BD20E}" dt="2024-11-26T18:22:29.765" v="7" actId="478"/>
          <ac:spMkLst>
            <pc:docMk/>
            <pc:sldMk cId="780753000" sldId="311"/>
            <ac:spMk id="2" creationId="{9356E876-E789-EE49-3793-28EA2E8D9F6C}"/>
          </ac:spMkLst>
        </pc:spChg>
        <pc:spChg chg="del">
          <ac:chgData name="Tomáš Bratina" userId="2033f5136aa55253" providerId="LiveId" clId="{EC1D534B-6CFF-45D4-8784-84418F5BD20E}" dt="2024-11-26T18:22:18.435" v="1" actId="931"/>
          <ac:spMkLst>
            <pc:docMk/>
            <pc:sldMk cId="780753000" sldId="311"/>
            <ac:spMk id="3" creationId="{E3AB27BE-9102-D31F-196E-4FC42695B79F}"/>
          </ac:spMkLst>
        </pc:spChg>
        <pc:spChg chg="add del mod">
          <ac:chgData name="Tomáš Bratina" userId="2033f5136aa55253" providerId="LiveId" clId="{EC1D534B-6CFF-45D4-8784-84418F5BD20E}" dt="2024-11-26T18:22:28.783" v="6" actId="478"/>
          <ac:spMkLst>
            <pc:docMk/>
            <pc:sldMk cId="780753000" sldId="311"/>
            <ac:spMk id="7" creationId="{04B84F03-21D1-4BDB-4A42-080FA5D75789}"/>
          </ac:spMkLst>
        </pc:spChg>
        <pc:picChg chg="add del mod">
          <ac:chgData name="Tomáš Bratina" userId="2033f5136aa55253" providerId="LiveId" clId="{EC1D534B-6CFF-45D4-8784-84418F5BD20E}" dt="2024-11-26T18:22:51.654" v="56" actId="1076"/>
          <ac:picMkLst>
            <pc:docMk/>
            <pc:sldMk cId="780753000" sldId="311"/>
            <ac:picMk id="5" creationId="{467DC722-A078-1F4A-DCDE-4361B5205C1D}"/>
          </ac:picMkLst>
        </pc:picChg>
      </pc:sldChg>
      <pc:sldChg chg="addSp delSp modSp new mod setBg">
        <pc:chgData name="Tomáš Bratina" userId="2033f5136aa55253" providerId="LiveId" clId="{EC1D534B-6CFF-45D4-8784-84418F5BD20E}" dt="2024-11-26T18:23:40.553" v="64" actId="1076"/>
        <pc:sldMkLst>
          <pc:docMk/>
          <pc:sldMk cId="1939044137" sldId="312"/>
        </pc:sldMkLst>
        <pc:spChg chg="del">
          <ac:chgData name="Tomáš Bratina" userId="2033f5136aa55253" providerId="LiveId" clId="{EC1D534B-6CFF-45D4-8784-84418F5BD20E}" dt="2024-11-26T18:23:31.220" v="61" actId="478"/>
          <ac:spMkLst>
            <pc:docMk/>
            <pc:sldMk cId="1939044137" sldId="312"/>
            <ac:spMk id="2" creationId="{0AA4497B-B4E3-4995-3B75-DF8877722FA5}"/>
          </ac:spMkLst>
        </pc:spChg>
        <pc:spChg chg="del">
          <ac:chgData name="Tomáš Bratina" userId="2033f5136aa55253" providerId="LiveId" clId="{EC1D534B-6CFF-45D4-8784-84418F5BD20E}" dt="2024-11-26T18:23:25.863" v="58" actId="931"/>
          <ac:spMkLst>
            <pc:docMk/>
            <pc:sldMk cId="1939044137" sldId="312"/>
            <ac:spMk id="3" creationId="{52304DF8-2408-F0D0-8C6A-7980FADC7BDA}"/>
          </ac:spMkLst>
        </pc:spChg>
        <pc:spChg chg="add del">
          <ac:chgData name="Tomáš Bratina" userId="2033f5136aa55253" providerId="LiveId" clId="{EC1D534B-6CFF-45D4-8784-84418F5BD20E}" dt="2024-11-26T18:23:37.875" v="63" actId="26606"/>
          <ac:spMkLst>
            <pc:docMk/>
            <pc:sldMk cId="1939044137" sldId="312"/>
            <ac:spMk id="10" creationId="{5674BE52-A142-43B6-97D5-C368C9A16D6E}"/>
          </ac:spMkLst>
        </pc:spChg>
        <pc:picChg chg="add mod">
          <ac:chgData name="Tomáš Bratina" userId="2033f5136aa55253" providerId="LiveId" clId="{EC1D534B-6CFF-45D4-8784-84418F5BD20E}" dt="2024-11-26T18:23:40.553" v="64" actId="1076"/>
          <ac:picMkLst>
            <pc:docMk/>
            <pc:sldMk cId="1939044137" sldId="312"/>
            <ac:picMk id="5" creationId="{87F0220C-E681-EB81-B802-E9853E6250CF}"/>
          </ac:picMkLst>
        </pc:picChg>
      </pc:sldChg>
      <pc:sldChg chg="addSp delSp modSp add mod">
        <pc:chgData name="Tomáš Bratina" userId="2033f5136aa55253" providerId="LiveId" clId="{EC1D534B-6CFF-45D4-8784-84418F5BD20E}" dt="2024-11-26T18:24:04.473" v="70" actId="478"/>
        <pc:sldMkLst>
          <pc:docMk/>
          <pc:sldMk cId="2543889861" sldId="313"/>
        </pc:sldMkLst>
        <pc:spChg chg="add del mod">
          <ac:chgData name="Tomáš Bratina" userId="2033f5136aa55253" providerId="LiveId" clId="{EC1D534B-6CFF-45D4-8784-84418F5BD20E}" dt="2024-11-26T18:24:04.473" v="70" actId="478"/>
          <ac:spMkLst>
            <pc:docMk/>
            <pc:sldMk cId="2543889861" sldId="313"/>
            <ac:spMk id="6" creationId="{9AC9348A-6428-51AA-2D71-2B0215AEFE6D}"/>
          </ac:spMkLst>
        </pc:spChg>
        <pc:picChg chg="add mod">
          <ac:chgData name="Tomáš Bratina" userId="2033f5136aa55253" providerId="LiveId" clId="{EC1D534B-6CFF-45D4-8784-84418F5BD20E}" dt="2024-11-26T18:23:58.510" v="67" actId="27614"/>
          <ac:picMkLst>
            <pc:docMk/>
            <pc:sldMk cId="2543889861" sldId="313"/>
            <ac:picMk id="3" creationId="{2EAFE1EA-9CDD-A6CD-85AB-25120372C4AB}"/>
          </ac:picMkLst>
        </pc:picChg>
        <pc:picChg chg="del mod">
          <ac:chgData name="Tomáš Bratina" userId="2033f5136aa55253" providerId="LiveId" clId="{EC1D534B-6CFF-45D4-8784-84418F5BD20E}" dt="2024-11-26T18:24:01.234" v="69" actId="478"/>
          <ac:picMkLst>
            <pc:docMk/>
            <pc:sldMk cId="2543889861" sldId="313"/>
            <ac:picMk id="5" creationId="{0240607C-577E-6B49-EEA8-5A1938E5B1B5}"/>
          </ac:picMkLst>
        </pc:picChg>
      </pc:sldChg>
      <pc:sldChg chg="addSp delSp modSp add mod">
        <pc:chgData name="Tomáš Bratina" userId="2033f5136aa55253" providerId="LiveId" clId="{EC1D534B-6CFF-45D4-8784-84418F5BD20E}" dt="2024-11-26T18:24:44.118" v="77" actId="1076"/>
        <pc:sldMkLst>
          <pc:docMk/>
          <pc:sldMk cId="1177749012" sldId="314"/>
        </pc:sldMkLst>
        <pc:picChg chg="del">
          <ac:chgData name="Tomáš Bratina" userId="2033f5136aa55253" providerId="LiveId" clId="{EC1D534B-6CFF-45D4-8784-84418F5BD20E}" dt="2024-11-26T18:24:32.853" v="76" actId="478"/>
          <ac:picMkLst>
            <pc:docMk/>
            <pc:sldMk cId="1177749012" sldId="314"/>
            <ac:picMk id="3" creationId="{F44477EE-AC3A-4873-1432-23C3663DD763}"/>
          </ac:picMkLst>
        </pc:picChg>
        <pc:picChg chg="add mod">
          <ac:chgData name="Tomáš Bratina" userId="2033f5136aa55253" providerId="LiveId" clId="{EC1D534B-6CFF-45D4-8784-84418F5BD20E}" dt="2024-11-26T18:24:44.118" v="77" actId="1076"/>
          <ac:picMkLst>
            <pc:docMk/>
            <pc:sldMk cId="1177749012" sldId="314"/>
            <ac:picMk id="4" creationId="{226E0B57-F907-7F98-2EC9-03524A6B3302}"/>
          </ac:picMkLst>
        </pc:picChg>
      </pc:sldChg>
      <pc:sldChg chg="addSp delSp modSp add mod">
        <pc:chgData name="Tomáš Bratina" userId="2033f5136aa55253" providerId="LiveId" clId="{EC1D534B-6CFF-45D4-8784-84418F5BD20E}" dt="2024-11-26T18:26:55.737" v="90" actId="962"/>
        <pc:sldMkLst>
          <pc:docMk/>
          <pc:sldMk cId="2710867700" sldId="315"/>
        </pc:sldMkLst>
        <pc:picChg chg="add del mod">
          <ac:chgData name="Tomáš Bratina" userId="2033f5136aa55253" providerId="LiveId" clId="{EC1D534B-6CFF-45D4-8784-84418F5BD20E}" dt="2024-11-26T18:25:31.215" v="83" actId="478"/>
          <ac:picMkLst>
            <pc:docMk/>
            <pc:sldMk cId="2710867700" sldId="315"/>
            <ac:picMk id="3" creationId="{A3E1C724-C0F6-52FE-0967-83ED95C77E98}"/>
          </ac:picMkLst>
        </pc:picChg>
        <pc:picChg chg="del">
          <ac:chgData name="Tomáš Bratina" userId="2033f5136aa55253" providerId="LiveId" clId="{EC1D534B-6CFF-45D4-8784-84418F5BD20E}" dt="2024-11-26T18:24:54.180" v="79" actId="478"/>
          <ac:picMkLst>
            <pc:docMk/>
            <pc:sldMk cId="2710867700" sldId="315"/>
            <ac:picMk id="4" creationId="{D9CA2B73-B034-3ABE-BF48-03549E16F576}"/>
          </ac:picMkLst>
        </pc:picChg>
        <pc:picChg chg="add del mod">
          <ac:chgData name="Tomáš Bratina" userId="2033f5136aa55253" providerId="LiveId" clId="{EC1D534B-6CFF-45D4-8784-84418F5BD20E}" dt="2024-11-26T18:25:52.917" v="87" actId="478"/>
          <ac:picMkLst>
            <pc:docMk/>
            <pc:sldMk cId="2710867700" sldId="315"/>
            <ac:picMk id="6" creationId="{9D04E1FA-0728-550F-3E08-8C19211C7A88}"/>
          </ac:picMkLst>
        </pc:picChg>
        <pc:picChg chg="add mod">
          <ac:chgData name="Tomáš Bratina" userId="2033f5136aa55253" providerId="LiveId" clId="{EC1D534B-6CFF-45D4-8784-84418F5BD20E}" dt="2024-11-26T18:26:55.737" v="90" actId="962"/>
          <ac:picMkLst>
            <pc:docMk/>
            <pc:sldMk cId="2710867700" sldId="315"/>
            <ac:picMk id="8" creationId="{2897D5E5-7444-3724-ABCE-752ACCF2149A}"/>
          </ac:picMkLst>
        </pc:picChg>
      </pc:sldChg>
      <pc:sldChg chg="addSp modSp add mod">
        <pc:chgData name="Tomáš Bratina" userId="2033f5136aa55253" providerId="LiveId" clId="{EC1D534B-6CFF-45D4-8784-84418F5BD20E}" dt="2024-11-26T18:27:46.724" v="94" actId="962"/>
        <pc:sldMkLst>
          <pc:docMk/>
          <pc:sldMk cId="201453097" sldId="316"/>
        </pc:sldMkLst>
        <pc:picChg chg="add mod">
          <ac:chgData name="Tomáš Bratina" userId="2033f5136aa55253" providerId="LiveId" clId="{EC1D534B-6CFF-45D4-8784-84418F5BD20E}" dt="2024-11-26T18:27:46.724" v="94" actId="962"/>
          <ac:picMkLst>
            <pc:docMk/>
            <pc:sldMk cId="201453097" sldId="316"/>
            <ac:picMk id="3" creationId="{3FCE5743-A91E-F409-7707-C3C65284FC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lindaslilleverden.no/2019/10/10/tips-til-rampestreker-for-rampenissen-i-desember-1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lindaslilleverden.no/2019/10/10/tips-til-rampestreker-for-rampenissen-i-desember-1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meny.no/tema/jul/julekalender/rampenisse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meny.no/Tema/Jul/rampenisse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ngo.no/rampenissens-adventskalender-uke2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erg.ooo/2022/12/07/rampestreker-fra-rampenissen-dag-07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erg.ooo/2022/12/07/rampestreker-fra-rampenissen-dag-07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ntheresedagsland.no/category/rampenissen/" TargetMode="External"/><Relationship Id="rId4" Type="http://schemas.openxmlformats.org/officeDocument/2006/relationships/image" Target="../media/image7.jp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FD142C-1427-D909-29EE-C1C68D8D7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872BD15-1E2C-DE75-39BB-7075EE143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27.11.2024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370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52D3BCF-5FFD-4370-BBC0-949A4CAEC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AF7891E-857B-435C-B27A-FAA12E672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45EF1FD-69C8-F79F-DCBA-75C97E17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Doplňte tabulku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1C397278-2CA4-14FC-E0F1-96257DADD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240947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 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1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63D79-B978-7AAA-5870-F16F6DB0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84CE2F6-BC73-584E-66F8-D9B1B4D41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131C94C-E742-B104-F96A-15415C80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6BCCF9F-2920-7782-CFE3-FEB9BEC7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Doplňte 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420375AD-A60D-85B1-DB5F-AFAA34CE6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815249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30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8CD77-2D43-54DF-E7AB-E92E705DB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51F7869-5BA4-5005-7217-6CA42A54E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1D4899FA-AF84-7754-4601-CECE71FA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857EA52-609C-F636-0792-8E97120E5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793C876F-0A63-6B24-70BF-C4C25F37C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068364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21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21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03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D18A3-E2B7-BB0B-D79F-DD65DE48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B24A47D-5B67-C316-2B25-413530C34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35C96C8-34E1-CB47-F326-7B428878F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EFFC41-BF3B-DBC3-4973-1E0F9F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6AAB7CD6-5A88-A36C-6FAF-FBA24EF29E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623853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87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31887-47FC-9663-FAF8-08B233DD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A45212B7-A44A-4816-5E44-D2630B914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44910B3-A377-BE31-D837-B82CCBD9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3EFC98-4B7F-F84D-63B1-ECAF4A8B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D748DB6D-D1A5-3017-E8EC-133EC3B07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198657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55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1BAF7-4826-C4E4-709A-75AC7324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61409D41-6192-C71A-A777-845F7303D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BA68BC0-9AE6-DC3C-B622-7AD5A62B1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6E8536-AD55-72D3-C0C5-EEB50AFE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60C4EC7A-ED0E-D16B-5728-38A5DD7B1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462623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69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A5996-3B9B-F8D3-0D71-D64D4298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17C4897-5C37-0A8E-1A3C-8BB5E3FD4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0A40BEC4-E001-7C97-3A4E-2D43F3B8F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AD4C56-521A-2F7C-F789-A3E9BC1E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7F608863-5AA5-5360-CFAE-0C9CD71B6F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53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C50C7-265D-8370-B3F2-95878E9D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D1F0803-2ACB-4062-C4B3-5D537F2EA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„Rybář“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fisker</a:t>
            </a:r>
            <a:r>
              <a:rPr lang="cs-CZ" dirty="0"/>
              <a:t>“. Jak vytvoříme množné číslo?</a:t>
            </a:r>
          </a:p>
        </p:txBody>
      </p:sp>
    </p:spTree>
    <p:extLst>
      <p:ext uri="{BB962C8B-B14F-4D97-AF65-F5344CB8AC3E}">
        <p14:creationId xmlns:p14="http://schemas.microsoft.com/office/powerpoint/2010/main" val="271153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69F7-6702-9CED-257F-B96D5527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07F46A-7678-E424-3B97-549DF3BA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9C39CDA-E701-2A63-7C98-1165C404D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„Rybář“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fisker</a:t>
            </a:r>
            <a:r>
              <a:rPr lang="cs-CZ" dirty="0"/>
              <a:t>“. Jak vytvoříme množné číslo?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 algn="ctr">
              <a:buNone/>
            </a:pPr>
            <a:r>
              <a:rPr lang="nb-NO" dirty="0">
                <a:solidFill>
                  <a:schemeClr val="accent1"/>
                </a:solidFill>
              </a:rPr>
              <a:t>fisker</a:t>
            </a:r>
            <a:r>
              <a:rPr lang="nb-NO" b="1" dirty="0">
                <a:solidFill>
                  <a:schemeClr val="accent1"/>
                </a:solidFill>
              </a:rPr>
              <a:t>e</a:t>
            </a:r>
            <a:r>
              <a:rPr lang="nb-NO" dirty="0"/>
              <a:t> – </a:t>
            </a:r>
            <a:r>
              <a:rPr lang="nb-NO" dirty="0">
                <a:solidFill>
                  <a:schemeClr val="accent1"/>
                </a:solidFill>
              </a:rPr>
              <a:t>fisker</a:t>
            </a:r>
            <a:r>
              <a:rPr lang="nb-NO" b="1" dirty="0">
                <a:solidFill>
                  <a:schemeClr val="accent1"/>
                </a:solidFill>
              </a:rPr>
              <a:t>ne</a:t>
            </a:r>
            <a:r>
              <a:rPr lang="nb-NO" b="1" dirty="0"/>
              <a:t>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408494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B0EB-0E99-F7AA-1FBB-28DCC478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938017-D6DD-39BD-155F-978AE9C6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95C0C3-E1FE-6F4F-40CA-C3A2D6B9E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Prostředek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(et) </a:t>
            </a:r>
            <a:r>
              <a:rPr lang="cs-CZ" dirty="0" err="1">
                <a:solidFill>
                  <a:schemeClr val="accent1"/>
                </a:solidFill>
              </a:rPr>
              <a:t>middel</a:t>
            </a:r>
            <a:r>
              <a:rPr lang="cs-CZ" dirty="0"/>
              <a:t>“. Jak vytvoříme množné číslo?</a:t>
            </a:r>
          </a:p>
        </p:txBody>
      </p:sp>
    </p:spTree>
    <p:extLst>
      <p:ext uri="{BB962C8B-B14F-4D97-AF65-F5344CB8AC3E}">
        <p14:creationId xmlns:p14="http://schemas.microsoft.com/office/powerpoint/2010/main" val="245243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7EFF-D40C-D103-E642-32CE03F7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CC86B9-8ABB-CEC8-69FF-0DD9EACA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C3BFD9-3D5B-D91E-E283-92AAB7EF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Prostředek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(et) </a:t>
            </a:r>
            <a:r>
              <a:rPr lang="cs-CZ" dirty="0" err="1">
                <a:solidFill>
                  <a:schemeClr val="accent1"/>
                </a:solidFill>
              </a:rPr>
              <a:t>middel</a:t>
            </a:r>
            <a:r>
              <a:rPr lang="cs-CZ" dirty="0"/>
              <a:t>“. Jak vytvoříme množné číslo?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 algn="ctr">
              <a:buNone/>
            </a:pPr>
            <a:r>
              <a:rPr lang="nb-NO" dirty="0">
                <a:solidFill>
                  <a:schemeClr val="accent1"/>
                </a:solidFill>
              </a:rPr>
              <a:t>mi</a:t>
            </a:r>
            <a:r>
              <a:rPr lang="nb-NO" b="1" dirty="0">
                <a:solidFill>
                  <a:schemeClr val="accent1"/>
                </a:solidFill>
              </a:rPr>
              <a:t>dler</a:t>
            </a:r>
            <a:r>
              <a:rPr lang="nb-NO" dirty="0"/>
              <a:t> – </a:t>
            </a:r>
            <a:r>
              <a:rPr lang="nb-NO" dirty="0">
                <a:solidFill>
                  <a:schemeClr val="accent1"/>
                </a:solidFill>
              </a:rPr>
              <a:t>mi</a:t>
            </a:r>
            <a:r>
              <a:rPr lang="nb-NO" b="1" dirty="0">
                <a:solidFill>
                  <a:schemeClr val="accent1"/>
                </a:solidFill>
              </a:rPr>
              <a:t>dlene</a:t>
            </a:r>
            <a:r>
              <a:rPr lang="nb-NO" b="1" dirty="0"/>
              <a:t> </a:t>
            </a:r>
            <a:endParaRPr lang="cs-CZ" b="1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5696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7C3A-41E8-2A80-9B00-59AB5E35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7EA3E3-4208-02F6-4AD4-CC3BF47B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8EEDD7-702E-EC4E-3D6A-5F676F0E7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10771632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Angličan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engelskmann</a:t>
            </a:r>
            <a:r>
              <a:rPr lang="cs-CZ" dirty="0"/>
              <a:t>“. Jak vytvoříme množné číslo?</a:t>
            </a:r>
          </a:p>
        </p:txBody>
      </p:sp>
    </p:spTree>
    <p:extLst>
      <p:ext uri="{BB962C8B-B14F-4D97-AF65-F5344CB8AC3E}">
        <p14:creationId xmlns:p14="http://schemas.microsoft.com/office/powerpoint/2010/main" val="2067607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B9AF1-D2F3-E133-6FFA-DFC01495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E234FA-04A3-64C9-77C1-C25FAC87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B55B0D6-BC61-FB9C-35B2-AA6E69DF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10771632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Angličan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engelskmann</a:t>
            </a:r>
            <a:r>
              <a:rPr lang="cs-CZ" dirty="0"/>
              <a:t>“. Jak vytvoříme množné číslo?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 algn="ctr">
              <a:buNone/>
            </a:pPr>
            <a:r>
              <a:rPr lang="nb-NO" dirty="0">
                <a:solidFill>
                  <a:schemeClr val="accent1"/>
                </a:solidFill>
              </a:rPr>
              <a:t>engelsk</a:t>
            </a:r>
            <a:r>
              <a:rPr lang="nb-NO" b="1" dirty="0">
                <a:solidFill>
                  <a:schemeClr val="accent1"/>
                </a:solidFill>
              </a:rPr>
              <a:t>menn</a:t>
            </a:r>
            <a:r>
              <a:rPr lang="nb-NO" dirty="0"/>
              <a:t> – </a:t>
            </a:r>
            <a:r>
              <a:rPr lang="nb-NO" dirty="0">
                <a:solidFill>
                  <a:schemeClr val="accent1"/>
                </a:solidFill>
              </a:rPr>
              <a:t>engelsk</a:t>
            </a:r>
            <a:r>
              <a:rPr lang="nb-NO" b="1" dirty="0">
                <a:solidFill>
                  <a:schemeClr val="accent1"/>
                </a:solidFill>
              </a:rPr>
              <a:t>mennene</a:t>
            </a:r>
            <a:r>
              <a:rPr lang="nb-NO" b="1" dirty="0"/>
              <a:t>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592934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796A-69DF-27D4-E9DE-36CC3A91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74A908-9522-6185-950D-8AF299CE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7295E5-6E8A-518F-EB4E-406CE62BC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569988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EFA3-C77E-DF21-C0C8-F3423ABC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5B3416-048A-88DF-E7BA-7DD65741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B4FF65-55A2-8186-D84B-5C43033DC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3632139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117D-3EC2-4C73-AE02-E035C024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D8C3F1-3622-D281-4B16-0202008D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54070E5-AC93-DCA3-9157-64A291F2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r>
              <a:rPr lang="nb-NO" sz="2800" b="1" dirty="0"/>
              <a:t>fire bøker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2722719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F55FE-B778-71F1-5030-8D92515D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25FB03-FFE2-5F17-0074-132D2286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564E1A-93C1-130A-508B-0C98E23D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r>
              <a:rPr lang="nb-NO" sz="2800" b="1" dirty="0"/>
              <a:t>fire bøker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r>
              <a:rPr lang="nb-NO" sz="2800" b="1" dirty="0"/>
              <a:t>tre nordmenn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155681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1A2841-AF4F-9705-47C0-BB48A4FB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EF2EDDD-81E1-860B-B274-864A901A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r>
              <a:rPr lang="nb-NO" sz="2800" b="1" dirty="0"/>
              <a:t>fire bøker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r>
              <a:rPr lang="nb-NO" sz="2800" b="1" dirty="0"/>
              <a:t>tre nordmenn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r>
              <a:rPr lang="nb-NO" sz="2800" b="1" dirty="0"/>
              <a:t>ti kroner</a:t>
            </a:r>
          </a:p>
        </p:txBody>
      </p:sp>
    </p:spTree>
    <p:extLst>
      <p:ext uri="{BB962C8B-B14F-4D97-AF65-F5344CB8AC3E}">
        <p14:creationId xmlns:p14="http://schemas.microsoft.com/office/powerpoint/2010/main" val="2217656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78F3-F14D-A057-3C3D-ED3F0F15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B24AF-6E4C-06D4-3B4A-DE152158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CAEE88-C797-97E7-0A66-65CCD478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3375953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56A6-F769-C97B-E124-729869BA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52A5AB-1799-A250-4748-787F7A1D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89C4E0-FDBC-2FA0-FADD-0DEC39A7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4289947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BA97-3B94-D593-E371-1E2FC2D7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6C3F4E-1419-6998-2CE9-011C7B6D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EFBE05-9525-4792-4DF4-0FFB7708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1217515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1FBCE-09A0-2911-3FEE-07933AA99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6E25CC-6603-FD1F-C66D-DA0B53DE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0DF330E-C4B9-24F2-2076-63D4A9057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r>
              <a:rPr lang="nb-NO" sz="2800" b="1" dirty="0"/>
              <a:t>sju kirker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1620107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3C6B-9353-D537-9D06-6B44B337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346AA5-6B81-5ACC-3774-1B76FE5E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FBBE98C-6B76-3063-3658-53F8A9C2F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r>
              <a:rPr lang="nb-NO" sz="2800" b="1" dirty="0"/>
              <a:t>sju kirker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  <a:r>
              <a:rPr lang="nb-NO" sz="2800" b="1" dirty="0"/>
              <a:t>ni veier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3100350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0185-E077-1B5F-9601-BA3F9EDD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51336D-D01A-1D4D-043D-CE4B98A8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16904C-B43B-865C-932A-A5800323D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r>
              <a:rPr lang="nb-NO" sz="2800" b="1" dirty="0"/>
              <a:t>sju kirker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  <a:r>
              <a:rPr lang="nb-NO" sz="2800" b="1" dirty="0"/>
              <a:t>ni veier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r>
              <a:rPr lang="nb-NO" sz="2800" b="1" dirty="0"/>
              <a:t>elleve tsjekkere</a:t>
            </a:r>
          </a:p>
        </p:txBody>
      </p:sp>
    </p:spTree>
    <p:extLst>
      <p:ext uri="{BB962C8B-B14F-4D97-AF65-F5344CB8AC3E}">
        <p14:creationId xmlns:p14="http://schemas.microsoft.com/office/powerpoint/2010/main" val="19737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64CA3A-7F59-454F-1BF6-D25E821D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EF691E6-61E5-1F33-E02F-2B38A5BA1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021433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744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91E7-9751-433F-A0CF-A3E36632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71233F-CBF3-558E-33EC-033B45FA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00671C87-8AAD-EB52-B212-E83C0363D5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49330A5B-A2CA-B88A-23B5-93A544C3F79E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97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A62A-5056-27F6-D69F-4416577C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5C6317-7075-58DD-9ABF-5C847727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5E827530-65BC-DE8D-00E7-5877F7F7F4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64523922-ED03-573F-A1DC-41474704554A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0FF8644C-092B-066B-5088-60D7A39A7EA7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180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549F0-46F3-6A0B-50FA-AE54EC58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960668-398F-35C4-DE8B-D923E377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B13456DB-4FF2-5C3E-9FE5-1FE2936A7D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2D0FDA12-E46F-51FA-B91D-F6DAE2F3A5FF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ED4CE7E1-7E1F-ED1F-F841-0CE18C3F44BF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89B1D59F-6418-09EE-B43A-4DD37ECE0AFB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3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C891-DCFD-9BC2-1616-A7DB24D5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A87FF4-1AC1-AF75-B48B-48AE3359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A509932B-2BFB-4856-581B-05F6315CAF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900D005B-CEED-997E-B228-2AE095CCF661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97AFAD46-1BDC-DFA7-CEE4-2968A34C66D6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438AFD9E-8324-0385-AAA2-0E2161B6244D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56563030-E31C-A036-AF6A-C1846E1DC775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25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3E647-67B6-28A3-633E-56071DDA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43E8E4-1FC9-BB5B-546B-7A43B865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190C661E-214B-74ED-B1B3-0582114CD0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758F0E4F-D5D1-43C3-5880-A9B467619C17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4F0FFB14-9864-A3EB-FD9E-4B97BC7E01AD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9E02509A-275C-515B-65AC-C8FB593A1729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BDAA100B-CED4-0976-0A2E-6DA40CD91446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30A13188-2F41-BCC0-5217-D6AD3965A80E}"/>
              </a:ext>
            </a:extLst>
          </p:cNvPr>
          <p:cNvCxnSpPr/>
          <p:nvPr/>
        </p:nvCxnSpPr>
        <p:spPr>
          <a:xfrm flipV="1">
            <a:off x="1347537" y="3625516"/>
            <a:ext cx="4507831" cy="46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919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EB97-826D-8DD2-1306-72260FA4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83BBFD-418B-8C36-C0D4-6E575D91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DF7D4A0B-8039-54DB-DFE2-15353BD6E2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D9DE334A-5F26-AA5B-85C9-C154334EC18E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D1EFE7F8-7B89-D81E-6E05-AE124638AD0D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DBDDD8E3-A216-F939-BA96-ADF18412066F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AE28EFBA-9358-A216-E1B0-CFEE6C3A7F91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201B6658-252B-ACA6-632F-D848EB6CB1E4}"/>
              </a:ext>
            </a:extLst>
          </p:cNvPr>
          <p:cNvCxnSpPr/>
          <p:nvPr/>
        </p:nvCxnSpPr>
        <p:spPr>
          <a:xfrm flipV="1">
            <a:off x="1347537" y="3625516"/>
            <a:ext cx="4507831" cy="46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D6C08F00-9FD0-EC19-0AD6-37F962C83E83}"/>
              </a:ext>
            </a:extLst>
          </p:cNvPr>
          <p:cNvCxnSpPr/>
          <p:nvPr/>
        </p:nvCxnSpPr>
        <p:spPr>
          <a:xfrm flipV="1"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678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C744-0643-8EE1-65B9-E694FB0D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66C51-8B29-754F-88A9-255252DB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1AD8FB7-775C-F73E-7417-CB0BAD0091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0F431301-F3D5-75EA-3E90-E15C99B9D2BD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3362E4C7-5FB1-E126-B1BD-14A03001F2C3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36C7BC15-5461-032A-AEFF-A2558C98CBAC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2BE449E6-CC44-EF40-19D5-437B58905141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A0199F08-783D-AF47-4DD2-5A50B67845EE}"/>
              </a:ext>
            </a:extLst>
          </p:cNvPr>
          <p:cNvCxnSpPr/>
          <p:nvPr/>
        </p:nvCxnSpPr>
        <p:spPr>
          <a:xfrm flipV="1">
            <a:off x="1347537" y="3625516"/>
            <a:ext cx="4507831" cy="46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32D6E12F-42AA-BE47-A30D-6F639079C6FA}"/>
              </a:ext>
            </a:extLst>
          </p:cNvPr>
          <p:cNvCxnSpPr/>
          <p:nvPr/>
        </p:nvCxnSpPr>
        <p:spPr>
          <a:xfrm flipV="1"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D2B12192-8EE7-8319-5285-12255077A60B}"/>
              </a:ext>
            </a:extLst>
          </p:cNvPr>
          <p:cNvCxnSpPr/>
          <p:nvPr/>
        </p:nvCxnSpPr>
        <p:spPr>
          <a:xfrm>
            <a:off x="1347537" y="5005137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79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6C95-DCEB-C06B-11EC-E24AD5C6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1A2D3A-2905-30AF-74A5-85AF9CAA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B9986E98-DDF1-4AA4-0F87-F4EF81817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03998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04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CEEF-83A6-85A8-798F-77297A03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CDA9D9-D058-0703-0C91-49D0A817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440D51FD-9268-D8BA-C208-6ED32DDBE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2150248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242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DFB4-9F94-1133-169F-9FBAB5D2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282FDF-F63F-55F3-83BF-F7997F5F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3C08467-E1BB-AF89-F1F4-558986DA1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963422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641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3943-C82C-C453-BC97-33F33AFB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6AF825-F1BA-6B82-034F-73EFB491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4C0862B2-1C25-D08D-D24E-701C71A5B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563234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720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1AEF-CAFC-F948-5C8E-80F83BFE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9EC77D-47B9-8874-2F6C-62700675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B8FADFC-FECE-B3C8-9C22-5AF27FA72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312571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862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DDD0-9322-947B-E1CD-CC1EE342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62D0BF-445B-510B-6ACE-D97AEE734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254D863E-7555-AFC7-B401-08C6026BC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95235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24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751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DCEB-6904-3F6B-B980-4F5C5BD1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AB4845-EE8A-1D20-A459-49261565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524BA804-3AB2-FE39-03B4-C921B3EDE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606442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24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80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097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1721A-3415-626B-EC90-3334AB5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15D0F5-5198-0993-CC18-449E539E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6385238-AFA1-6FF5-524A-0DD4B6621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110672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24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80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49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8869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668D84-F511-18D2-557F-2C660415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872216" cy="1180212"/>
          </a:xfrm>
        </p:spPr>
        <p:txBody>
          <a:bodyPr/>
          <a:lstStyle/>
          <a:p>
            <a:r>
              <a:rPr lang="nb-NO" sz="4500" dirty="0"/>
              <a:t>+ pluss </a:t>
            </a:r>
            <a:r>
              <a:rPr lang="cs-CZ" sz="3000" dirty="0"/>
              <a:t>[plus:]</a:t>
            </a:r>
            <a:r>
              <a:rPr lang="nb-NO" dirty="0"/>
              <a:t>	</a:t>
            </a:r>
            <a:r>
              <a:rPr lang="nb-NO" sz="4800" dirty="0"/>
              <a:t>–</a:t>
            </a:r>
            <a:r>
              <a:rPr lang="nb-NO" sz="4500" dirty="0"/>
              <a:t> minus </a:t>
            </a:r>
            <a:r>
              <a:rPr lang="cs-CZ" sz="3000" dirty="0"/>
              <a:t>[</a:t>
            </a:r>
            <a:r>
              <a:rPr lang="nb-NO" sz="3000" baseline="30000" dirty="0"/>
              <a:t>1</a:t>
            </a:r>
            <a:r>
              <a:rPr lang="cs-CZ" sz="3000" dirty="0" err="1"/>
              <a:t>mi:nus</a:t>
            </a:r>
            <a:r>
              <a:rPr lang="cs-CZ" sz="3000" dirty="0"/>
              <a:t>]</a:t>
            </a:r>
            <a:r>
              <a:rPr lang="nb-NO" sz="3000" dirty="0"/>
              <a:t>	</a:t>
            </a:r>
            <a:r>
              <a:rPr lang="nb-NO" sz="4500" dirty="0"/>
              <a:t>= er (lik)</a:t>
            </a:r>
            <a:endParaRPr lang="sk-SK" sz="45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F9C4BE5-6673-7E8F-FAFA-5ACBE097A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3 + 2 = 5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9 – 3 = 6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7 – 4 = 3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5 + 7 = 12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15 – 11 = 4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18 – 3 = 15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17 + 2 = 19</a:t>
            </a:r>
            <a:endParaRPr lang="sk-SK" sz="2700" dirty="0"/>
          </a:p>
        </p:txBody>
      </p:sp>
    </p:spTree>
    <p:extLst>
      <p:ext uri="{BB962C8B-B14F-4D97-AF65-F5344CB8AC3E}">
        <p14:creationId xmlns:p14="http://schemas.microsoft.com/office/powerpoint/2010/main" val="2406679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3937-DFC2-1603-DD40-B01E727F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C1E7A-E4AC-3A27-DA72-E95B7889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89356"/>
          </a:xfrm>
        </p:spPr>
        <p:txBody>
          <a:bodyPr>
            <a:normAutofit fontScale="90000"/>
          </a:bodyPr>
          <a:lstStyle/>
          <a:p>
            <a:r>
              <a:rPr lang="cs-CZ" dirty="0"/>
              <a:t>Na základě článku utvořte dialog mezi: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FF8212-64BC-5DAC-8570-B0878156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83080"/>
            <a:ext cx="10552176" cy="4398264"/>
          </a:xfrm>
        </p:spPr>
        <p:txBody>
          <a:bodyPr/>
          <a:lstStyle/>
          <a:p>
            <a:pPr marL="0" indent="0">
              <a:buNone/>
            </a:pPr>
            <a:endParaRPr lang="cs-CZ" sz="2800" dirty="0"/>
          </a:p>
          <a:p>
            <a:r>
              <a:rPr lang="cs-CZ" sz="2800" dirty="0"/>
              <a:t>číšníkem/číšnicí (</a:t>
            </a:r>
            <a:r>
              <a:rPr lang="nb-NO" sz="2800" dirty="0">
                <a:solidFill>
                  <a:schemeClr val="accent1"/>
                </a:solidFill>
              </a:rPr>
              <a:t>en </a:t>
            </a:r>
            <a:r>
              <a:rPr lang="cs-CZ" sz="2800" i="1" dirty="0" err="1">
                <a:solidFill>
                  <a:schemeClr val="accent1"/>
                </a:solidFill>
              </a:rPr>
              <a:t>servitør</a:t>
            </a:r>
            <a:r>
              <a:rPr lang="cs-CZ" sz="2800" dirty="0"/>
              <a:t>)</a:t>
            </a:r>
          </a:p>
          <a:p>
            <a:r>
              <a:rPr lang="cs-CZ" sz="2800" dirty="0"/>
              <a:t>zákazníkem/zákaznicí (</a:t>
            </a:r>
            <a:r>
              <a:rPr lang="nb-NO" sz="2800" dirty="0">
                <a:solidFill>
                  <a:schemeClr val="accent1"/>
                </a:solidFill>
              </a:rPr>
              <a:t>en </a:t>
            </a:r>
            <a:r>
              <a:rPr lang="cs-CZ" sz="2800" i="1" dirty="0" err="1">
                <a:solidFill>
                  <a:schemeClr val="accent1"/>
                </a:solidFill>
              </a:rPr>
              <a:t>kunde</a:t>
            </a:r>
            <a:r>
              <a:rPr lang="cs-CZ" sz="2800" dirty="0"/>
              <a:t>), který/</a:t>
            </a:r>
            <a:r>
              <a:rPr lang="cs-CZ" sz="2800" dirty="0" err="1"/>
              <a:t>kter</a:t>
            </a:r>
            <a:r>
              <a:rPr lang="sk-SK" sz="2800" dirty="0"/>
              <a:t>á</a:t>
            </a:r>
            <a:r>
              <a:rPr lang="cs-CZ" sz="2800" dirty="0"/>
              <a:t> si chce objednat: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lphaLcParenR"/>
            </a:pPr>
            <a:r>
              <a:rPr lang="cs-CZ" sz="2600" dirty="0"/>
              <a:t>dvojité espresso za 33 NOK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lphaLcParenR"/>
            </a:pPr>
            <a:r>
              <a:rPr lang="cs-CZ" sz="2600" dirty="0"/>
              <a:t>černou kávu (filtr) za 36 NOK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lphaLcParenR"/>
            </a:pPr>
            <a:r>
              <a:rPr lang="cs-CZ" sz="2600" dirty="0"/>
              <a:t>jedno cappuccino za 44 NOK</a:t>
            </a:r>
          </a:p>
        </p:txBody>
      </p:sp>
    </p:spTree>
    <p:extLst>
      <p:ext uri="{BB962C8B-B14F-4D97-AF65-F5344CB8AC3E}">
        <p14:creationId xmlns:p14="http://schemas.microsoft.com/office/powerpoint/2010/main" val="28544632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F90EF5-129D-7EB6-2AC0-147EFF83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Bankovky</a:t>
            </a:r>
          </a:p>
        </p:txBody>
      </p:sp>
      <p:pic>
        <p:nvPicPr>
          <p:cNvPr id="5" name="Zástupný obsah 4" descr="Obsah obrázku text, měna&#10;&#10;Popis byl vytvořen automaticky">
            <a:extLst>
              <a:ext uri="{FF2B5EF4-FFF2-40B4-BE49-F238E27FC236}">
                <a16:creationId xmlns:a16="http://schemas.microsoft.com/office/drawing/2014/main" id="{AB845056-C207-E151-C95F-56EB3828E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574988"/>
            <a:ext cx="10552112" cy="3016123"/>
          </a:xfrm>
        </p:spPr>
      </p:pic>
    </p:spTree>
    <p:extLst>
      <p:ext uri="{BB962C8B-B14F-4D97-AF65-F5344CB8AC3E}">
        <p14:creationId xmlns:p14="http://schemas.microsoft.com/office/powerpoint/2010/main" val="2201295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7B49-14F6-5EEC-6EC4-042927A4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DA41F9-C077-65E3-2BDF-8B731245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58876"/>
          </a:xfrm>
        </p:spPr>
        <p:txBody>
          <a:bodyPr/>
          <a:lstStyle/>
          <a:p>
            <a:r>
              <a:rPr lang="cs-CZ" dirty="0"/>
              <a:t>Stravování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CA30AB-7F1E-CC03-1C21-1CFAA53E4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sz="2700" dirty="0"/>
              <a:t>Rozložení denních jídel je trochu jiné než u nás. Snídaně (</a:t>
            </a:r>
            <a:r>
              <a:rPr lang="cs-CZ" sz="2700" b="1" dirty="0" err="1">
                <a:solidFill>
                  <a:schemeClr val="accent1"/>
                </a:solidFill>
              </a:rPr>
              <a:t>frokost</a:t>
            </a:r>
            <a:r>
              <a:rPr lang="cs-CZ" sz="2700" dirty="0"/>
              <a:t>) se skládá z kávy či čaje a cereálií s mlékem, polední jídlo (</a:t>
            </a:r>
            <a:r>
              <a:rPr lang="cs-CZ" sz="2700" b="1" dirty="0" err="1">
                <a:solidFill>
                  <a:schemeClr val="accent1"/>
                </a:solidFill>
              </a:rPr>
              <a:t>lunsj</a:t>
            </a:r>
            <a:r>
              <a:rPr lang="cs-CZ" sz="2700" dirty="0"/>
              <a:t>) je spíše přesnídávka: sendvič, žemle se sýrem nebo jen </a:t>
            </a:r>
            <a:r>
              <a:rPr lang="cs-CZ" sz="2700" i="1" dirty="0" err="1"/>
              <a:t>knekkebrød</a:t>
            </a:r>
            <a:r>
              <a:rPr lang="cs-CZ" sz="2700" dirty="0"/>
              <a:t> s oblíbeným hnědým sýrem. Hlavní jídlo dne je </a:t>
            </a:r>
            <a:r>
              <a:rPr lang="cs-CZ" sz="2700" b="1" dirty="0" err="1">
                <a:solidFill>
                  <a:schemeClr val="accent1"/>
                </a:solidFill>
              </a:rPr>
              <a:t>middag</a:t>
            </a:r>
            <a:r>
              <a:rPr lang="cs-CZ" sz="2700" dirty="0"/>
              <a:t>, podle rodinných zvyklostí mezi čtvrtou a šestou hodinou. Celá rodina se (pokud možno) sejde a připravuje teplé jídlo.</a:t>
            </a:r>
          </a:p>
        </p:txBody>
      </p:sp>
    </p:spTree>
    <p:extLst>
      <p:ext uri="{BB962C8B-B14F-4D97-AF65-F5344CB8AC3E}">
        <p14:creationId xmlns:p14="http://schemas.microsoft.com/office/powerpoint/2010/main" val="1373138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FA75B-6FD1-17F5-9705-4BE4F2B0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1F3FD1-4264-299C-46B9-D1D3B311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/>
              <a:t>Rampenissen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ED8688-B438-0743-05BD-211F7CB88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O adventu si lidé v Norsku dělají doma nepořádek. A svalují to na nezbedného skřítka. Ten totiž podle tradic o adventu doma řádí a děti ho pak podle různých stop hledají. </a:t>
            </a:r>
          </a:p>
        </p:txBody>
      </p:sp>
      <p:pic>
        <p:nvPicPr>
          <p:cNvPr id="5" name="Obrázok 4" descr="Obrázok, na ktorom je Vianoce, chlapec, hračka, ošatenie&#10;&#10;Automaticky generovaný popis">
            <a:extLst>
              <a:ext uri="{FF2B5EF4-FFF2-40B4-BE49-F238E27FC236}">
                <a16:creationId xmlns:a16="http://schemas.microsoft.com/office/drawing/2014/main" id="{BAF541A4-AE5C-EF00-5238-07041FC9D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83680" y="729167"/>
            <a:ext cx="5247639" cy="52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68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7A875-EA20-F495-9A24-786E3619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F3D388-CEC0-F617-0EDA-678C2567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735EA2-D2CF-814C-2DE8-46AF0F75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/>
              <a:t>Rampenissen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3B02790-4111-A77B-A811-A36D31A6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6640068" cy="38909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dirty="0"/>
              <a:t>Skřítek se jmenuje </a:t>
            </a:r>
            <a:r>
              <a:rPr lang="cs-CZ" b="1" dirty="0" err="1"/>
              <a:t>Rampenissen</a:t>
            </a:r>
            <a:r>
              <a:rPr lang="cs-CZ" dirty="0"/>
              <a:t>, má asi deset centimetrů a obvykle nosí červeno-bílý obleček s malou vánoční čepičkou podobnou té, co nosí Santa Klaus. V norských domácnostech provádí neplechu.</a:t>
            </a:r>
          </a:p>
        </p:txBody>
      </p:sp>
      <p:pic>
        <p:nvPicPr>
          <p:cNvPr id="5" name="Obrázok 4" descr="Obrázok, na ktorom je Vianoce, chlapec, hračka, ošatenie&#10;&#10;Automaticky generovaný popis">
            <a:extLst>
              <a:ext uri="{FF2B5EF4-FFF2-40B4-BE49-F238E27FC236}">
                <a16:creationId xmlns:a16="http://schemas.microsoft.com/office/drawing/2014/main" id="{7E373491-B127-D272-1A2C-13CEF89A8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09884" y="1316962"/>
            <a:ext cx="486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955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vnútri, zem&#10;&#10;Automaticky generovaný popis">
            <a:extLst>
              <a:ext uri="{FF2B5EF4-FFF2-40B4-BE49-F238E27FC236}">
                <a16:creationId xmlns:a16="http://schemas.microsoft.com/office/drawing/2014/main" id="{87F0220C-E681-EB81-B802-E9853E625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97767" y="1330325"/>
            <a:ext cx="5596466" cy="4197350"/>
          </a:xfrm>
        </p:spPr>
      </p:pic>
    </p:spTree>
    <p:extLst>
      <p:ext uri="{BB962C8B-B14F-4D97-AF65-F5344CB8AC3E}">
        <p14:creationId xmlns:p14="http://schemas.microsoft.com/office/powerpoint/2010/main" val="1939044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F404-5561-F7E3-DC26-235CE3B0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vnútri, stena, kúpeľňa, hračka&#10;&#10;Automaticky generovaný popis">
            <a:extLst>
              <a:ext uri="{FF2B5EF4-FFF2-40B4-BE49-F238E27FC236}">
                <a16:creationId xmlns:a16="http://schemas.microsoft.com/office/drawing/2014/main" id="{2EAFE1EA-9CDD-A6CD-85AB-25120372C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24529" y="0"/>
            <a:ext cx="5142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89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4E81-39D6-F90F-3A96-B5E6929C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 descr="Obrázok, na ktorom je ošatenie, spotrebič, vnútri&#10;&#10;Automaticky generovaný popis">
            <a:extLst>
              <a:ext uri="{FF2B5EF4-FFF2-40B4-BE49-F238E27FC236}">
                <a16:creationId xmlns:a16="http://schemas.microsoft.com/office/drawing/2014/main" id="{226E0B57-F907-7F98-2EC9-03524A6B3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4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49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3C61-AD33-1E6C-0A64-D60BCA2A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ok 7" descr="Obrázok, na ktorom je vnútri, Vianoce, podlaha, ozdobený&#10;&#10;Automaticky generovaný popis">
            <a:extLst>
              <a:ext uri="{FF2B5EF4-FFF2-40B4-BE49-F238E27FC236}">
                <a16:creationId xmlns:a16="http://schemas.microsoft.com/office/drawing/2014/main" id="{2897D5E5-7444-3724-ABCE-752ACCF2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00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67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3339-5B6E-1875-63AC-C46735F7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ok 7" descr="Obrázok, na ktorom je vnútri, Vianoce, podlaha, ozdobený&#10;&#10;Automaticky generovaný popis">
            <a:extLst>
              <a:ext uri="{FF2B5EF4-FFF2-40B4-BE49-F238E27FC236}">
                <a16:creationId xmlns:a16="http://schemas.microsoft.com/office/drawing/2014/main" id="{54093F88-1CA7-398C-A342-827766BF4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0000" y="1143000"/>
            <a:ext cx="4572000" cy="4572000"/>
          </a:xfrm>
          <a:prstGeom prst="rect">
            <a:avLst/>
          </a:prstGeom>
        </p:spPr>
      </p:pic>
      <p:pic>
        <p:nvPicPr>
          <p:cNvPr id="3" name="Obrázok 2" descr="Obrázok, na ktorom je Vianoce, ľudská tvár, vnútri, Štedrý deň&#10;&#10;Automaticky generovaný popis">
            <a:extLst>
              <a:ext uri="{FF2B5EF4-FFF2-40B4-BE49-F238E27FC236}">
                <a16:creationId xmlns:a16="http://schemas.microsoft.com/office/drawing/2014/main" id="{3FCE5743-A91E-F409-7707-C3C65284F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30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text, ošatenie, obuv, chlapec&#10;&#10;Automaticky generovaný popis">
            <a:extLst>
              <a:ext uri="{FF2B5EF4-FFF2-40B4-BE49-F238E27FC236}">
                <a16:creationId xmlns:a16="http://schemas.microsoft.com/office/drawing/2014/main" id="{467DC722-A078-1F4A-DCDE-4361B5205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548" y="495000"/>
            <a:ext cx="7768903" cy="5868000"/>
          </a:xfrm>
        </p:spPr>
      </p:pic>
    </p:spTree>
    <p:extLst>
      <p:ext uri="{BB962C8B-B14F-4D97-AF65-F5344CB8AC3E}">
        <p14:creationId xmlns:p14="http://schemas.microsoft.com/office/powerpoint/2010/main" val="7807530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7C95-02D3-5CB1-7FE5-0E7C2B75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C9429-6B67-6489-8CBD-DC7F30DE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6B392B0B-1573-9486-519B-54C843E5C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177021"/>
              </p:ext>
            </p:extLst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901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7B3F-EE10-3F20-0953-890E8AA8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5423EB-B453-3F31-C41A-8671F94D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32E58D5C-1C0E-9B7F-FD99-737E51276C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986897FA-74D5-2DC2-4714-EAC802554B49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311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24A6-4706-B9C3-6C9E-D4C76EE3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1E066-34E0-47B1-8D69-FF612D47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24019B0F-A9C1-39C1-5EDA-1EA4B3E54A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C1C4135B-FA65-8BBE-8C24-3EE8D5947461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7541C181-BE1A-F849-8010-A70857717265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734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3C8A-F43B-F1F9-E9B7-F3C31477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2AB74-6394-3B19-7BB9-11CEB623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846DE9ED-0C69-D030-4A80-8DE7822C05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128F98FB-9673-17B8-5AE9-BFDF69DD3632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6D43E2F2-BAA0-C55F-5A26-DB90A75D007B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51F78F64-964B-1B77-799D-BF3553A5A7FB}"/>
              </a:ext>
            </a:extLst>
          </p:cNvPr>
          <p:cNvCxnSpPr/>
          <p:nvPr/>
        </p:nvCxnSpPr>
        <p:spPr>
          <a:xfrm>
            <a:off x="2679192" y="3657600"/>
            <a:ext cx="3416808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5887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71A4-C576-F195-9173-6557089C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C56698-5C49-F43B-6B93-766B5A2F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26E652AF-F3E1-4B9C-0D90-C0CC66024F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602CA371-A984-984A-F897-FAE20BFC9C24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ED46B79F-1D95-055C-95E1-3A243D8BADE7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A5B6BBEF-33F5-FD5E-B839-496C4D486496}"/>
              </a:ext>
            </a:extLst>
          </p:cNvPr>
          <p:cNvCxnSpPr/>
          <p:nvPr/>
        </p:nvCxnSpPr>
        <p:spPr>
          <a:xfrm>
            <a:off x="2679192" y="3657600"/>
            <a:ext cx="3416808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925EC004-BBF1-848F-8FF3-DF92A5207663}"/>
              </a:ext>
            </a:extLst>
          </p:cNvPr>
          <p:cNvCxnSpPr>
            <a:cxnSpLocks/>
          </p:cNvCxnSpPr>
          <p:nvPr/>
        </p:nvCxnSpPr>
        <p:spPr>
          <a:xfrm flipV="1">
            <a:off x="2953512" y="3232404"/>
            <a:ext cx="3142488" cy="1179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878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BA97-1238-4D70-1E54-04563FD8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476DA7-E50F-8B0E-44E5-57F2C5A5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9A9F8E8E-9FBF-D884-DCC2-E4F1BBEE4A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0532E2B4-7A11-F244-10E4-3859296737D1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0F78F5CD-51B1-F1CC-F49A-014BA9DDBCFF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F8A7AAB8-5A9C-038F-D6DA-8BAD36C192FF}"/>
              </a:ext>
            </a:extLst>
          </p:cNvPr>
          <p:cNvCxnSpPr/>
          <p:nvPr/>
        </p:nvCxnSpPr>
        <p:spPr>
          <a:xfrm>
            <a:off x="2679192" y="3657600"/>
            <a:ext cx="3416808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E419070C-9492-490B-4F95-D8C103A51E56}"/>
              </a:ext>
            </a:extLst>
          </p:cNvPr>
          <p:cNvCxnSpPr>
            <a:cxnSpLocks/>
          </p:cNvCxnSpPr>
          <p:nvPr/>
        </p:nvCxnSpPr>
        <p:spPr>
          <a:xfrm flipV="1">
            <a:off x="2953512" y="3232404"/>
            <a:ext cx="3142488" cy="1179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319FA5D1-AAEE-2ECC-3526-79271C2BF4DB}"/>
              </a:ext>
            </a:extLst>
          </p:cNvPr>
          <p:cNvCxnSpPr/>
          <p:nvPr/>
        </p:nvCxnSpPr>
        <p:spPr>
          <a:xfrm flipV="1">
            <a:off x="2889504" y="3822192"/>
            <a:ext cx="3206496" cy="1216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144692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103</TotalTime>
  <Words>1749</Words>
  <Application>Microsoft Office PowerPoint</Application>
  <PresentationFormat>Širokoúhlá obrazovka</PresentationFormat>
  <Paragraphs>536</Paragraphs>
  <Slides>59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59</vt:i4>
      </vt:variant>
    </vt:vector>
  </HeadingPairs>
  <TitlesOfParts>
    <vt:vector size="63" baseType="lpstr">
      <vt:lpstr>Aptos</vt:lpstr>
      <vt:lpstr>Arial</vt:lpstr>
      <vt:lpstr>Avenir Next LT Pro</vt:lpstr>
      <vt:lpstr>ColorBlockVTI</vt:lpstr>
      <vt:lpstr>Norština pro začátečníky</vt:lpstr>
      <vt:lpstr>Doplňte tabulku</vt:lpstr>
      <vt:lpstr>Doplňte tabulku</vt:lpstr>
      <vt:lpstr>Doplňte tabulku</vt:lpstr>
      <vt:lpstr>Doplňte tabulku</vt:lpstr>
      <vt:lpstr>Doplňte tabulku</vt:lpstr>
      <vt:lpstr>Doplňte tabulku</vt:lpstr>
      <vt:lpstr>Doplňte tabulku</vt:lpstr>
      <vt:lpstr>Jak přeložíme do norštiny...</vt:lpstr>
      <vt:lpstr>Jak přeložíme do norštiny...</vt:lpstr>
      <vt:lpstr>Jak přeložíme do norštiny...</vt:lpstr>
      <vt:lpstr>Jak přeložíme do norštiny...</vt:lpstr>
      <vt:lpstr>Jak přeložíme do norštiny...</vt:lpstr>
      <vt:lpstr>Jak přeložíme do norštiny...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Napište čísla</vt:lpstr>
      <vt:lpstr>Napište čísla</vt:lpstr>
      <vt:lpstr>Napište čísla</vt:lpstr>
      <vt:lpstr>Napište čísla</vt:lpstr>
      <vt:lpstr>Napište čísla</vt:lpstr>
      <vt:lpstr>Napište čísla</vt:lpstr>
      <vt:lpstr>Napište čísla</vt:lpstr>
      <vt:lpstr>Napište čísla</vt:lpstr>
      <vt:lpstr>+ pluss [plus:] – minus [1mi:nus] = er (lik)</vt:lpstr>
      <vt:lpstr>Na základě článku utvořte dialog mezi:</vt:lpstr>
      <vt:lpstr>Bankovky</vt:lpstr>
      <vt:lpstr>Stravování</vt:lpstr>
      <vt:lpstr>Rampenissen</vt:lpstr>
      <vt:lpstr>Rampenissen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Vyberte vhodnou reakci</vt:lpstr>
      <vt:lpstr>Vyberte vhodnou reakci</vt:lpstr>
      <vt:lpstr>Vyberte vhodnou reakci</vt:lpstr>
      <vt:lpstr>Vyberte vhodnou reakci</vt:lpstr>
      <vt:lpstr>Vyberte vhodnou reakci</vt:lpstr>
      <vt:lpstr>Vyberte vhodnou reakci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2024-11-26T17:35:43Z</dcterms:created>
  <dcterms:modified xsi:type="dcterms:W3CDTF">2024-11-27T10:06:27Z</dcterms:modified>
</cp:coreProperties>
</file>